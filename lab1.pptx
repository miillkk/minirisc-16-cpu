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442" r:id="rId5"/>
    <p:sldId id="261" r:id="rId6"/>
    <p:sldId id="498" r:id="rId7"/>
    <p:sldId id="444" r:id="rId8"/>
    <p:sldId id="445" r:id="rId9"/>
    <p:sldId id="446" r:id="rId10"/>
    <p:sldId id="447" r:id="rId11"/>
    <p:sldId id="448" r:id="rId12"/>
    <p:sldId id="449" r:id="rId13"/>
    <p:sldId id="450" r:id="rId14"/>
    <p:sldId id="451" r:id="rId15"/>
    <p:sldId id="481" r:id="rId16"/>
    <p:sldId id="499" r:id="rId17"/>
    <p:sldId id="455" r:id="rId18"/>
    <p:sldId id="485" r:id="rId19"/>
    <p:sldId id="456" r:id="rId20"/>
    <p:sldId id="486" r:id="rId21"/>
    <p:sldId id="458" r:id="rId22"/>
    <p:sldId id="459" r:id="rId23"/>
    <p:sldId id="487" r:id="rId24"/>
    <p:sldId id="462" r:id="rId25"/>
    <p:sldId id="262" r:id="rId26"/>
    <p:sldId id="500" r:id="rId27"/>
    <p:sldId id="497" r:id="rId28"/>
    <p:sldId id="506" r:id="rId29"/>
    <p:sldId id="503" r:id="rId30"/>
    <p:sldId id="504" r:id="rId31"/>
    <p:sldId id="505" r:id="rId32"/>
    <p:sldId id="501" r:id="rId33"/>
    <p:sldId id="463" r:id="rId34"/>
    <p:sldId id="488" r:id="rId35"/>
    <p:sldId id="489" r:id="rId36"/>
    <p:sldId id="465" r:id="rId37"/>
    <p:sldId id="467" r:id="rId38"/>
    <p:sldId id="468" r:id="rId39"/>
    <p:sldId id="490" r:id="rId40"/>
    <p:sldId id="471" r:id="rId41"/>
    <p:sldId id="511" r:id="rId42"/>
    <p:sldId id="472" r:id="rId43"/>
    <p:sldId id="473" r:id="rId44"/>
    <p:sldId id="502" r:id="rId45"/>
    <p:sldId id="452" r:id="rId46"/>
    <p:sldId id="491" r:id="rId47"/>
    <p:sldId id="453" r:id="rId48"/>
    <p:sldId id="492" r:id="rId49"/>
    <p:sldId id="482" r:id="rId50"/>
    <p:sldId id="454" r:id="rId51"/>
    <p:sldId id="476" r:id="rId52"/>
    <p:sldId id="493" r:id="rId53"/>
    <p:sldId id="484" r:id="rId54"/>
    <p:sldId id="479" r:id="rId55"/>
    <p:sldId id="477" r:id="rId56"/>
    <p:sldId id="494" r:id="rId57"/>
    <p:sldId id="495" r:id="rId58"/>
    <p:sldId id="480" r:id="rId59"/>
    <p:sldId id="508" r:id="rId60"/>
    <p:sldId id="496" r:id="rId6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6" autoAdjust="0"/>
    <p:restoredTop sz="94660" autoAdjust="0"/>
  </p:normalViewPr>
  <p:slideViewPr>
    <p:cSldViewPr snapToGrid="0">
      <p:cViewPr varScale="1">
        <p:scale>
          <a:sx n="121" d="100"/>
          <a:sy n="121" d="100"/>
        </p:scale>
        <p:origin x="-78" y="-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3DDB40E-D768-47E9-9B2D-0FBB3587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457A8-18B8-4F3C-A843-A86C2E13CDC2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9B7A14-EBBB-41E5-8211-6487E38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575D63-5D46-4811-81A7-7BCCDC70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CC971-BA1C-4294-A327-A49FEC5C85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7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76C433B-9BB1-4798-A81B-FF411F26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4B5F5-0E3E-451E-8253-584614E2D4F6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A5ED093-FDD4-4DE0-B097-A99AE0F8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9E27804-DFA6-48C0-9EFE-DC2AC85B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B5D04-28D5-44A7-BF10-085CA85695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85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A3388D-D073-4284-9A91-F371FFD5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2AEC7-5920-4788-8A83-EBAADEE36867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88B638-6420-4A0B-88CA-44C72201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DAFC5C3-B3FC-4EDD-8371-A5D88D7F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22321-EAD9-4D86-909A-AA39C9BC5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70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85F94803-1990-49ED-BE08-6BB9EB79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737AD-5F16-457E-9AD0-443E9F00559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8AF098E6-ACDE-4F6A-8FBC-497D5639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E67F07C9-1918-46F3-BEB5-D20F52AD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560F3-3EB8-492A-829C-79C42295F7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1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DC9EAF5E-3C11-4DEB-BDEA-E00356ED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31E4A-ABC1-49F3-B5C5-518502982545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7FA98C6C-44C4-4FBE-AAA1-FE2ADA1A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36B1DB9F-A53A-4896-83DF-6AA76158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60C30-7EC9-44CA-9B13-BC6AD18EF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2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3155928E-CA7C-4675-A77B-FBBD9123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F2247-4DD0-48D9-8574-01F56E8E9658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761314C3-8F59-4588-BF17-50A9CE80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11ADD9AD-832E-454C-999F-36BB5354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DA6A-BFFF-49A2-AAE9-E959A99FFA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7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="" xmlns:a16="http://schemas.microsoft.com/office/drawing/2014/main" id="{0A89F033-0CE8-4266-8EEA-FD673564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C2C10-BBF9-45B0-B329-D9AEBB642ED6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="" xmlns:a16="http://schemas.microsoft.com/office/drawing/2014/main" id="{CFF37990-BFBF-43DE-969B-F66F2D30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72379438-32D3-4408-BB24-C3AAB725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B88FD-8739-4933-B0D2-ABFAFE61A8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1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F4F7ACC4-BA67-4A74-9671-0295D731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785AE-A659-4EE6-9D17-3DE054A057C8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B3114508-FDC5-4D9A-A0F0-F7BA5E64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78ADAF3F-C194-419A-A877-722149C4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FE3EB-864B-4DCD-BA0C-21484F0F9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5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F1B574EC-F41A-4009-B482-E50A73FA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D32A0-F880-4EBA-BB11-567901438151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ABEABF5A-28BC-4A4D-8B0A-D96C4A14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D00B16B6-A577-4542-9DEC-35927ABF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71D8C-E8D2-412C-A0AA-79CC339E8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65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FCCAD4-7CC8-49A0-8CED-1315A67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E14C-3F8F-4273-BE9E-E9CE963D9646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3CC1AE2-298E-4196-A0E3-225440FD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C2C402-DE7B-4386-9C93-1BC330A9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3DEF9-271C-411E-987E-DB61555471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D631127-31B4-4F34-9FBE-26B5FD11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9755B-9B07-40E2-8153-A5BFFB46217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77F5E90-5E1D-46BA-AB36-20C58931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A2A8C7-B9B6-4479-9F0C-5AC97F6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BF107-F0D5-47C1-AAAA-771B1A3138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70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FB2502-82C2-43BB-BBBB-B0D82D44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C4E0-A6B9-4627-8E1F-4C49E82540E1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8AC77E3-532D-429A-8A24-870F250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EB4FE7-3911-45E3-8A35-84D89B89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EB4B-E68B-4485-9FDE-5AC44B8A00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8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="" xmlns:a16="http://schemas.microsoft.com/office/drawing/2014/main" id="{CF85AEF1-CD90-45C6-A630-31497CA5EE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A5BBC19C-DDDC-4A56-A2C0-EE85A4AD33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BEE8EEA-68B8-4B23-AB61-3A0306A2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C8B1A8-715E-4B66-A1E5-FB65CAAF23E4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12A0D8-3371-487B-A0DC-8B05C838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BD60AA1-6793-48E4-B039-6D6C84BD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7BE0D2-536A-4585-B7C9-0BFF26026E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="" xmlns:a16="http://schemas.microsoft.com/office/drawing/2014/main" id="{22C0A9A8-6123-4C88-BA91-A0330D47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>
            <a:extLst>
              <a:ext uri="{FF2B5EF4-FFF2-40B4-BE49-F238E27FC236}">
                <a16:creationId xmlns="" xmlns:a16="http://schemas.microsoft.com/office/drawing/2014/main" id="{0F24FDFA-3F0F-4847-9D69-8D33D97B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>
            <a:extLst>
              <a:ext uri="{FF2B5EF4-FFF2-40B4-BE49-F238E27FC236}">
                <a16:creationId xmlns="" xmlns:a16="http://schemas.microsoft.com/office/drawing/2014/main" id="{6F51EB86-E098-423D-95BE-62451DB64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2559050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dirty="0"/>
              <a:t>Lab Course 1</a:t>
            </a:r>
            <a:endParaRPr lang="zh-CN" altLang="en-US" sz="4000" dirty="0"/>
          </a:p>
        </p:txBody>
      </p:sp>
      <p:sp>
        <p:nvSpPr>
          <p:cNvPr id="2052" name="文本框 5">
            <a:extLst>
              <a:ext uri="{FF2B5EF4-FFF2-40B4-BE49-F238E27FC236}">
                <a16:creationId xmlns="" xmlns:a16="http://schemas.microsoft.com/office/drawing/2014/main" id="{E6434C39-744C-4035-AF8A-E132C3E34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2275" y="3590926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</a:t>
            </a:r>
            <a:r>
              <a:rPr lang="en-US" altLang="zh-CN" sz="3600" dirty="0" smtClean="0"/>
              <a:t>:</a:t>
            </a:r>
            <a:endParaRPr lang="zh-CN" altLang="en-US" sz="3600" dirty="0"/>
          </a:p>
        </p:txBody>
      </p:sp>
      <p:sp>
        <p:nvSpPr>
          <p:cNvPr id="2053" name="文本框 6">
            <a:extLst>
              <a:ext uri="{FF2B5EF4-FFF2-40B4-BE49-F238E27FC236}">
                <a16:creationId xmlns="" xmlns:a16="http://schemas.microsoft.com/office/drawing/2014/main" id="{F29EB65A-8D57-4A03-88A9-7E688ACA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233" y="4237039"/>
            <a:ext cx="457484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2054" name="文本框 3">
            <a:extLst>
              <a:ext uri="{FF2B5EF4-FFF2-40B4-BE49-F238E27FC236}">
                <a16:creationId xmlns="" xmlns:a16="http://schemas.microsoft.com/office/drawing/2014/main" id="{26D66BF2-F896-4ED8-9B16-F459C69C8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309" y="4883152"/>
            <a:ext cx="4225924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</a:t>
            </a:r>
            <a:r>
              <a:rPr lang="en-US" altLang="zh-CN" sz="3600" dirty="0" smtClean="0"/>
              <a:t>: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="" xmlns:a16="http://schemas.microsoft.com/office/drawing/2014/main" id="{D0EC8022-4117-4A13-B1C5-31C6DA2E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94593"/>
            <a:ext cx="10515600" cy="756745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00B0F0"/>
                </a:solidFill>
              </a:rPr>
              <a:t>Fundamental</a:t>
            </a:r>
            <a:endParaRPr lang="zh-CN" altLang="en-US" sz="4000" b="1" dirty="0">
              <a:solidFill>
                <a:srgbClr val="00B0F0"/>
              </a:solidFill>
            </a:endParaRPr>
          </a:p>
        </p:txBody>
      </p:sp>
      <p:sp>
        <p:nvSpPr>
          <p:cNvPr id="3075" name="内容占位符 2">
            <a:extLst>
              <a:ext uri="{FF2B5EF4-FFF2-40B4-BE49-F238E27FC236}">
                <a16:creationId xmlns="" xmlns:a16="http://schemas.microsoft.com/office/drawing/2014/main" id="{47C26024-D769-48B7-8D3C-7502324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6066" y="679668"/>
            <a:ext cx="9732579" cy="2666563"/>
          </a:xfrm>
        </p:spPr>
        <p:txBody>
          <a:bodyPr/>
          <a:lstStyle/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Digital Logic + Computer Architecture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Verilog Language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Tools </a:t>
            </a:r>
          </a:p>
          <a:p>
            <a:pPr marL="808038" lvl="1" indent="45085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EDA software: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2017.1</a:t>
            </a:r>
          </a:p>
          <a:p>
            <a:pPr marL="808038" lvl="1" indent="45085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Evaluation board:  </a:t>
            </a: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EES331</a:t>
            </a:r>
            <a:endParaRPr lang="en-US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="" xmlns:a16="http://schemas.microsoft.com/office/drawing/2014/main" id="{EAC0EDB8-6AAC-4890-A165-D0070F5EC0BF}"/>
              </a:ext>
            </a:extLst>
          </p:cNvPr>
          <p:cNvSpPr txBox="1">
            <a:spLocks/>
          </p:cNvSpPr>
          <p:nvPr/>
        </p:nvSpPr>
        <p:spPr bwMode="auto">
          <a:xfrm>
            <a:off x="617483" y="3407842"/>
            <a:ext cx="10515600" cy="87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b="1" dirty="0" smtClean="0">
                <a:solidFill>
                  <a:srgbClr val="00B0F0"/>
                </a:solidFill>
              </a:rPr>
              <a:t>Reference</a:t>
            </a:r>
            <a:endParaRPr lang="zh-CN" altLang="en-US" sz="4000" b="1" dirty="0">
              <a:solidFill>
                <a:srgbClr val="00B0F0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="" xmlns:a16="http://schemas.microsoft.com/office/drawing/2014/main" id="{0D99967C-C188-451A-8D5E-EC7CC7CC01C8}"/>
              </a:ext>
            </a:extLst>
          </p:cNvPr>
          <p:cNvSpPr txBox="1">
            <a:spLocks/>
          </p:cNvSpPr>
          <p:nvPr/>
        </p:nvSpPr>
        <p:spPr bwMode="auto">
          <a:xfrm>
            <a:off x="2416066" y="4054147"/>
            <a:ext cx="9116244" cy="259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IEEE Standard Verilog Language Reference Manual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Introduction Using Verilog Design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EES331 User manual  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Zynq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Book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Slices &amp; Codes for Lab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="" xmlns:a16="http://schemas.microsoft.com/office/drawing/2014/main" id="{E2D3CB4E-E369-4D4C-85CE-C70CB393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Content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="" xmlns:a16="http://schemas.microsoft.com/office/drawing/2014/main" id="{5516314F-8529-4DAD-A69B-A189EF01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888" y="1490663"/>
            <a:ext cx="8229600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EDA tools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Development Environment</a:t>
            </a:r>
            <a:endParaRPr lang="en-US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simulation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 err="1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Testbench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and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Verification</a:t>
            </a:r>
            <a:endParaRPr lang="en-US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C3628C8-9F22-48C8-A7A7-AB00C83E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2200275"/>
            <a:ext cx="7886700" cy="2720975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6147" name="标题 8">
            <a:extLst>
              <a:ext uri="{FF2B5EF4-FFF2-40B4-BE49-F238E27FC236}">
                <a16:creationId xmlns="" xmlns:a16="http://schemas.microsoft.com/office/drawing/2014/main" id="{866AC6BE-F92A-47A1-838B-46EB9BEE427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96875" y="895350"/>
            <a:ext cx="116697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Traditional method</a:t>
            </a:r>
            <a:r>
              <a:rPr lang="zh-CN" altLang="en-US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VS  Programmable logic device</a:t>
            </a:r>
            <a:endParaRPr lang="zh-CN" altLang="en-US" sz="40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8" name="图片 1">
            <a:extLst>
              <a:ext uri="{FF2B5EF4-FFF2-40B4-BE49-F238E27FC236}">
                <a16:creationId xmlns="" xmlns:a16="http://schemas.microsoft.com/office/drawing/2014/main" id="{A3D57907-72DB-4851-8966-7CA9EB12C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2595563"/>
            <a:ext cx="5449887" cy="363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标题 1">
            <a:extLst>
              <a:ext uri="{FF2B5EF4-FFF2-40B4-BE49-F238E27FC236}">
                <a16:creationId xmlns="" xmlns:a16="http://schemas.microsoft.com/office/drawing/2014/main" id="{57CECF0E-E305-4E28-A8D3-D0D6107C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5" y="0"/>
            <a:ext cx="11151658" cy="1325563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Implement for a 3-8 Decoder 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="" xmlns:a16="http://schemas.microsoft.com/office/drawing/2014/main" id="{6211428C-866B-49B0-A6F8-33E041F2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="" xmlns:a16="http://schemas.microsoft.com/office/drawing/2014/main" id="{B6BA62C2-ADD8-498C-8AB1-63DDEF6C56A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220" name="图片 1">
            <a:extLst>
              <a:ext uri="{FF2B5EF4-FFF2-40B4-BE49-F238E27FC236}">
                <a16:creationId xmlns="" xmlns:a16="http://schemas.microsoft.com/office/drawing/2014/main" id="{AC46707C-9BA6-4DFD-A6C6-CCAEA88EE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="" xmlns:a16="http://schemas.microsoft.com/office/drawing/2014/main" id="{D065FF21-2CC2-4F87-A910-3AE5D97C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10243" name="Rectangle 8">
            <a:extLst>
              <a:ext uri="{FF2B5EF4-FFF2-40B4-BE49-F238E27FC236}">
                <a16:creationId xmlns="" xmlns:a16="http://schemas.microsoft.com/office/drawing/2014/main" id="{642FAF95-9FD4-45AB-AA4B-D5DF9D656A0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244" name="图片 1">
            <a:extLst>
              <a:ext uri="{FF2B5EF4-FFF2-40B4-BE49-F238E27FC236}">
                <a16:creationId xmlns="" xmlns:a16="http://schemas.microsoft.com/office/drawing/2014/main" id="{1DD239A7-F0B5-4280-BBE6-9B50505F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矩形 6">
            <a:extLst>
              <a:ext uri="{FF2B5EF4-FFF2-40B4-BE49-F238E27FC236}">
                <a16:creationId xmlns="" xmlns:a16="http://schemas.microsoft.com/office/drawing/2014/main" id="{FD1E9C08-0B16-43AA-81B1-1769985C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="" xmlns:a16="http://schemas.microsoft.com/office/drawing/2014/main" id="{0A16F256-674B-4685-8184-2C4E1BEA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-step1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grpSp>
        <p:nvGrpSpPr>
          <p:cNvPr id="11267" name="组合 4">
            <a:extLst>
              <a:ext uri="{FF2B5EF4-FFF2-40B4-BE49-F238E27FC236}">
                <a16:creationId xmlns="" xmlns:a16="http://schemas.microsoft.com/office/drawing/2014/main" id="{DB37E5AA-9027-4206-B076-61295D4A1797}"/>
              </a:ext>
            </a:extLst>
          </p:cNvPr>
          <p:cNvGrpSpPr>
            <a:grpSpLocks/>
          </p:cNvGrpSpPr>
          <p:nvPr/>
        </p:nvGrpSpPr>
        <p:grpSpPr bwMode="auto">
          <a:xfrm>
            <a:off x="8293100" y="993775"/>
            <a:ext cx="3678238" cy="5089525"/>
            <a:chOff x="6510910" y="1674813"/>
            <a:chExt cx="3495675" cy="4552950"/>
          </a:xfrm>
        </p:grpSpPr>
        <p:pic>
          <p:nvPicPr>
            <p:cNvPr id="11274" name="图片 9">
              <a:extLst>
                <a:ext uri="{FF2B5EF4-FFF2-40B4-BE49-F238E27FC236}">
                  <a16:creationId xmlns="" xmlns:a16="http://schemas.microsoft.com/office/drawing/2014/main" id="{602A592E-4706-4D47-ACCB-8C0C4A00A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910" y="1674813"/>
              <a:ext cx="3495675" cy="455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5" name="矩形 4">
              <a:extLst>
                <a:ext uri="{FF2B5EF4-FFF2-40B4-BE49-F238E27FC236}">
                  <a16:creationId xmlns="" xmlns:a16="http://schemas.microsoft.com/office/drawing/2014/main" id="{94E2826E-1687-4FE4-B87A-82A26FDA9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8044" y="2314576"/>
              <a:ext cx="1512888" cy="28733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D2A25FCB-49C7-4D1A-A575-5230ACFAE135}"/>
                </a:ext>
              </a:extLst>
            </p:cNvPr>
            <p:cNvSpPr/>
            <p:nvPr/>
          </p:nvSpPr>
          <p:spPr>
            <a:xfrm>
              <a:off x="8257993" y="2102274"/>
              <a:ext cx="1101356" cy="742730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268" name="组合 3">
            <a:extLst>
              <a:ext uri="{FF2B5EF4-FFF2-40B4-BE49-F238E27FC236}">
                <a16:creationId xmlns="" xmlns:a16="http://schemas.microsoft.com/office/drawing/2014/main" id="{BC621AAB-CAFA-41AC-9B38-DA241E79EE14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158750"/>
            <a:ext cx="4702175" cy="6469063"/>
            <a:chOff x="2153256" y="1438274"/>
            <a:chExt cx="3338512" cy="5120930"/>
          </a:xfrm>
        </p:grpSpPr>
        <p:grpSp>
          <p:nvGrpSpPr>
            <p:cNvPr id="11270" name="组合 2">
              <a:extLst>
                <a:ext uri="{FF2B5EF4-FFF2-40B4-BE49-F238E27FC236}">
                  <a16:creationId xmlns="" xmlns:a16="http://schemas.microsoft.com/office/drawing/2014/main" id="{40588EFA-9C46-4A99-9896-EEAC7A57E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3256" y="1458566"/>
              <a:ext cx="3338512" cy="5100638"/>
              <a:chOff x="2087652" y="1499841"/>
              <a:chExt cx="3338512" cy="5100638"/>
            </a:xfrm>
          </p:grpSpPr>
          <p:pic>
            <p:nvPicPr>
              <p:cNvPr id="11272" name="图片 5" descr="屏幕剪辑">
                <a:extLst>
                  <a:ext uri="{FF2B5EF4-FFF2-40B4-BE49-F238E27FC236}">
                    <a16:creationId xmlns="" xmlns:a16="http://schemas.microsoft.com/office/drawing/2014/main" id="{171BC863-CE0D-4C1B-BE9C-77929C70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7652" y="1499841"/>
                <a:ext cx="3338512" cy="5100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10">
                <a:extLst>
                  <a:ext uri="{FF2B5EF4-FFF2-40B4-BE49-F238E27FC236}">
                    <a16:creationId xmlns="" xmlns:a16="http://schemas.microsoft.com/office/drawing/2014/main" id="{301B7048-7C36-4F30-97F0-FC1D9D8CDDA1}"/>
                  </a:ext>
                </a:extLst>
              </p:cNvPr>
              <p:cNvSpPr/>
              <p:nvPr/>
            </p:nvSpPr>
            <p:spPr>
              <a:xfrm>
                <a:off x="3242944" y="1541126"/>
                <a:ext cx="1235317" cy="9500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1. Open VIVADO 2017.1</a:t>
                </a:r>
              </a:p>
            </p:txBody>
          </p:sp>
        </p:grpSp>
        <p:sp>
          <p:nvSpPr>
            <p:cNvPr id="11271" name="矩形 6">
              <a:extLst>
                <a:ext uri="{FF2B5EF4-FFF2-40B4-BE49-F238E27FC236}">
                  <a16:creationId xmlns="" xmlns:a16="http://schemas.microsoft.com/office/drawing/2014/main" id="{9FE9342A-72E5-49D2-95A6-C423EF4E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95" y="1438274"/>
              <a:ext cx="465337" cy="42505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1269" name="文本框 13">
            <a:extLst>
              <a:ext uri="{FF2B5EF4-FFF2-40B4-BE49-F238E27FC236}">
                <a16:creationId xmlns="" xmlns:a16="http://schemas.microsoft.com/office/drawing/2014/main" id="{8D711D93-3FD9-42BA-B1AC-5EE8C7574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2979738"/>
            <a:ext cx="493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FF0000"/>
                </a:solidFill>
              </a:rPr>
              <a:t>→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8">
            <a:extLst>
              <a:ext uri="{FF2B5EF4-FFF2-40B4-BE49-F238E27FC236}">
                <a16:creationId xmlns="" xmlns:a16="http://schemas.microsoft.com/office/drawing/2014/main" id="{F5BEAB87-8A5A-4A25-9992-704E0526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0"/>
            <a:ext cx="8745538" cy="67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4">
            <a:extLst>
              <a:ext uri="{FF2B5EF4-FFF2-40B4-BE49-F238E27FC236}">
                <a16:creationId xmlns="" xmlns:a16="http://schemas.microsoft.com/office/drawing/2014/main" id="{9C6CC020-87CC-429D-958F-FF2E3EB6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6069013"/>
            <a:ext cx="1320800" cy="5334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4D52315C-4D25-4744-8822-BF869196306D}"/>
              </a:ext>
            </a:extLst>
          </p:cNvPr>
          <p:cNvSpPr/>
          <p:nvPr/>
        </p:nvSpPr>
        <p:spPr bwMode="auto">
          <a:xfrm>
            <a:off x="9174163" y="5607050"/>
            <a:ext cx="14668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293" name="标题 1">
            <a:extLst>
              <a:ext uri="{FF2B5EF4-FFF2-40B4-BE49-F238E27FC236}">
                <a16:creationId xmlns="" xmlns:a16="http://schemas.microsoft.com/office/drawing/2014/main" id="{99C9AB90-C39B-4DD7-AB67-2CE0451F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77950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FF000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-step2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3">
            <a:extLst>
              <a:ext uri="{FF2B5EF4-FFF2-40B4-BE49-F238E27FC236}">
                <a16:creationId xmlns="" xmlns:a16="http://schemas.microsoft.com/office/drawing/2014/main" id="{28EA7826-EA59-4430-9D21-52E018B42D46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0"/>
            <a:ext cx="8766175" cy="6858000"/>
            <a:chOff x="4172988" y="1799247"/>
            <a:chExt cx="5733011" cy="4858727"/>
          </a:xfrm>
        </p:grpSpPr>
        <p:pic>
          <p:nvPicPr>
            <p:cNvPr id="13318" name="图片 1">
              <a:extLst>
                <a:ext uri="{FF2B5EF4-FFF2-40B4-BE49-F238E27FC236}">
                  <a16:creationId xmlns="" xmlns:a16="http://schemas.microsoft.com/office/drawing/2014/main" id="{4D20C56B-728E-4D0F-AF8D-B6A64D5E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988" y="1799247"/>
              <a:ext cx="5733011" cy="4858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矩形 4">
              <a:extLst>
                <a:ext uri="{FF2B5EF4-FFF2-40B4-BE49-F238E27FC236}">
                  <a16:creationId xmlns="" xmlns:a16="http://schemas.microsoft.com/office/drawing/2014/main" id="{2A467956-7FB7-401D-8501-4606DFC26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703" y="2743981"/>
              <a:ext cx="5370126" cy="576064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" name="矩形 2">
              <a:extLst>
                <a:ext uri="{FF2B5EF4-FFF2-40B4-BE49-F238E27FC236}">
                  <a16:creationId xmlns="" xmlns:a16="http://schemas.microsoft.com/office/drawing/2014/main" id="{36D8D7C7-8367-4046-A570-FA4C9C37B214}"/>
                </a:ext>
              </a:extLst>
            </p:cNvPr>
            <p:cNvSpPr/>
            <p:nvPr/>
          </p:nvSpPr>
          <p:spPr>
            <a:xfrm>
              <a:off x="6798628" y="3428945"/>
              <a:ext cx="2952677" cy="588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Rename new project</a:t>
              </a:r>
              <a:r>
                <a:rPr lang="zh-CN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select the save path for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315" name="矩形 4">
            <a:extLst>
              <a:ext uri="{FF2B5EF4-FFF2-40B4-BE49-F238E27FC236}">
                <a16:creationId xmlns="" xmlns:a16="http://schemas.microsoft.com/office/drawing/2014/main" id="{B113B329-F91F-48FB-9F11-18F8E209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6083300"/>
            <a:ext cx="13652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A5991097-832B-4790-B5B1-84759C69EB26}"/>
              </a:ext>
            </a:extLst>
          </p:cNvPr>
          <p:cNvSpPr/>
          <p:nvPr/>
        </p:nvSpPr>
        <p:spPr bwMode="auto">
          <a:xfrm>
            <a:off x="8726488" y="5588000"/>
            <a:ext cx="200818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317" name="标题 1">
            <a:extLst>
              <a:ext uri="{FF2B5EF4-FFF2-40B4-BE49-F238E27FC236}">
                <a16:creationId xmlns="" xmlns:a16="http://schemas.microsoft.com/office/drawing/2014/main" id="{87647C47-1987-490B-AF78-E1233AFE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90650"/>
            <a:ext cx="2487612" cy="2543175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-step3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2">
            <a:extLst>
              <a:ext uri="{FF2B5EF4-FFF2-40B4-BE49-F238E27FC236}">
                <a16:creationId xmlns="" xmlns:a16="http://schemas.microsoft.com/office/drawing/2014/main" id="{25D4D358-3E27-44B1-B186-870C5A7962C8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3375025" y="1519238"/>
            <a:chExt cx="5441950" cy="4445000"/>
          </a:xfrm>
        </p:grpSpPr>
        <p:pic>
          <p:nvPicPr>
            <p:cNvPr id="14342" name="图片 11">
              <a:extLst>
                <a:ext uri="{FF2B5EF4-FFF2-40B4-BE49-F238E27FC236}">
                  <a16:creationId xmlns="" xmlns:a16="http://schemas.microsoft.com/office/drawing/2014/main" id="{DC15A61F-9C78-4651-8EB3-4D8FA3196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025" y="1519238"/>
              <a:ext cx="5441950" cy="444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3" name="矩形 2">
              <a:extLst>
                <a:ext uri="{FF2B5EF4-FFF2-40B4-BE49-F238E27FC236}">
                  <a16:creationId xmlns="" xmlns:a16="http://schemas.microsoft.com/office/drawing/2014/main" id="{6445508B-49D5-4C2E-A1BF-B7FD43DB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2439988"/>
              <a:ext cx="4910137" cy="64928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8DE64CCE-DD1A-433B-89B7-B8B483CA0945}"/>
                </a:ext>
              </a:extLst>
            </p:cNvPr>
            <p:cNvSpPr/>
            <p:nvPr/>
          </p:nvSpPr>
          <p:spPr>
            <a:xfrm>
              <a:off x="5753503" y="2080008"/>
              <a:ext cx="1867900" cy="2994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Select RTL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339" name="标题 1">
            <a:extLst>
              <a:ext uri="{FF2B5EF4-FFF2-40B4-BE49-F238E27FC236}">
                <a16:creationId xmlns="" xmlns:a16="http://schemas.microsoft.com/office/drawing/2014/main" id="{CA466095-E7C0-495D-BE28-23C74BAA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1125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-step4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4340" name="矩形 4">
            <a:extLst>
              <a:ext uri="{FF2B5EF4-FFF2-40B4-BE49-F238E27FC236}">
                <a16:creationId xmlns="" xmlns:a16="http://schemas.microsoft.com/office/drawing/2014/main" id="{CA46B1EF-1F5F-42C2-A684-F2CA7C30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6A91596D-E46F-4D7A-AB55-BD9BF854A72D}"/>
              </a:ext>
            </a:extLst>
          </p:cNvPr>
          <p:cNvSpPr/>
          <p:nvPr/>
        </p:nvSpPr>
        <p:spPr bwMode="auto">
          <a:xfrm>
            <a:off x="9101138" y="5675313"/>
            <a:ext cx="20574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8">
            <a:extLst>
              <a:ext uri="{FF2B5EF4-FFF2-40B4-BE49-F238E27FC236}">
                <a16:creationId xmlns="" xmlns:a16="http://schemas.microsoft.com/office/drawing/2014/main" id="{11078306-3705-405F-B48E-515BA143A524}"/>
              </a:ext>
            </a:extLst>
          </p:cNvPr>
          <p:cNvGrpSpPr>
            <a:grpSpLocks/>
          </p:cNvGrpSpPr>
          <p:nvPr/>
        </p:nvGrpSpPr>
        <p:grpSpPr bwMode="auto">
          <a:xfrm>
            <a:off x="3375025" y="0"/>
            <a:ext cx="8816975" cy="6858000"/>
            <a:chOff x="1737796" y="1263836"/>
            <a:chExt cx="5543550" cy="4452937"/>
          </a:xfrm>
        </p:grpSpPr>
        <p:pic>
          <p:nvPicPr>
            <p:cNvPr id="15365" name="图片 10">
              <a:extLst>
                <a:ext uri="{FF2B5EF4-FFF2-40B4-BE49-F238E27FC236}">
                  <a16:creationId xmlns="" xmlns:a16="http://schemas.microsoft.com/office/drawing/2014/main" id="{D801A2C4-446C-4F4E-AC4C-F309FCAF5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796" y="1263836"/>
              <a:ext cx="5543550" cy="4452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7470BE7D-85D0-44D2-AF74-9EDA3E2A90BF}"/>
                </a:ext>
              </a:extLst>
            </p:cNvPr>
            <p:cNvSpPr/>
            <p:nvPr/>
          </p:nvSpPr>
          <p:spPr>
            <a:xfrm>
              <a:off x="5033583" y="4687032"/>
              <a:ext cx="2166916" cy="53909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Directly Click here. </a:t>
              </a:r>
            </a:p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Don’t add any other files.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5363" name="标题 1">
            <a:extLst>
              <a:ext uri="{FF2B5EF4-FFF2-40B4-BE49-F238E27FC236}">
                <a16:creationId xmlns="" xmlns:a16="http://schemas.microsoft.com/office/drawing/2014/main" id="{45A2AA6A-BD32-4BF5-933A-639FDD22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364" name="矩形 4">
            <a:extLst>
              <a:ext uri="{FF2B5EF4-FFF2-40B4-BE49-F238E27FC236}">
                <a16:creationId xmlns="" xmlns:a16="http://schemas.microsoft.com/office/drawing/2014/main" id="{0528835F-AE2D-4547-A4DB-B3B6C0D2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2">
            <a:extLst>
              <a:ext uri="{FF2B5EF4-FFF2-40B4-BE49-F238E27FC236}">
                <a16:creationId xmlns="" xmlns:a16="http://schemas.microsoft.com/office/drawing/2014/main" id="{9AEC0897-64CE-474B-9109-BF0C65191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0"/>
            <a:ext cx="8878887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FD68C88-C645-4781-A8DB-69BE8AFF65FB}"/>
              </a:ext>
            </a:extLst>
          </p:cNvPr>
          <p:cNvSpPr/>
          <p:nvPr/>
        </p:nvSpPr>
        <p:spPr bwMode="auto">
          <a:xfrm>
            <a:off x="8591550" y="5286375"/>
            <a:ext cx="344487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Directly Click here.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Don’t add any other files.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388" name="标题 1">
            <a:extLst>
              <a:ext uri="{FF2B5EF4-FFF2-40B4-BE49-F238E27FC236}">
                <a16:creationId xmlns="" xmlns:a16="http://schemas.microsoft.com/office/drawing/2014/main" id="{31DD25E6-D24C-47B7-8CD1-68AD0ED8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9" name="矩形 4">
            <a:extLst>
              <a:ext uri="{FF2B5EF4-FFF2-40B4-BE49-F238E27FC236}">
                <a16:creationId xmlns="" xmlns:a16="http://schemas.microsoft.com/office/drawing/2014/main" id="{D5ECD2AF-6AC0-430D-B5AE-80E9A3F1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3">
            <a:extLst>
              <a:ext uri="{FF2B5EF4-FFF2-40B4-BE49-F238E27FC236}">
                <a16:creationId xmlns="" xmlns:a16="http://schemas.microsoft.com/office/drawing/2014/main" id="{D8B165B3-24AC-4665-84BC-719951C32726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1714981" y="1384078"/>
            <a:chExt cx="5732462" cy="4826000"/>
          </a:xfrm>
        </p:grpSpPr>
        <p:pic>
          <p:nvPicPr>
            <p:cNvPr id="17414" name="图片 9">
              <a:extLst>
                <a:ext uri="{FF2B5EF4-FFF2-40B4-BE49-F238E27FC236}">
                  <a16:creationId xmlns="" xmlns:a16="http://schemas.microsoft.com/office/drawing/2014/main" id="{DAABA4E5-E0C2-476D-9258-F651A04FC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981" y="1384078"/>
              <a:ext cx="5732462" cy="482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5" name="矩形 1">
              <a:extLst>
                <a:ext uri="{FF2B5EF4-FFF2-40B4-BE49-F238E27FC236}">
                  <a16:creationId xmlns="" xmlns:a16="http://schemas.microsoft.com/office/drawing/2014/main" id="{6F2514ED-4A6B-432A-8471-F023C5A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4581784"/>
              <a:ext cx="5327650" cy="2889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6" name="矩形 4">
              <a:extLst>
                <a:ext uri="{FF2B5EF4-FFF2-40B4-BE49-F238E27FC236}">
                  <a16:creationId xmlns="" xmlns:a16="http://schemas.microsoft.com/office/drawing/2014/main" id="{B21D6BC1-4DF8-4B70-B87A-0EB2EEFA9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193" y="2854584"/>
              <a:ext cx="647701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7" name="矩形 4">
              <a:extLst>
                <a:ext uri="{FF2B5EF4-FFF2-40B4-BE49-F238E27FC236}">
                  <a16:creationId xmlns="" xmlns:a16="http://schemas.microsoft.com/office/drawing/2014/main" id="{9D25C8A8-000F-4A78-887B-886E45973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103" y="3166472"/>
              <a:ext cx="902670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8" name="矩形 4">
              <a:extLst>
                <a:ext uri="{FF2B5EF4-FFF2-40B4-BE49-F238E27FC236}">
                  <a16:creationId xmlns="" xmlns:a16="http://schemas.microsoft.com/office/drawing/2014/main" id="{3AB27E6B-5064-40EE-97F9-C3E5154A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648" y="3446463"/>
              <a:ext cx="899125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71BC3DF3-15B9-4074-A084-4F346B3CBCD3}"/>
                </a:ext>
              </a:extLst>
            </p:cNvPr>
            <p:cNvSpPr/>
            <p:nvPr/>
          </p:nvSpPr>
          <p:spPr>
            <a:xfrm>
              <a:off x="2460150" y="2412955"/>
              <a:ext cx="2339173" cy="585376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 Select xc7z020clg484-1 as the following part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7411" name="矩形 4">
            <a:extLst>
              <a:ext uri="{FF2B5EF4-FFF2-40B4-BE49-F238E27FC236}">
                <a16:creationId xmlns="" xmlns:a16="http://schemas.microsoft.com/office/drawing/2014/main" id="{D0E07771-163F-445E-B471-3EC65BF8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3258C09A-61FC-4F4B-92C6-A8E1F60132D7}"/>
              </a:ext>
            </a:extLst>
          </p:cNvPr>
          <p:cNvSpPr/>
          <p:nvPr/>
        </p:nvSpPr>
        <p:spPr bwMode="auto">
          <a:xfrm>
            <a:off x="9101138" y="5675313"/>
            <a:ext cx="19780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413" name="标题 1">
            <a:extLst>
              <a:ext uri="{FF2B5EF4-FFF2-40B4-BE49-F238E27FC236}">
                <a16:creationId xmlns="" xmlns:a16="http://schemas.microsoft.com/office/drawing/2014/main" id="{778FB338-897F-47A8-8310-80092FE3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8">
            <a:extLst>
              <a:ext uri="{FF2B5EF4-FFF2-40B4-BE49-F238E27FC236}">
                <a16:creationId xmlns="" xmlns:a16="http://schemas.microsoft.com/office/drawing/2014/main" id="{D2000CC6-BE70-42BC-89DC-EAD19817470E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0"/>
            <a:ext cx="8728075" cy="6858000"/>
            <a:chOff x="1968169" y="1050224"/>
            <a:chExt cx="5273675" cy="4479925"/>
          </a:xfrm>
        </p:grpSpPr>
        <p:pic>
          <p:nvPicPr>
            <p:cNvPr id="18437" name="图片 9">
              <a:extLst>
                <a:ext uri="{FF2B5EF4-FFF2-40B4-BE49-F238E27FC236}">
                  <a16:creationId xmlns="" xmlns:a16="http://schemas.microsoft.com/office/drawing/2014/main" id="{5EC89451-56E6-4BE2-A1CD-7F67D893E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169" y="1050224"/>
              <a:ext cx="5273675" cy="447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4E7E1981-A495-4C83-BA70-5D9824080402}"/>
                </a:ext>
              </a:extLst>
            </p:cNvPr>
            <p:cNvSpPr/>
            <p:nvPr/>
          </p:nvSpPr>
          <p:spPr>
            <a:xfrm>
              <a:off x="5310018" y="4260837"/>
              <a:ext cx="1708333" cy="7850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Check  the project  information</a:t>
              </a:r>
              <a:r>
                <a:rPr lang="zh-CN" altLang="en-US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then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8435" name="标题 1">
            <a:extLst>
              <a:ext uri="{FF2B5EF4-FFF2-40B4-BE49-F238E27FC236}">
                <a16:creationId xmlns="" xmlns:a16="http://schemas.microsoft.com/office/drawing/2014/main" id="{F2E16C44-10EF-4A53-BBDE-6FE5FC39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436" name="矩形 4">
            <a:extLst>
              <a:ext uri="{FF2B5EF4-FFF2-40B4-BE49-F238E27FC236}">
                <a16:creationId xmlns="" xmlns:a16="http://schemas.microsoft.com/office/drawing/2014/main" id="{7C5BA1EB-1B06-409F-8152-B09D4650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025" y="6110288"/>
            <a:ext cx="11128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">
            <a:extLst>
              <a:ext uri="{FF2B5EF4-FFF2-40B4-BE49-F238E27FC236}">
                <a16:creationId xmlns="" xmlns:a16="http://schemas.microsoft.com/office/drawing/2014/main" id="{472409CA-D821-4710-90B8-EB9A3675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39688"/>
            <a:ext cx="8839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="" xmlns:a16="http://schemas.microsoft.com/office/drawing/2014/main" id="{D00FFC17-4C73-485B-BF6B-15D7AF5E499E}"/>
              </a:ext>
            </a:extLst>
          </p:cNvPr>
          <p:cNvSpPr/>
          <p:nvPr/>
        </p:nvSpPr>
        <p:spPr>
          <a:xfrm>
            <a:off x="7858125" y="1390650"/>
            <a:ext cx="3965575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finished,  you can see this window </a:t>
            </a:r>
            <a:endParaRPr lang="zh-CN" altLang="zh-CN" sz="32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460" name="标题 1">
            <a:extLst>
              <a:ext uri="{FF2B5EF4-FFF2-40B4-BE49-F238E27FC236}">
                <a16:creationId xmlns="" xmlns:a16="http://schemas.microsoft.com/office/drawing/2014/main" id="{F9988D8C-D5FB-4520-9495-CE8B6AED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F03676B2-A048-4347-881E-17D962234900}"/>
              </a:ext>
            </a:extLst>
          </p:cNvPr>
          <p:cNvSpPr/>
          <p:nvPr/>
        </p:nvSpPr>
        <p:spPr bwMode="auto">
          <a:xfrm>
            <a:off x="4475163" y="1577975"/>
            <a:ext cx="19431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Source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BC11C09-9850-48FE-AF23-7A0357247B3C}"/>
              </a:ext>
            </a:extLst>
          </p:cNvPr>
          <p:cNvSpPr/>
          <p:nvPr/>
        </p:nvSpPr>
        <p:spPr bwMode="auto">
          <a:xfrm>
            <a:off x="4495800" y="328613"/>
            <a:ext cx="1874838" cy="1249362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6BB10B02-D4FF-4ACD-B3A3-1C38E6DACCEE}"/>
              </a:ext>
            </a:extLst>
          </p:cNvPr>
          <p:cNvSpPr/>
          <p:nvPr/>
        </p:nvSpPr>
        <p:spPr bwMode="auto">
          <a:xfrm>
            <a:off x="3300413" y="2554288"/>
            <a:ext cx="10509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5E5F9F66-2935-464C-BF1C-C4A7430E19DF}"/>
              </a:ext>
            </a:extLst>
          </p:cNvPr>
          <p:cNvSpPr/>
          <p:nvPr/>
        </p:nvSpPr>
        <p:spPr bwMode="auto">
          <a:xfrm>
            <a:off x="3300413" y="5305425"/>
            <a:ext cx="1050925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07CAB10-D2E6-4672-AC2C-B1934A4D12D9}"/>
              </a:ext>
            </a:extLst>
          </p:cNvPr>
          <p:cNvSpPr/>
          <p:nvPr/>
        </p:nvSpPr>
        <p:spPr bwMode="auto">
          <a:xfrm>
            <a:off x="3306763" y="3667125"/>
            <a:ext cx="1052512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F923264F-3F2B-4C12-B93C-9336F5BFEFD7}"/>
              </a:ext>
            </a:extLst>
          </p:cNvPr>
          <p:cNvSpPr/>
          <p:nvPr/>
        </p:nvSpPr>
        <p:spPr bwMode="auto">
          <a:xfrm>
            <a:off x="4351338" y="2601913"/>
            <a:ext cx="2598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Simulation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503472CB-0F5C-4391-B918-F770F8CEAC46}"/>
              </a:ext>
            </a:extLst>
          </p:cNvPr>
          <p:cNvSpPr/>
          <p:nvPr/>
        </p:nvSpPr>
        <p:spPr bwMode="auto">
          <a:xfrm>
            <a:off x="4359275" y="3832225"/>
            <a:ext cx="259715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Synthesis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6EC6B041-AB89-4E20-AEAE-737CB6A80286}"/>
              </a:ext>
            </a:extLst>
          </p:cNvPr>
          <p:cNvSpPr/>
          <p:nvPr/>
        </p:nvSpPr>
        <p:spPr bwMode="auto">
          <a:xfrm>
            <a:off x="4351338" y="5470525"/>
            <a:ext cx="350678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Hardware Program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="" xmlns:a16="http://schemas.microsoft.com/office/drawing/2014/main" id="{25FCA329-940F-49AD-8D62-72ED5948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20483" name="Rectangle 8">
            <a:extLst>
              <a:ext uri="{FF2B5EF4-FFF2-40B4-BE49-F238E27FC236}">
                <a16:creationId xmlns="" xmlns:a16="http://schemas.microsoft.com/office/drawing/2014/main" id="{D2BBE5FD-9EAD-43A5-AFB8-204D27383C5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484" name="图片 1">
            <a:extLst>
              <a:ext uri="{FF2B5EF4-FFF2-40B4-BE49-F238E27FC236}">
                <a16:creationId xmlns="" xmlns:a16="http://schemas.microsoft.com/office/drawing/2014/main" id="{D9E27345-AE05-46E7-9391-7EC91847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矩形 6">
            <a:extLst>
              <a:ext uri="{FF2B5EF4-FFF2-40B4-BE49-F238E27FC236}">
                <a16:creationId xmlns="" xmlns:a16="http://schemas.microsoft.com/office/drawing/2014/main" id="{E4F708FD-2F98-42E5-904F-12E923BA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1465263"/>
            <a:ext cx="1962150" cy="1085850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5">
            <a:extLst>
              <a:ext uri="{FF2B5EF4-FFF2-40B4-BE49-F238E27FC236}">
                <a16:creationId xmlns="" xmlns:a16="http://schemas.microsoft.com/office/drawing/2014/main" id="{BB143170-6A25-4007-836C-1B5D60CF2B5F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912794" y="1739687"/>
            <a:chExt cx="3762375" cy="3114675"/>
          </a:xfrm>
        </p:grpSpPr>
        <p:pic>
          <p:nvPicPr>
            <p:cNvPr id="21508" name="图片 2">
              <a:extLst>
                <a:ext uri="{FF2B5EF4-FFF2-40B4-BE49-F238E27FC236}">
                  <a16:creationId xmlns="" xmlns:a16="http://schemas.microsoft.com/office/drawing/2014/main" id="{055B21D1-9A19-4ECB-B6B2-D3BFC7EC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94" y="1739687"/>
              <a:ext cx="3762375" cy="3114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="" xmlns:a16="http://schemas.microsoft.com/office/drawing/2014/main" id="{F36CEE9E-6302-4233-94C0-AA28FEDC1C52}"/>
                </a:ext>
              </a:extLst>
            </p:cNvPr>
            <p:cNvSpPr/>
            <p:nvPr/>
          </p:nvSpPr>
          <p:spPr>
            <a:xfrm>
              <a:off x="1422079" y="2158582"/>
              <a:ext cx="787505" cy="20980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Right-click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418702A2-B96D-494A-910E-A1EF092D29B6}"/>
                </a:ext>
              </a:extLst>
            </p:cNvPr>
            <p:cNvSpPr/>
            <p:nvPr/>
          </p:nvSpPr>
          <p:spPr bwMode="auto">
            <a:xfrm>
              <a:off x="1290715" y="2368390"/>
              <a:ext cx="918868" cy="31867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="" xmlns:a16="http://schemas.microsoft.com/office/drawing/2014/main" id="{C1099AAE-FB08-429B-AA2F-A79AAC51EB1D}"/>
                </a:ext>
              </a:extLst>
            </p:cNvPr>
            <p:cNvSpPr/>
            <p:nvPr/>
          </p:nvSpPr>
          <p:spPr bwMode="auto">
            <a:xfrm>
              <a:off x="2133461" y="4214844"/>
              <a:ext cx="2457501" cy="282628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42DFB49A-7ECA-444B-B957-E21A5E163705}"/>
                </a:ext>
              </a:extLst>
            </p:cNvPr>
            <p:cNvSpPr/>
            <p:nvPr/>
          </p:nvSpPr>
          <p:spPr bwMode="auto">
            <a:xfrm>
              <a:off x="3690282" y="3986291"/>
              <a:ext cx="800305" cy="20908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7739D3D1-3DDE-497D-B2B0-B78BA9149E06}"/>
                </a:ext>
              </a:extLst>
            </p:cNvPr>
            <p:cNvSpPr/>
            <p:nvPr/>
          </p:nvSpPr>
          <p:spPr bwMode="auto">
            <a:xfrm>
              <a:off x="966013" y="1780062"/>
              <a:ext cx="630543" cy="253788"/>
            </a:xfrm>
            <a:prstGeom prst="rect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1507" name="标题 1">
            <a:extLst>
              <a:ext uri="{FF2B5EF4-FFF2-40B4-BE49-F238E27FC236}">
                <a16:creationId xmlns="" xmlns:a16="http://schemas.microsoft.com/office/drawing/2014/main" id="{80095DB7-0653-4478-8D06-39BA7C4C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4">
            <a:extLst>
              <a:ext uri="{FF2B5EF4-FFF2-40B4-BE49-F238E27FC236}">
                <a16:creationId xmlns="" xmlns:a16="http://schemas.microsoft.com/office/drawing/2014/main" id="{3476B4DD-C844-49F5-ADE7-8A894D722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8" y="-61913"/>
            <a:ext cx="8799512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标题 1">
            <a:extLst>
              <a:ext uri="{FF2B5EF4-FFF2-40B4-BE49-F238E27FC236}">
                <a16:creationId xmlns="" xmlns:a16="http://schemas.microsoft.com/office/drawing/2014/main" id="{7B7B545F-E25D-44BA-9745-CE70F8580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532" name="矩形 4">
            <a:extLst>
              <a:ext uri="{FF2B5EF4-FFF2-40B4-BE49-F238E27FC236}">
                <a16:creationId xmlns="" xmlns:a16="http://schemas.microsoft.com/office/drawing/2014/main" id="{0A047988-140F-47E6-861F-AEB45257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6056313"/>
            <a:ext cx="125888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20BDB154-1D82-403A-BDF8-3C272CE71268}"/>
              </a:ext>
            </a:extLst>
          </p:cNvPr>
          <p:cNvSpPr/>
          <p:nvPr/>
        </p:nvSpPr>
        <p:spPr bwMode="auto">
          <a:xfrm>
            <a:off x="8645525" y="56086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534" name="矩形 4">
            <a:extLst>
              <a:ext uri="{FF2B5EF4-FFF2-40B4-BE49-F238E27FC236}">
                <a16:creationId xmlns="" xmlns:a16="http://schemas.microsoft.com/office/drawing/2014/main" id="{77854E75-7AF0-429D-8D15-99C38650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714500"/>
            <a:ext cx="2190750" cy="385763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2535" name="矩形 10">
            <a:extLst>
              <a:ext uri="{FF2B5EF4-FFF2-40B4-BE49-F238E27FC236}">
                <a16:creationId xmlns="" xmlns:a16="http://schemas.microsoft.com/office/drawing/2014/main" id="{5ABCD46E-CDBE-4F24-818F-71DF87919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1676400"/>
            <a:ext cx="2868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">
            <a:extLst>
              <a:ext uri="{FF2B5EF4-FFF2-40B4-BE49-F238E27FC236}">
                <a16:creationId xmlns="" xmlns:a16="http://schemas.microsoft.com/office/drawing/2014/main" id="{E6AC4BBF-8FA4-4047-B31A-F4F121C3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4">
            <a:extLst>
              <a:ext uri="{FF2B5EF4-FFF2-40B4-BE49-F238E27FC236}">
                <a16:creationId xmlns="" xmlns:a16="http://schemas.microsoft.com/office/drawing/2014/main" id="{DDFC0F61-B95D-47B6-BCD7-5002CC2A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7DF3D761-DE67-4588-A781-383368C6BF37}"/>
              </a:ext>
            </a:extLst>
          </p:cNvPr>
          <p:cNvSpPr/>
          <p:nvPr/>
        </p:nvSpPr>
        <p:spPr bwMode="auto">
          <a:xfrm>
            <a:off x="8926513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557" name="标题 1">
            <a:extLst>
              <a:ext uri="{FF2B5EF4-FFF2-40B4-BE49-F238E27FC236}">
                <a16:creationId xmlns="" xmlns:a16="http://schemas.microsoft.com/office/drawing/2014/main" id="{31A8EA23-DF58-48DC-9909-6AAFFCCB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7">
            <a:extLst>
              <a:ext uri="{FF2B5EF4-FFF2-40B4-BE49-F238E27FC236}">
                <a16:creationId xmlns="" xmlns:a16="http://schemas.microsoft.com/office/drawing/2014/main" id="{62221B50-C30A-43D2-ACF1-EE2391D371CA}"/>
              </a:ext>
            </a:extLst>
          </p:cNvPr>
          <p:cNvGrpSpPr>
            <a:grpSpLocks/>
          </p:cNvGrpSpPr>
          <p:nvPr/>
        </p:nvGrpSpPr>
        <p:grpSpPr bwMode="auto">
          <a:xfrm>
            <a:off x="3935413" y="-65088"/>
            <a:ext cx="8162925" cy="6923088"/>
            <a:chOff x="4126796" y="2060575"/>
            <a:chExt cx="3352800" cy="2705100"/>
          </a:xfrm>
        </p:grpSpPr>
        <p:grpSp>
          <p:nvGrpSpPr>
            <p:cNvPr id="24582" name="组合 6">
              <a:extLst>
                <a:ext uri="{FF2B5EF4-FFF2-40B4-BE49-F238E27FC236}">
                  <a16:creationId xmlns="" xmlns:a16="http://schemas.microsoft.com/office/drawing/2014/main" id="{5D5B0DB2-37FE-470B-ACF1-650562EB7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796" y="2060575"/>
              <a:ext cx="3352800" cy="2705100"/>
              <a:chOff x="3059113" y="2205039"/>
              <a:chExt cx="3352800" cy="2705100"/>
            </a:xfrm>
          </p:grpSpPr>
          <p:pic>
            <p:nvPicPr>
              <p:cNvPr id="24584" name="图片 4">
                <a:extLst>
                  <a:ext uri="{FF2B5EF4-FFF2-40B4-BE49-F238E27FC236}">
                    <a16:creationId xmlns="" xmlns:a16="http://schemas.microsoft.com/office/drawing/2014/main" id="{84F3F6A9-8507-4EC3-BDB2-6EFB5C704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9113" y="2205039"/>
                <a:ext cx="3352800" cy="270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106C19A4-5AA9-4DC3-84A5-6FADF6D70B0F}"/>
                  </a:ext>
                </a:extLst>
              </p:cNvPr>
              <p:cNvSpPr/>
              <p:nvPr/>
            </p:nvSpPr>
            <p:spPr>
              <a:xfrm>
                <a:off x="4076950" y="3554177"/>
                <a:ext cx="2100228" cy="373417"/>
              </a:xfrm>
              <a:prstGeom prst="rect">
                <a:avLst/>
              </a:prstGeom>
              <a:noFill/>
              <a:ln w="635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="" xmlns:a16="http://schemas.microsoft.com/office/drawing/2014/main" id="{2FE8828E-9DBB-4E7D-A302-5F00EF872AF1}"/>
                </a:ext>
              </a:extLst>
            </p:cNvPr>
            <p:cNvSpPr/>
            <p:nvPr/>
          </p:nvSpPr>
          <p:spPr>
            <a:xfrm>
              <a:off x="5910131" y="3217423"/>
              <a:ext cx="1058264" cy="18484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file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4579" name="标题 1">
            <a:extLst>
              <a:ext uri="{FF2B5EF4-FFF2-40B4-BE49-F238E27FC236}">
                <a16:creationId xmlns="" xmlns:a16="http://schemas.microsoft.com/office/drawing/2014/main" id="{BC32AFD5-D5CD-4DDE-B1F8-99C408F13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4580" name="矩形 4">
            <a:extLst>
              <a:ext uri="{FF2B5EF4-FFF2-40B4-BE49-F238E27FC236}">
                <a16:creationId xmlns="" xmlns:a16="http://schemas.microsoft.com/office/drawing/2014/main" id="{790128E6-CD38-4835-97E9-2334A9F9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763" y="5221288"/>
            <a:ext cx="2159000" cy="9017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4F387585-39BF-4340-AD8B-8BCC2F3843F0}"/>
              </a:ext>
            </a:extLst>
          </p:cNvPr>
          <p:cNvSpPr/>
          <p:nvPr/>
        </p:nvSpPr>
        <p:spPr bwMode="auto">
          <a:xfrm>
            <a:off x="8196263" y="478948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>
            <a:extLst>
              <a:ext uri="{FF2B5EF4-FFF2-40B4-BE49-F238E27FC236}">
                <a16:creationId xmlns="" xmlns:a16="http://schemas.microsoft.com/office/drawing/2014/main" id="{DC4EC081-4692-4D2C-BF04-35D4EB14C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标题 1">
            <a:extLst>
              <a:ext uri="{FF2B5EF4-FFF2-40B4-BE49-F238E27FC236}">
                <a16:creationId xmlns="" xmlns:a16="http://schemas.microsoft.com/office/drawing/2014/main" id="{C0B68900-B019-4F7A-8C1D-906093FF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5604" name="矩形 4">
            <a:extLst>
              <a:ext uri="{FF2B5EF4-FFF2-40B4-BE49-F238E27FC236}">
                <a16:creationId xmlns="" xmlns:a16="http://schemas.microsoft.com/office/drawing/2014/main" id="{9454D6A6-45FB-4ECB-B285-47B2BF65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838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621109A-CE85-4848-B202-67394DD1A6A3}"/>
              </a:ext>
            </a:extLst>
          </p:cNvPr>
          <p:cNvSpPr/>
          <p:nvPr/>
        </p:nvSpPr>
        <p:spPr bwMode="auto">
          <a:xfrm>
            <a:off x="1005840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>
            <a:extLst>
              <a:ext uri="{FF2B5EF4-FFF2-40B4-BE49-F238E27FC236}">
                <a16:creationId xmlns="" xmlns:a16="http://schemas.microsoft.com/office/drawing/2014/main" id="{36341BFD-6005-43DB-905F-F39CA99B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-66675"/>
            <a:ext cx="8347075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标题 1">
            <a:extLst>
              <a:ext uri="{FF2B5EF4-FFF2-40B4-BE49-F238E27FC236}">
                <a16:creationId xmlns="" xmlns:a16="http://schemas.microsoft.com/office/drawing/2014/main" id="{6BC6D2A5-1526-4727-B28A-1AF8566FD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628" name="矩形 4">
            <a:extLst>
              <a:ext uri="{FF2B5EF4-FFF2-40B4-BE49-F238E27FC236}">
                <a16:creationId xmlns="" xmlns:a16="http://schemas.microsoft.com/office/drawing/2014/main" id="{A177E427-E0B2-4784-9EC6-9DA036E15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470025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5E4FE0B8-74B5-4801-9CFA-02AEB27C1F56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6630" name="组合 7">
            <a:extLst>
              <a:ext uri="{FF2B5EF4-FFF2-40B4-BE49-F238E27FC236}">
                <a16:creationId xmlns="" xmlns:a16="http://schemas.microsoft.com/office/drawing/2014/main" id="{817C0FC2-C8E0-456C-AFF8-2B0090273972}"/>
              </a:ext>
            </a:extLst>
          </p:cNvPr>
          <p:cNvGrpSpPr>
            <a:grpSpLocks/>
          </p:cNvGrpSpPr>
          <p:nvPr/>
        </p:nvGrpSpPr>
        <p:grpSpPr bwMode="auto">
          <a:xfrm>
            <a:off x="4316413" y="2051050"/>
            <a:ext cx="7610475" cy="1400175"/>
            <a:chOff x="4220457" y="2848218"/>
            <a:chExt cx="3126063" cy="561732"/>
          </a:xfrm>
        </p:grpSpPr>
        <p:sp>
          <p:nvSpPr>
            <p:cNvPr id="22" name="矩形 21">
              <a:extLst>
                <a:ext uri="{FF2B5EF4-FFF2-40B4-BE49-F238E27FC236}">
                  <a16:creationId xmlns="" xmlns:a16="http://schemas.microsoft.com/office/drawing/2014/main" id="{CADD112E-961B-449F-8FD5-874D2AD578F2}"/>
                </a:ext>
              </a:extLst>
            </p:cNvPr>
            <p:cNvSpPr/>
            <p:nvPr/>
          </p:nvSpPr>
          <p:spPr bwMode="auto">
            <a:xfrm>
              <a:off x="4220457" y="3036736"/>
              <a:ext cx="3126063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5493F788-B41F-487E-B480-A9E78CC1C6D6}"/>
                </a:ext>
              </a:extLst>
            </p:cNvPr>
            <p:cNvSpPr/>
            <p:nvPr/>
          </p:nvSpPr>
          <p:spPr>
            <a:xfrm>
              <a:off x="5876736" y="2848218"/>
              <a:ext cx="1293723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="" xmlns:a16="http://schemas.microsoft.com/office/drawing/2014/main" id="{600FF106-4091-4351-BB0C-B8BD4E9B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1009650"/>
            <a:ext cx="782161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标题 1">
            <a:extLst>
              <a:ext uri="{FF2B5EF4-FFF2-40B4-BE49-F238E27FC236}">
                <a16:creationId xmlns="" xmlns:a16="http://schemas.microsoft.com/office/drawing/2014/main" id="{332B03DF-E93F-46FE-B464-D0B2B5CE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7652" name="矩形 4">
            <a:extLst>
              <a:ext uri="{FF2B5EF4-FFF2-40B4-BE49-F238E27FC236}">
                <a16:creationId xmlns="" xmlns:a16="http://schemas.microsoft.com/office/drawing/2014/main" id="{A631A463-87BE-4F84-8D27-7FFE03D8B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7AA7A57E-9582-44E1-A5C1-B96AC17161F4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1">
            <a:extLst>
              <a:ext uri="{FF2B5EF4-FFF2-40B4-BE49-F238E27FC236}">
                <a16:creationId xmlns="" xmlns:a16="http://schemas.microsoft.com/office/drawing/2014/main" id="{A69BA3B3-8853-40D3-B6E0-D164496CDFB5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0"/>
            <a:ext cx="9140825" cy="6858000"/>
            <a:chOff x="1406525" y="1853840"/>
            <a:chExt cx="9074150" cy="3608388"/>
          </a:xfrm>
        </p:grpSpPr>
        <p:pic>
          <p:nvPicPr>
            <p:cNvPr id="28677" name="图片 1">
              <a:extLst>
                <a:ext uri="{FF2B5EF4-FFF2-40B4-BE49-F238E27FC236}">
                  <a16:creationId xmlns="" xmlns:a16="http://schemas.microsoft.com/office/drawing/2014/main" id="{7995C3D6-8BB7-448D-8ACA-42F0AE8E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6525" y="1853840"/>
              <a:ext cx="9074150" cy="360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AFFC4AFD-FA7C-4E4C-9799-E0841F3FC278}"/>
                </a:ext>
              </a:extLst>
            </p:cNvPr>
            <p:cNvSpPr/>
            <p:nvPr/>
          </p:nvSpPr>
          <p:spPr>
            <a:xfrm>
              <a:off x="1701223" y="2551295"/>
              <a:ext cx="893546" cy="20213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A77C1A17-4451-4906-809A-908AECE06D11}"/>
                </a:ext>
              </a:extLst>
            </p:cNvPr>
            <p:cNvSpPr/>
            <p:nvPr/>
          </p:nvSpPr>
          <p:spPr>
            <a:xfrm>
              <a:off x="2372565" y="2767631"/>
              <a:ext cx="1167757" cy="4368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Double 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13539DE2-35E4-40FC-90E2-6600BF8AD58D}"/>
                </a:ext>
              </a:extLst>
            </p:cNvPr>
            <p:cNvSpPr/>
            <p:nvPr/>
          </p:nvSpPr>
          <p:spPr>
            <a:xfrm>
              <a:off x="3540321" y="4620271"/>
              <a:ext cx="2198410" cy="55295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="" xmlns:a16="http://schemas.microsoft.com/office/drawing/2014/main" id="{A55B510C-96F3-48D6-9AB5-23A39A3078BA}"/>
                </a:ext>
              </a:extLst>
            </p:cNvPr>
            <p:cNvSpPr/>
            <p:nvPr/>
          </p:nvSpPr>
          <p:spPr>
            <a:xfrm>
              <a:off x="5943600" y="4620271"/>
              <a:ext cx="3530062" cy="63146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Add your Verilog here.</a:t>
              </a:r>
            </a:p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 input and output can refer to the next page.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8675" name="标题 1">
            <a:extLst>
              <a:ext uri="{FF2B5EF4-FFF2-40B4-BE49-F238E27FC236}">
                <a16:creationId xmlns="" xmlns:a16="http://schemas.microsoft.com/office/drawing/2014/main" id="{62D8EBE1-0489-4D6E-97E2-F8C443D5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0F68BB9F-E6BB-4846-88F1-1E674832C266}"/>
              </a:ext>
            </a:extLst>
          </p:cNvPr>
          <p:cNvSpPr/>
          <p:nvPr/>
        </p:nvSpPr>
        <p:spPr bwMode="auto">
          <a:xfrm>
            <a:off x="3055938" y="406400"/>
            <a:ext cx="968375" cy="39846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="" xmlns:a16="http://schemas.microsoft.com/office/drawing/2014/main" id="{3B6D431B-65F2-4F7C-8C07-9C9E8991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713" y="796925"/>
            <a:ext cx="2633662" cy="963613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3-8 decoder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3555" name="矩形 1">
            <a:extLst>
              <a:ext uri="{FF2B5EF4-FFF2-40B4-BE49-F238E27FC236}">
                <a16:creationId xmlns="" xmlns:a16="http://schemas.microsoft.com/office/drawing/2014/main" id="{41AACA4D-C3FD-43D1-8A04-355DEBE3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438" y="1951038"/>
            <a:ext cx="4373562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module decoder(A,B,C,Y); 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input A,B,C;</a:t>
            </a:r>
          </a:p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output </a:t>
            </a:r>
            <a:r>
              <a:rPr lang="en-US" altLang="zh-CN" sz="2800" dirty="0" err="1">
                <a:latin typeface="Arial" charset="0"/>
                <a:ea typeface="宋体" pitchFamily="2" charset="-122"/>
              </a:rPr>
              <a:t>reg</a:t>
            </a:r>
            <a:r>
              <a:rPr lang="en-US" altLang="zh-CN" sz="2800" dirty="0">
                <a:latin typeface="Arial" charset="0"/>
                <a:ea typeface="宋体" pitchFamily="2" charset="-122"/>
              </a:rPr>
              <a:t> [7:0] Y;</a:t>
            </a:r>
          </a:p>
          <a:p>
            <a:pPr indent="357188"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always@(*)</a:t>
            </a: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begin</a:t>
            </a: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end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 err="1">
                <a:latin typeface="Arial" charset="0"/>
                <a:ea typeface="宋体" pitchFamily="2" charset="-122"/>
              </a:rPr>
              <a:t>endmodule</a:t>
            </a:r>
            <a:endParaRPr lang="zh-CN" altLang="en-US" sz="2800" dirty="0">
              <a:latin typeface="Arial" charset="0"/>
              <a:ea typeface="宋体" pitchFamily="2" charset="-122"/>
            </a:endParaRPr>
          </a:p>
        </p:txBody>
      </p:sp>
      <p:pic>
        <p:nvPicPr>
          <p:cNvPr id="29700" name="图片 1">
            <a:extLst>
              <a:ext uri="{FF2B5EF4-FFF2-40B4-BE49-F238E27FC236}">
                <a16:creationId xmlns="" xmlns:a16="http://schemas.microsoft.com/office/drawing/2014/main" id="{454F62A4-DBC6-41FE-96D9-4BAF43D63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r="16098"/>
          <a:stretch>
            <a:fillRect/>
          </a:stretch>
        </p:blipFill>
        <p:spPr bwMode="auto">
          <a:xfrm>
            <a:off x="3163888" y="0"/>
            <a:ext cx="4562475" cy="681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标题 1">
            <a:extLst>
              <a:ext uri="{FF2B5EF4-FFF2-40B4-BE49-F238E27FC236}">
                <a16:creationId xmlns="" xmlns:a16="http://schemas.microsoft.com/office/drawing/2014/main" id="{0B01F5D4-D39C-4FC5-A6DA-D3CD4878C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="" xmlns:a16="http://schemas.microsoft.com/office/drawing/2014/main" id="{04D5AA0F-BF5E-4C84-9904-08D15D75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0723" name="Rectangle 8">
            <a:extLst>
              <a:ext uri="{FF2B5EF4-FFF2-40B4-BE49-F238E27FC236}">
                <a16:creationId xmlns="" xmlns:a16="http://schemas.microsoft.com/office/drawing/2014/main" id="{87F71169-8486-4031-92E7-9F9246B0A3B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724" name="图片 1">
            <a:extLst>
              <a:ext uri="{FF2B5EF4-FFF2-40B4-BE49-F238E27FC236}">
                <a16:creationId xmlns="" xmlns:a16="http://schemas.microsoft.com/office/drawing/2014/main" id="{501C4DB9-4F99-4E89-9AFA-21749B8DD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 6">
            <a:extLst>
              <a:ext uri="{FF2B5EF4-FFF2-40B4-BE49-F238E27FC236}">
                <a16:creationId xmlns="" xmlns:a16="http://schemas.microsoft.com/office/drawing/2014/main" id="{981A9A95-553B-4DBE-A6EF-CD87B0E0E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2924175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="" xmlns:a16="http://schemas.microsoft.com/office/drawing/2014/main" id="{715FB757-2D98-4CE7-9AD9-288BB34D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1747" name="组合 2">
            <a:extLst>
              <a:ext uri="{FF2B5EF4-FFF2-40B4-BE49-F238E27FC236}">
                <a16:creationId xmlns="" xmlns:a16="http://schemas.microsoft.com/office/drawing/2014/main" id="{2640FBB8-5A62-4DC2-B9B9-5EF5C8327C59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927225"/>
            <a:ext cx="7361237" cy="2800350"/>
            <a:chOff x="6555711" y="1926821"/>
            <a:chExt cx="5636289" cy="2116484"/>
          </a:xfrm>
        </p:grpSpPr>
        <p:pic>
          <p:nvPicPr>
            <p:cNvPr id="31749" name="图片 1">
              <a:extLst>
                <a:ext uri="{FF2B5EF4-FFF2-40B4-BE49-F238E27FC236}">
                  <a16:creationId xmlns="" xmlns:a16="http://schemas.microsoft.com/office/drawing/2014/main" id="{35674128-1BDA-43BF-9155-1EF2AD8BF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711" y="1926821"/>
              <a:ext cx="5636289" cy="2116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0" name="矩形 6">
              <a:extLst>
                <a:ext uri="{FF2B5EF4-FFF2-40B4-BE49-F238E27FC236}">
                  <a16:creationId xmlns="" xmlns:a16="http://schemas.microsoft.com/office/drawing/2014/main" id="{83FF02E7-6F51-4713-A022-8CD01A56A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060" y="2643447"/>
              <a:ext cx="2483499" cy="57259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15EC5F47-B703-4AEB-996D-324AF314BC7F}"/>
                </a:ext>
              </a:extLst>
            </p:cNvPr>
            <p:cNvSpPr/>
            <p:nvPr/>
          </p:nvSpPr>
          <p:spPr bwMode="auto">
            <a:xfrm>
              <a:off x="9561651" y="2753498"/>
              <a:ext cx="1976409" cy="4631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389C3334-E490-4B76-97BE-E7EEC79D832A}"/>
              </a:ext>
            </a:extLst>
          </p:cNvPr>
          <p:cNvSpPr/>
          <p:nvPr/>
        </p:nvSpPr>
        <p:spPr bwMode="auto">
          <a:xfrm>
            <a:off x="4986338" y="2147888"/>
            <a:ext cx="28035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="" xmlns:a16="http://schemas.microsoft.com/office/drawing/2014/main" id="{0BA7127F-D3F6-409A-A56A-A06B190A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2771" name="图片 1">
            <a:extLst>
              <a:ext uri="{FF2B5EF4-FFF2-40B4-BE49-F238E27FC236}">
                <a16:creationId xmlns="" xmlns:a16="http://schemas.microsoft.com/office/drawing/2014/main" id="{5848A2AC-125B-4FD7-A2F7-B3FE15B3D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0"/>
            <a:ext cx="80581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矩形 6">
            <a:extLst>
              <a:ext uri="{FF2B5EF4-FFF2-40B4-BE49-F238E27FC236}">
                <a16:creationId xmlns="" xmlns:a16="http://schemas.microsoft.com/office/drawing/2014/main" id="{BA9E5DE2-79F4-4CE5-8593-74F885FC9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850" y="5713413"/>
            <a:ext cx="1677988" cy="758825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17994662-3B0D-4D98-98ED-DADAA0D90CB3}"/>
              </a:ext>
            </a:extLst>
          </p:cNvPr>
          <p:cNvSpPr/>
          <p:nvPr/>
        </p:nvSpPr>
        <p:spPr bwMode="auto">
          <a:xfrm>
            <a:off x="9285288" y="5251450"/>
            <a:ext cx="1582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="" xmlns:a16="http://schemas.microsoft.com/office/drawing/2014/main" id="{E27A0CFE-431B-4B75-BA5C-98BD95FC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3795" name="TextBox 2">
            <a:extLst>
              <a:ext uri="{FF2B5EF4-FFF2-40B4-BE49-F238E27FC236}">
                <a16:creationId xmlns="" xmlns:a16="http://schemas.microsoft.com/office/drawing/2014/main" id="{5F1E4798-0C5B-4E3E-9E39-9DF84004A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62450"/>
            <a:ext cx="4745038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1E826B67-4226-459B-AE0A-D3C570C5571A}"/>
              </a:ext>
            </a:extLst>
          </p:cNvPr>
          <p:cNvSpPr/>
          <p:nvPr/>
        </p:nvSpPr>
        <p:spPr>
          <a:xfrm>
            <a:off x="0" y="5211763"/>
            <a:ext cx="4295775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33797" name="组合 4">
            <a:extLst>
              <a:ext uri="{FF2B5EF4-FFF2-40B4-BE49-F238E27FC236}">
                <a16:creationId xmlns="" xmlns:a16="http://schemas.microsoft.com/office/drawing/2014/main" id="{4A50D72D-54A6-4C47-8F5E-75FF34F3F1E1}"/>
              </a:ext>
            </a:extLst>
          </p:cNvPr>
          <p:cNvGrpSpPr>
            <a:grpSpLocks/>
          </p:cNvGrpSpPr>
          <p:nvPr/>
        </p:nvGrpSpPr>
        <p:grpSpPr bwMode="auto">
          <a:xfrm>
            <a:off x="4822825" y="3175"/>
            <a:ext cx="7369175" cy="6854825"/>
            <a:chOff x="5582347" y="2786"/>
            <a:chExt cx="6609654" cy="6855214"/>
          </a:xfrm>
        </p:grpSpPr>
        <p:pic>
          <p:nvPicPr>
            <p:cNvPr id="33798" name="图片 3">
              <a:extLst>
                <a:ext uri="{FF2B5EF4-FFF2-40B4-BE49-F238E27FC236}">
                  <a16:creationId xmlns="" xmlns:a16="http://schemas.microsoft.com/office/drawing/2014/main" id="{654B8689-D809-45AF-B265-5D2A69C7F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2347" y="2786"/>
              <a:ext cx="6609654" cy="6855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799" name="矩形 4">
              <a:extLst>
                <a:ext uri="{FF2B5EF4-FFF2-40B4-BE49-F238E27FC236}">
                  <a16:creationId xmlns="" xmlns:a16="http://schemas.microsoft.com/office/drawing/2014/main" id="{4590854B-0660-4BEE-B0E7-911934F1D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4775" y="5575099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9" name="矩形 8">
              <a:extLst>
                <a:ext uri="{FF2B5EF4-FFF2-40B4-BE49-F238E27FC236}">
                  <a16:creationId xmlns="" xmlns:a16="http://schemas.microsoft.com/office/drawing/2014/main" id="{B45D741F-08D6-4060-A99B-7E5850FF6161}"/>
                </a:ext>
              </a:extLst>
            </p:cNvPr>
            <p:cNvSpPr/>
            <p:nvPr/>
          </p:nvSpPr>
          <p:spPr bwMode="auto">
            <a:xfrm>
              <a:off x="8343252" y="5113239"/>
              <a:ext cx="2571528" cy="4619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801" name="矩形 4">
              <a:extLst>
                <a:ext uri="{FF2B5EF4-FFF2-40B4-BE49-F238E27FC236}">
                  <a16:creationId xmlns="" xmlns:a16="http://schemas.microsoft.com/office/drawing/2014/main" id="{9111C97F-A48A-4028-93C2-6C5FA942A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703" y="3724867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3802" name="矩形 10">
              <a:extLst>
                <a:ext uri="{FF2B5EF4-FFF2-40B4-BE49-F238E27FC236}">
                  <a16:creationId xmlns="" xmlns:a16="http://schemas.microsoft.com/office/drawing/2014/main" id="{9F3079A2-82F0-4A75-8801-F38D4CA8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918" y="3879648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it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="" xmlns:a16="http://schemas.microsoft.com/office/drawing/2014/main" id="{1357C640-0C1C-4CF5-9672-CF9E44ADE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4819" name="组合 3">
            <a:extLst>
              <a:ext uri="{FF2B5EF4-FFF2-40B4-BE49-F238E27FC236}">
                <a16:creationId xmlns="" xmlns:a16="http://schemas.microsoft.com/office/drawing/2014/main" id="{0DCCC5C4-B112-413F-AC3D-FEEC71307F04}"/>
              </a:ext>
            </a:extLst>
          </p:cNvPr>
          <p:cNvGrpSpPr>
            <a:grpSpLocks/>
          </p:cNvGrpSpPr>
          <p:nvPr/>
        </p:nvGrpSpPr>
        <p:grpSpPr bwMode="auto">
          <a:xfrm>
            <a:off x="6599238" y="0"/>
            <a:ext cx="5753100" cy="6858000"/>
            <a:chOff x="7549002" y="0"/>
            <a:chExt cx="3600770" cy="6858000"/>
          </a:xfrm>
        </p:grpSpPr>
        <p:pic>
          <p:nvPicPr>
            <p:cNvPr id="34821" name="图片 1">
              <a:extLst>
                <a:ext uri="{FF2B5EF4-FFF2-40B4-BE49-F238E27FC236}">
                  <a16:creationId xmlns="" xmlns:a16="http://schemas.microsoft.com/office/drawing/2014/main" id="{BB658FC6-7252-4058-AECA-E52BA562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8"/>
            <a:stretch>
              <a:fillRect/>
            </a:stretch>
          </p:blipFill>
          <p:spPr bwMode="auto">
            <a:xfrm>
              <a:off x="7549002" y="0"/>
              <a:ext cx="3450809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2" name="矩形 4">
              <a:extLst>
                <a:ext uri="{FF2B5EF4-FFF2-40B4-BE49-F238E27FC236}">
                  <a16:creationId xmlns="" xmlns:a16="http://schemas.microsoft.com/office/drawing/2014/main" id="{2250957A-2932-449F-9A26-E9978AA8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2717" y="6483927"/>
              <a:ext cx="1792287" cy="35744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E84A73AB-4F9A-4880-BE8D-7CCA71EE7E79}"/>
                </a:ext>
              </a:extLst>
            </p:cNvPr>
            <p:cNvSpPr/>
            <p:nvPr/>
          </p:nvSpPr>
          <p:spPr bwMode="auto">
            <a:xfrm>
              <a:off x="9556054" y="6086475"/>
              <a:ext cx="1593718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824" name="矩形 4">
              <a:extLst>
                <a:ext uri="{FF2B5EF4-FFF2-40B4-BE49-F238E27FC236}">
                  <a16:creationId xmlns="" xmlns:a16="http://schemas.microsoft.com/office/drawing/2014/main" id="{09DD3549-6E74-426B-862E-216720581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934" y="906085"/>
              <a:ext cx="2332745" cy="413299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1E7FBCA5-29D8-482B-923F-C1B253646E50}"/>
                </a:ext>
              </a:extLst>
            </p:cNvPr>
            <p:cNvSpPr/>
            <p:nvPr/>
          </p:nvSpPr>
          <p:spPr bwMode="auto">
            <a:xfrm>
              <a:off x="9399066" y="511175"/>
              <a:ext cx="1600673" cy="4603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1E07FD3-091A-4BB3-9BAD-E761027CBA5F}"/>
              </a:ext>
            </a:extLst>
          </p:cNvPr>
          <p:cNvSpPr/>
          <p:nvPr/>
        </p:nvSpPr>
        <p:spPr bwMode="auto">
          <a:xfrm>
            <a:off x="6599238" y="0"/>
            <a:ext cx="2233612" cy="5095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="" xmlns:a16="http://schemas.microsoft.com/office/drawing/2014/main" id="{A36C1E55-AEEF-4042-BF71-1F23D0DD2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5843" name="图片 2">
            <a:extLst>
              <a:ext uri="{FF2B5EF4-FFF2-40B4-BE49-F238E27FC236}">
                <a16:creationId xmlns="" xmlns:a16="http://schemas.microsoft.com/office/drawing/2014/main" id="{2E924E08-F95F-4429-BD0C-53B518420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23"/>
          <a:stretch>
            <a:fillRect/>
          </a:stretch>
        </p:blipFill>
        <p:spPr bwMode="auto">
          <a:xfrm>
            <a:off x="3184525" y="0"/>
            <a:ext cx="9007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9376CF9-F975-4C75-A3DB-0AF7BD21F9DE}"/>
              </a:ext>
            </a:extLst>
          </p:cNvPr>
          <p:cNvSpPr/>
          <p:nvPr/>
        </p:nvSpPr>
        <p:spPr>
          <a:xfrm>
            <a:off x="4197350" y="4968875"/>
            <a:ext cx="2873375" cy="8302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your circuit based the Verilog code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="" xmlns:a16="http://schemas.microsoft.com/office/drawing/2014/main" id="{5121A025-C356-4C8D-9496-9C0047E1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6867" name="Rectangle 8">
            <a:extLst>
              <a:ext uri="{FF2B5EF4-FFF2-40B4-BE49-F238E27FC236}">
                <a16:creationId xmlns="" xmlns:a16="http://schemas.microsoft.com/office/drawing/2014/main" id="{E8DA03FE-1E86-4913-9C58-A6751FF4E4D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868" name="图片 1">
            <a:extLst>
              <a:ext uri="{FF2B5EF4-FFF2-40B4-BE49-F238E27FC236}">
                <a16:creationId xmlns="" xmlns:a16="http://schemas.microsoft.com/office/drawing/2014/main" id="{EED3E66E-E74D-44D6-ABC9-4A1515B2F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矩形 6">
            <a:extLst>
              <a:ext uri="{FF2B5EF4-FFF2-40B4-BE49-F238E27FC236}">
                <a16:creationId xmlns="" xmlns:a16="http://schemas.microsoft.com/office/drawing/2014/main" id="{D11543C1-C52C-4E62-97D6-2D031AEE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426085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3">
            <a:extLst>
              <a:ext uri="{FF2B5EF4-FFF2-40B4-BE49-F238E27FC236}">
                <a16:creationId xmlns="" xmlns:a16="http://schemas.microsoft.com/office/drawing/2014/main" id="{6865139D-772D-469D-9B20-817E6239F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8882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标题 1">
            <a:extLst>
              <a:ext uri="{FF2B5EF4-FFF2-40B4-BE49-F238E27FC236}">
                <a16:creationId xmlns="" xmlns:a16="http://schemas.microsoft.com/office/drawing/2014/main" id="{F0B8A64A-8B76-46CB-932B-04D2CEA7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C9454E84-765E-4EC9-ABD3-7FF925ACC3EF}"/>
              </a:ext>
            </a:extLst>
          </p:cNvPr>
          <p:cNvSpPr/>
          <p:nvPr/>
        </p:nvSpPr>
        <p:spPr bwMode="auto">
          <a:xfrm>
            <a:off x="4968875" y="1819275"/>
            <a:ext cx="2498725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468F694F-D68A-4F39-8E31-891950B8A85B}"/>
              </a:ext>
            </a:extLst>
          </p:cNvPr>
          <p:cNvSpPr/>
          <p:nvPr/>
        </p:nvSpPr>
        <p:spPr bwMode="auto">
          <a:xfrm>
            <a:off x="3309938" y="2279650"/>
            <a:ext cx="3570287" cy="70326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7C39F425-1F45-49EF-AA46-9CB8AAF43904}"/>
              </a:ext>
            </a:extLst>
          </p:cNvPr>
          <p:cNvSpPr/>
          <p:nvPr/>
        </p:nvSpPr>
        <p:spPr bwMode="auto">
          <a:xfrm>
            <a:off x="7272338" y="6280150"/>
            <a:ext cx="4919662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449D5DDF-53B1-4087-A7F7-2C44FB122200}"/>
              </a:ext>
            </a:extLst>
          </p:cNvPr>
          <p:cNvSpPr/>
          <p:nvPr/>
        </p:nvSpPr>
        <p:spPr bwMode="auto">
          <a:xfrm>
            <a:off x="9856788" y="5818188"/>
            <a:ext cx="22336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26EACAB3-B2F7-43C9-88AD-0463EDE1F94D}"/>
              </a:ext>
            </a:extLst>
          </p:cNvPr>
          <p:cNvSpPr/>
          <p:nvPr/>
        </p:nvSpPr>
        <p:spPr bwMode="auto">
          <a:xfrm>
            <a:off x="3422650" y="8890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图片 5">
            <a:extLst>
              <a:ext uri="{FF2B5EF4-FFF2-40B4-BE49-F238E27FC236}">
                <a16:creationId xmlns="" xmlns:a16="http://schemas.microsoft.com/office/drawing/2014/main" id="{80E1194F-24AF-4BFD-8B9A-783BCBC18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0"/>
            <a:ext cx="89995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标题 1">
            <a:extLst>
              <a:ext uri="{FF2B5EF4-FFF2-40B4-BE49-F238E27FC236}">
                <a16:creationId xmlns="" xmlns:a16="http://schemas.microsoft.com/office/drawing/2014/main" id="{FBB206E9-4C62-470D-A35D-629DD107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8916" name="矩形 4">
            <a:extLst>
              <a:ext uri="{FF2B5EF4-FFF2-40B4-BE49-F238E27FC236}">
                <a16:creationId xmlns="" xmlns:a16="http://schemas.microsoft.com/office/drawing/2014/main" id="{F0DAB97B-3B17-4210-8FFB-EE8FCA40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6043613"/>
            <a:ext cx="13795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F536A881-9B6D-4662-8C42-E3452B4F6B6A}"/>
              </a:ext>
            </a:extLst>
          </p:cNvPr>
          <p:cNvSpPr/>
          <p:nvPr/>
        </p:nvSpPr>
        <p:spPr bwMode="auto">
          <a:xfrm>
            <a:off x="868045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918" name="矩形 4">
            <a:extLst>
              <a:ext uri="{FF2B5EF4-FFF2-40B4-BE49-F238E27FC236}">
                <a16:creationId xmlns="" xmlns:a16="http://schemas.microsoft.com/office/drawing/2014/main" id="{76798D93-F556-4783-9B06-C14DD93F5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2128838"/>
            <a:ext cx="2451100" cy="38576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38919" name="矩形 10">
            <a:extLst>
              <a:ext uri="{FF2B5EF4-FFF2-40B4-BE49-F238E27FC236}">
                <a16:creationId xmlns="" xmlns:a16="http://schemas.microsoft.com/office/drawing/2014/main" id="{D3825046-A237-4506-A1EF-299B67EEB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38" y="2135188"/>
            <a:ext cx="2868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图片 5">
            <a:extLst>
              <a:ext uri="{FF2B5EF4-FFF2-40B4-BE49-F238E27FC236}">
                <a16:creationId xmlns="" xmlns:a16="http://schemas.microsoft.com/office/drawing/2014/main" id="{6DC4E950-BF58-4B87-A530-6FE4ECA81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0"/>
            <a:ext cx="90455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矩形 4">
            <a:extLst>
              <a:ext uri="{FF2B5EF4-FFF2-40B4-BE49-F238E27FC236}">
                <a16:creationId xmlns="" xmlns:a16="http://schemas.microsoft.com/office/drawing/2014/main" id="{D252A28E-D43D-4D34-9923-7D91BFE6C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9775" y="3895725"/>
            <a:ext cx="1350963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58B94741-9112-4D49-9CA1-9BC386014F51}"/>
              </a:ext>
            </a:extLst>
          </p:cNvPr>
          <p:cNvSpPr/>
          <p:nvPr/>
        </p:nvSpPr>
        <p:spPr bwMode="auto">
          <a:xfrm>
            <a:off x="8593138" y="3462338"/>
            <a:ext cx="17859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9941" name="标题 1">
            <a:extLst>
              <a:ext uri="{FF2B5EF4-FFF2-40B4-BE49-F238E27FC236}">
                <a16:creationId xmlns="" xmlns:a16="http://schemas.microsoft.com/office/drawing/2014/main" id="{C88B5E77-B970-4838-B774-FF2578E4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5">
            <a:extLst>
              <a:ext uri="{FF2B5EF4-FFF2-40B4-BE49-F238E27FC236}">
                <a16:creationId xmlns="" xmlns:a16="http://schemas.microsoft.com/office/drawing/2014/main" id="{2F68FBA2-7665-48FA-ADA8-DD953B246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38" y="0"/>
            <a:ext cx="86566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B06C8D17-0CDA-4B95-A839-2B66C8B3A78E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9B5F5B4B-28E1-4719-ADAE-F7283E4032CF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0965" name="标题 1">
            <a:extLst>
              <a:ext uri="{FF2B5EF4-FFF2-40B4-BE49-F238E27FC236}">
                <a16:creationId xmlns="" xmlns:a16="http://schemas.microsoft.com/office/drawing/2014/main" id="{352B3DBC-E920-4EFF-A29B-51DE6E533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40966" name="矩形 4">
            <a:extLst>
              <a:ext uri="{FF2B5EF4-FFF2-40B4-BE49-F238E27FC236}">
                <a16:creationId xmlns="" xmlns:a16="http://schemas.microsoft.com/office/drawing/2014/main" id="{303EE529-3554-4304-A9BC-61DD9BFDE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EC45EA38-F33D-4735-8786-C2B52F364EA6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5">
            <a:extLst>
              <a:ext uri="{FF2B5EF4-FFF2-40B4-BE49-F238E27FC236}">
                <a16:creationId xmlns="" xmlns:a16="http://schemas.microsoft.com/office/drawing/2014/main" id="{4B31D4C2-2D89-444A-99C4-E2177914C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-14288"/>
            <a:ext cx="8897937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矩形 4">
            <a:extLst>
              <a:ext uri="{FF2B5EF4-FFF2-40B4-BE49-F238E27FC236}">
                <a16:creationId xmlns="" xmlns:a16="http://schemas.microsoft.com/office/drawing/2014/main" id="{75456E74-0797-45CF-8122-9D80399FE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2DA5B78-C476-422C-9383-6F28381D4D87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1989" name="标题 1">
            <a:extLst>
              <a:ext uri="{FF2B5EF4-FFF2-40B4-BE49-F238E27FC236}">
                <a16:creationId xmlns="" xmlns:a16="http://schemas.microsoft.com/office/drawing/2014/main" id="{9678E188-D378-491E-8187-F702F0A52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5">
            <a:extLst>
              <a:ext uri="{FF2B5EF4-FFF2-40B4-BE49-F238E27FC236}">
                <a16:creationId xmlns="" xmlns:a16="http://schemas.microsoft.com/office/drawing/2014/main" id="{F896526D-D55A-4E80-AE87-51F282DD4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13" y="0"/>
            <a:ext cx="89550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矩形 4">
            <a:extLst>
              <a:ext uri="{FF2B5EF4-FFF2-40B4-BE49-F238E27FC236}">
                <a16:creationId xmlns="" xmlns:a16="http://schemas.microsoft.com/office/drawing/2014/main" id="{9CDD4166-6999-4C99-91F1-BC3626B2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325562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FA1379AA-E104-4EE0-9EF2-9BE2AD4107BE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43013" name="组合 7">
            <a:extLst>
              <a:ext uri="{FF2B5EF4-FFF2-40B4-BE49-F238E27FC236}">
                <a16:creationId xmlns="" xmlns:a16="http://schemas.microsoft.com/office/drawing/2014/main" id="{0FCD1546-1C5F-4D0E-A079-D17D66965419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2051050"/>
            <a:ext cx="6934200" cy="1400175"/>
            <a:chOff x="4498368" y="2848218"/>
            <a:chExt cx="2848151" cy="561732"/>
          </a:xfrm>
        </p:grpSpPr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628B30D7-AC0E-4CD6-B8B1-92C8792664F0}"/>
                </a:ext>
              </a:extLst>
            </p:cNvPr>
            <p:cNvSpPr/>
            <p:nvPr/>
          </p:nvSpPr>
          <p:spPr bwMode="auto">
            <a:xfrm>
              <a:off x="4498368" y="3036736"/>
              <a:ext cx="2848151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DA934E62-87FE-4CCE-B97F-57D097536DEC}"/>
                </a:ext>
              </a:extLst>
            </p:cNvPr>
            <p:cNvSpPr/>
            <p:nvPr/>
          </p:nvSpPr>
          <p:spPr>
            <a:xfrm>
              <a:off x="5876800" y="2848218"/>
              <a:ext cx="1293666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3014" name="标题 1">
            <a:extLst>
              <a:ext uri="{FF2B5EF4-FFF2-40B4-BE49-F238E27FC236}">
                <a16:creationId xmlns="" xmlns:a16="http://schemas.microsoft.com/office/drawing/2014/main" id="{B1A42C54-E6C3-4253-A968-1D34A67A9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图片 6">
            <a:extLst>
              <a:ext uri="{FF2B5EF4-FFF2-40B4-BE49-F238E27FC236}">
                <a16:creationId xmlns="" xmlns:a16="http://schemas.microsoft.com/office/drawing/2014/main" id="{465CE771-E53F-4EE0-9020-F7E3AC8A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1666875"/>
            <a:ext cx="7978775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矩形 4">
            <a:extLst>
              <a:ext uri="{FF2B5EF4-FFF2-40B4-BE49-F238E27FC236}">
                <a16:creationId xmlns="" xmlns:a16="http://schemas.microsoft.com/office/drawing/2014/main" id="{458088ED-08D6-42D5-B423-A9FD8317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DC60A0AB-EDB3-4687-95BF-53D8FAFD87E2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037" name="标题 1">
            <a:extLst>
              <a:ext uri="{FF2B5EF4-FFF2-40B4-BE49-F238E27FC236}">
                <a16:creationId xmlns="" xmlns:a16="http://schemas.microsoft.com/office/drawing/2014/main" id="{ADD7E64B-724A-43B4-A8EB-4A8A5EB0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2">
            <a:extLst>
              <a:ext uri="{FF2B5EF4-FFF2-40B4-BE49-F238E27FC236}">
                <a16:creationId xmlns="" xmlns:a16="http://schemas.microsoft.com/office/drawing/2014/main" id="{3A165134-20E0-4152-9EBF-F391283C9D31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0"/>
            <a:ext cx="9186862" cy="6858000"/>
            <a:chOff x="126538" y="2286001"/>
            <a:chExt cx="11961658" cy="4472054"/>
          </a:xfrm>
        </p:grpSpPr>
        <p:pic>
          <p:nvPicPr>
            <p:cNvPr id="45064" name="图片 1">
              <a:extLst>
                <a:ext uri="{FF2B5EF4-FFF2-40B4-BE49-F238E27FC236}">
                  <a16:creationId xmlns="" xmlns:a16="http://schemas.microsoft.com/office/drawing/2014/main" id="{EB8DA791-7A9F-4769-99C3-96EE18E9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538" y="2286001"/>
              <a:ext cx="11961658" cy="4472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3C1F5607-D796-45B1-AA9D-D867F33B6040}"/>
                </a:ext>
              </a:extLst>
            </p:cNvPr>
            <p:cNvSpPr/>
            <p:nvPr/>
          </p:nvSpPr>
          <p:spPr>
            <a:xfrm>
              <a:off x="5785951" y="5657640"/>
              <a:ext cx="3823928" cy="10238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Copy  the  content in tb_decoder.txt  to this window, and complete the code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45059" name="标题 1">
            <a:extLst>
              <a:ext uri="{FF2B5EF4-FFF2-40B4-BE49-F238E27FC236}">
                <a16:creationId xmlns="" xmlns:a16="http://schemas.microsoft.com/office/drawing/2014/main" id="{AE8F60DC-E09D-4CE9-9F44-9633490C0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5F212585-95D6-4AD0-B25F-53BBE23FB8D3}"/>
              </a:ext>
            </a:extLst>
          </p:cNvPr>
          <p:cNvSpPr/>
          <p:nvPr/>
        </p:nvSpPr>
        <p:spPr bwMode="auto">
          <a:xfrm>
            <a:off x="3284538" y="2587625"/>
            <a:ext cx="1258887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48126360-64BC-4005-B153-D533990AAC69}"/>
              </a:ext>
            </a:extLst>
          </p:cNvPr>
          <p:cNvSpPr/>
          <p:nvPr/>
        </p:nvSpPr>
        <p:spPr bwMode="auto">
          <a:xfrm>
            <a:off x="3749675" y="1736725"/>
            <a:ext cx="15494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E26AE42C-1D55-4325-B86A-3728927C7E5F}"/>
              </a:ext>
            </a:extLst>
          </p:cNvPr>
          <p:cNvSpPr/>
          <p:nvPr/>
        </p:nvSpPr>
        <p:spPr bwMode="auto">
          <a:xfrm>
            <a:off x="5299075" y="5689600"/>
            <a:ext cx="1908175" cy="1050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98DF9011-F6D5-44D0-B41A-4B57BC222A08}"/>
              </a:ext>
            </a:extLst>
          </p:cNvPr>
          <p:cNvSpPr/>
          <p:nvPr/>
        </p:nvSpPr>
        <p:spPr bwMode="auto">
          <a:xfrm>
            <a:off x="2955925" y="88900"/>
            <a:ext cx="793750" cy="40481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>
            <a:extLst>
              <a:ext uri="{FF2B5EF4-FFF2-40B4-BE49-F238E27FC236}">
                <a16:creationId xmlns="" xmlns:a16="http://schemas.microsoft.com/office/drawing/2014/main" id="{A1D314FB-547B-40D2-B7D6-5B500AF6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8" y="198438"/>
            <a:ext cx="6327775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标题 1">
            <a:extLst>
              <a:ext uri="{FF2B5EF4-FFF2-40B4-BE49-F238E27FC236}">
                <a16:creationId xmlns="" xmlns:a16="http://schemas.microsoft.com/office/drawing/2014/main" id="{154C3032-83D3-405A-9386-5B51D5CFA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A56E8FDE-CF0F-44DA-B2F1-79E69D547304}"/>
              </a:ext>
            </a:extLst>
          </p:cNvPr>
          <p:cNvSpPr/>
          <p:nvPr/>
        </p:nvSpPr>
        <p:spPr bwMode="auto">
          <a:xfrm>
            <a:off x="6432550" y="5302250"/>
            <a:ext cx="1192213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A816D9E5-3836-43F1-9658-715B6F87E6DE}"/>
              </a:ext>
            </a:extLst>
          </p:cNvPr>
          <p:cNvSpPr/>
          <p:nvPr/>
        </p:nvSpPr>
        <p:spPr bwMode="auto">
          <a:xfrm>
            <a:off x="5022850" y="2125663"/>
            <a:ext cx="1409700" cy="3079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文本框 3">
            <a:extLst>
              <a:ext uri="{FF2B5EF4-FFF2-40B4-BE49-F238E27FC236}">
                <a16:creationId xmlns="" xmlns:a16="http://schemas.microsoft.com/office/drawing/2014/main" id="{FA89565A-8728-456C-97B8-61A16DBF385E}"/>
              </a:ext>
            </a:extLst>
          </p:cNvPr>
          <p:cNvSpPr txBox="1"/>
          <p:nvPr/>
        </p:nvSpPr>
        <p:spPr>
          <a:xfrm>
            <a:off x="3184525" y="2047875"/>
            <a:ext cx="23225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文本框 8">
            <a:extLst>
              <a:ext uri="{FF2B5EF4-FFF2-40B4-BE49-F238E27FC236}">
                <a16:creationId xmlns="" xmlns:a16="http://schemas.microsoft.com/office/drawing/2014/main" id="{45C9F8FB-4206-4B2F-87A9-4CBA4D7A576A}"/>
              </a:ext>
            </a:extLst>
          </p:cNvPr>
          <p:cNvSpPr txBox="1"/>
          <p:nvPr/>
        </p:nvSpPr>
        <p:spPr>
          <a:xfrm>
            <a:off x="7693025" y="5218113"/>
            <a:ext cx="1287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1">
            <a:extLst>
              <a:ext uri="{FF2B5EF4-FFF2-40B4-BE49-F238E27FC236}">
                <a16:creationId xmlns="" xmlns:a16="http://schemas.microsoft.com/office/drawing/2014/main" id="{529C5CD8-C3D5-499F-A853-D9F3F297C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2" b="32405"/>
          <a:stretch>
            <a:fillRect/>
          </a:stretch>
        </p:blipFill>
        <p:spPr bwMode="auto">
          <a:xfrm>
            <a:off x="3513138" y="103188"/>
            <a:ext cx="8777287" cy="675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5823CBD-B2EA-465F-B1EB-2BD60ABEE1D5}"/>
              </a:ext>
            </a:extLst>
          </p:cNvPr>
          <p:cNvSpPr/>
          <p:nvPr/>
        </p:nvSpPr>
        <p:spPr bwMode="auto">
          <a:xfrm>
            <a:off x="6632575" y="124460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3E0C9FDD-268F-442B-90A6-B78F21AEE9FA}"/>
              </a:ext>
            </a:extLst>
          </p:cNvPr>
          <p:cNvSpPr/>
          <p:nvPr/>
        </p:nvSpPr>
        <p:spPr bwMode="auto">
          <a:xfrm>
            <a:off x="4216400" y="1384300"/>
            <a:ext cx="2416175" cy="7016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707586FC-E5A5-417D-968B-456C8CE6E0D6}"/>
              </a:ext>
            </a:extLst>
          </p:cNvPr>
          <p:cNvSpPr/>
          <p:nvPr/>
        </p:nvSpPr>
        <p:spPr bwMode="auto">
          <a:xfrm>
            <a:off x="5984875" y="2198688"/>
            <a:ext cx="3886200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4F82201A-89B5-4AF2-84AD-152A0755DBD9}"/>
              </a:ext>
            </a:extLst>
          </p:cNvPr>
          <p:cNvSpPr/>
          <p:nvPr/>
        </p:nvSpPr>
        <p:spPr bwMode="auto">
          <a:xfrm>
            <a:off x="9871075" y="2278063"/>
            <a:ext cx="210343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7111" name="标题 1">
            <a:extLst>
              <a:ext uri="{FF2B5EF4-FFF2-40B4-BE49-F238E27FC236}">
                <a16:creationId xmlns="" xmlns:a16="http://schemas.microsoft.com/office/drawing/2014/main" id="{9B61E04D-D7B6-4526-8660-83B43D461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-step10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26D205ED-12AC-4A15-BBF0-28EA4FEACB17}"/>
              </a:ext>
            </a:extLst>
          </p:cNvPr>
          <p:cNvSpPr/>
          <p:nvPr/>
        </p:nvSpPr>
        <p:spPr bwMode="auto">
          <a:xfrm>
            <a:off x="3625850" y="398463"/>
            <a:ext cx="2193925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4">
            <a:extLst>
              <a:ext uri="{FF2B5EF4-FFF2-40B4-BE49-F238E27FC236}">
                <a16:creationId xmlns="" xmlns:a16="http://schemas.microsoft.com/office/drawing/2014/main" id="{FC04156D-21D8-4FC1-ACD5-39ADFEB5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88" y="0"/>
            <a:ext cx="9637712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E408EFC1-7619-4F66-823C-13D74B35FD76}"/>
              </a:ext>
            </a:extLst>
          </p:cNvPr>
          <p:cNvSpPr/>
          <p:nvPr/>
        </p:nvSpPr>
        <p:spPr>
          <a:xfrm>
            <a:off x="8520113" y="4229100"/>
            <a:ext cx="2873375" cy="15684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8132" name="标题 1">
            <a:extLst>
              <a:ext uri="{FF2B5EF4-FFF2-40B4-BE49-F238E27FC236}">
                <a16:creationId xmlns="" xmlns:a16="http://schemas.microsoft.com/office/drawing/2014/main" id="{5217F509-ACDB-4A28-9D0E-FBB4FAF3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941388"/>
            <a:ext cx="2443163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5.  Do the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and debug.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3D12CF44-C4DB-4D14-88D4-57307A7C5A59}"/>
              </a:ext>
            </a:extLst>
          </p:cNvPr>
          <p:cNvSpPr/>
          <p:nvPr/>
        </p:nvSpPr>
        <p:spPr bwMode="auto">
          <a:xfrm>
            <a:off x="6743700" y="681038"/>
            <a:ext cx="438150" cy="3254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848D923-8C6F-425B-B88F-793E9A0B2344}"/>
              </a:ext>
            </a:extLst>
          </p:cNvPr>
          <p:cNvSpPr/>
          <p:nvPr/>
        </p:nvSpPr>
        <p:spPr bwMode="auto">
          <a:xfrm>
            <a:off x="6426200" y="2105025"/>
            <a:ext cx="423863" cy="2397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A5440029-B8B7-4228-9C30-D9439BA06923}"/>
              </a:ext>
            </a:extLst>
          </p:cNvPr>
          <p:cNvSpPr/>
          <p:nvPr/>
        </p:nvSpPr>
        <p:spPr bwMode="auto">
          <a:xfrm>
            <a:off x="7181850" y="757238"/>
            <a:ext cx="3233738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zoom the window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4BBE4650-7A0F-4858-B261-19FABE2D6801}"/>
              </a:ext>
            </a:extLst>
          </p:cNvPr>
          <p:cNvSpPr/>
          <p:nvPr/>
        </p:nvSpPr>
        <p:spPr bwMode="auto">
          <a:xfrm>
            <a:off x="4222750" y="2344738"/>
            <a:ext cx="25209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see bit 0~7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="" xmlns:a16="http://schemas.microsoft.com/office/drawing/2014/main" id="{9AB736A6-34B7-49CE-85AA-4588C37E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49155" name="Rectangle 8">
            <a:extLst>
              <a:ext uri="{FF2B5EF4-FFF2-40B4-BE49-F238E27FC236}">
                <a16:creationId xmlns="" xmlns:a16="http://schemas.microsoft.com/office/drawing/2014/main" id="{1D20959A-3A37-4591-8C40-642FC0ACA20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9156" name="图片 1">
            <a:extLst>
              <a:ext uri="{FF2B5EF4-FFF2-40B4-BE49-F238E27FC236}">
                <a16:creationId xmlns="" xmlns:a16="http://schemas.microsoft.com/office/drawing/2014/main" id="{EC010C63-144A-4B33-AFA9-B96235034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矩形 6">
            <a:extLst>
              <a:ext uri="{FF2B5EF4-FFF2-40B4-BE49-F238E27FC236}">
                <a16:creationId xmlns="" xmlns:a16="http://schemas.microsoft.com/office/drawing/2014/main" id="{0FF17DE0-F722-46C1-B370-9FF56CAF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5684838"/>
            <a:ext cx="1962150" cy="1087437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="" xmlns:a16="http://schemas.microsoft.com/office/drawing/2014/main" id="{B7795C9F-5DA8-4CEE-9E66-6C24B9715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D5E473EB-7005-49F9-A142-200AF49027AB}" type="slidenum">
              <a:rPr lang="zh-CN" altLang="en-US" smtClean="0">
                <a:solidFill>
                  <a:srgbClr val="898989"/>
                </a:solidFill>
              </a:rPr>
              <a:pPr algn="ctr"/>
              <a:t>45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0179" name="图片 2">
            <a:extLst>
              <a:ext uri="{FF2B5EF4-FFF2-40B4-BE49-F238E27FC236}">
                <a16:creationId xmlns="" xmlns:a16="http://schemas.microsoft.com/office/drawing/2014/main" id="{A25DFE2C-7C59-4DA2-BA59-3C7A2013C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-57150"/>
            <a:ext cx="8591550" cy="69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A43C28E2-F6C9-4506-936C-5A7627851DCC}"/>
              </a:ext>
            </a:extLst>
          </p:cNvPr>
          <p:cNvSpPr/>
          <p:nvPr/>
        </p:nvSpPr>
        <p:spPr bwMode="auto">
          <a:xfrm>
            <a:off x="6632575" y="2278063"/>
            <a:ext cx="2070100" cy="461962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0E5B8B46-C11F-470A-9998-AAC7659D7F24}"/>
              </a:ext>
            </a:extLst>
          </p:cNvPr>
          <p:cNvSpPr/>
          <p:nvPr/>
        </p:nvSpPr>
        <p:spPr bwMode="auto">
          <a:xfrm>
            <a:off x="4216400" y="2157413"/>
            <a:ext cx="2416175" cy="70326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429B283C-2E88-4E75-AC12-D8B02400EE52}"/>
              </a:ext>
            </a:extLst>
          </p:cNvPr>
          <p:cNvSpPr/>
          <p:nvPr/>
        </p:nvSpPr>
        <p:spPr bwMode="auto">
          <a:xfrm>
            <a:off x="5984875" y="6232525"/>
            <a:ext cx="2535238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2BFA8643-5637-4B64-8E81-EC2A4CB08C6F}"/>
              </a:ext>
            </a:extLst>
          </p:cNvPr>
          <p:cNvSpPr/>
          <p:nvPr/>
        </p:nvSpPr>
        <p:spPr bwMode="auto">
          <a:xfrm>
            <a:off x="8702675" y="6311900"/>
            <a:ext cx="2103438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0184" name="标题 1">
            <a:extLst>
              <a:ext uri="{FF2B5EF4-FFF2-40B4-BE49-F238E27FC236}">
                <a16:creationId xmlns="" xmlns:a16="http://schemas.microsoft.com/office/drawing/2014/main" id="{CF94DFEF-1408-41CE-83B6-2B4A390A8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0B2B16C4-0BDA-4D30-A15D-34CD33051989}"/>
              </a:ext>
            </a:extLst>
          </p:cNvPr>
          <p:cNvSpPr/>
          <p:nvPr/>
        </p:nvSpPr>
        <p:spPr bwMode="auto">
          <a:xfrm>
            <a:off x="3632200" y="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="" xmlns:a16="http://schemas.microsoft.com/office/drawing/2014/main" id="{D3D6F37A-1DA8-45A3-86C7-B895C0A13C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0E10066E-D8DC-4D7C-BEDD-309E5639D06D}" type="slidenum">
              <a:rPr lang="zh-CN" altLang="en-US" smtClean="0">
                <a:solidFill>
                  <a:srgbClr val="898989"/>
                </a:solidFill>
              </a:rPr>
              <a:pPr algn="ctr"/>
              <a:t>46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1203" name="图片 5">
            <a:extLst>
              <a:ext uri="{FF2B5EF4-FFF2-40B4-BE49-F238E27FC236}">
                <a16:creationId xmlns="" xmlns:a16="http://schemas.microsoft.com/office/drawing/2014/main" id="{A2C4ED77-85E8-46F4-B5D6-3A71AE8E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0"/>
            <a:ext cx="8491537" cy="678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标题 1">
            <a:extLst>
              <a:ext uri="{FF2B5EF4-FFF2-40B4-BE49-F238E27FC236}">
                <a16:creationId xmlns="" xmlns:a16="http://schemas.microsoft.com/office/drawing/2014/main" id="{259492DE-C68B-4458-AB3B-D459DB42C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1205" name="矩形 4">
            <a:extLst>
              <a:ext uri="{FF2B5EF4-FFF2-40B4-BE49-F238E27FC236}">
                <a16:creationId xmlns="" xmlns:a16="http://schemas.microsoft.com/office/drawing/2014/main" id="{F96F2A10-C666-461F-A3F5-A7AB1994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6043613"/>
            <a:ext cx="11303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637B5A33-FA1A-4736-B926-7DCFAF24F39D}"/>
              </a:ext>
            </a:extLst>
          </p:cNvPr>
          <p:cNvSpPr/>
          <p:nvPr/>
        </p:nvSpPr>
        <p:spPr bwMode="auto">
          <a:xfrm>
            <a:off x="9172575" y="5581650"/>
            <a:ext cx="17335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1207" name="矩形 4">
            <a:extLst>
              <a:ext uri="{FF2B5EF4-FFF2-40B4-BE49-F238E27FC236}">
                <a16:creationId xmlns="" xmlns:a16="http://schemas.microsoft.com/office/drawing/2014/main" id="{05A11D6F-114D-4282-9452-B6D4D798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25" y="1317625"/>
            <a:ext cx="1790700" cy="47625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1208" name="矩形 10">
            <a:extLst>
              <a:ext uri="{FF2B5EF4-FFF2-40B4-BE49-F238E27FC236}">
                <a16:creationId xmlns="" xmlns:a16="http://schemas.microsoft.com/office/drawing/2014/main" id="{160EC678-2BDF-47A1-9C7A-D878694C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1331913"/>
            <a:ext cx="2868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>
            <a:extLst>
              <a:ext uri="{FF2B5EF4-FFF2-40B4-BE49-F238E27FC236}">
                <a16:creationId xmlns="" xmlns:a16="http://schemas.microsoft.com/office/drawing/2014/main" id="{0C2F7F4F-0F9D-4A78-BE3C-95C090313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CC90F9E-9151-4DE6-807E-CF172C22C474}" type="slidenum">
              <a:rPr lang="zh-CN" altLang="en-US" smtClean="0">
                <a:solidFill>
                  <a:srgbClr val="898989"/>
                </a:solidFill>
              </a:rPr>
              <a:pPr algn="ctr"/>
              <a:t>47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2227" name="图片 1">
            <a:extLst>
              <a:ext uri="{FF2B5EF4-FFF2-40B4-BE49-F238E27FC236}">
                <a16:creationId xmlns="" xmlns:a16="http://schemas.microsoft.com/office/drawing/2014/main" id="{7F3E47C4-F530-440F-B9B2-5884273B7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-50800"/>
            <a:ext cx="8607425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标题 1">
            <a:extLst>
              <a:ext uri="{FF2B5EF4-FFF2-40B4-BE49-F238E27FC236}">
                <a16:creationId xmlns="" xmlns:a16="http://schemas.microsoft.com/office/drawing/2014/main" id="{AD510D73-0D78-45F1-8229-B80B5C40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2229" name="矩形 4">
            <a:extLst>
              <a:ext uri="{FF2B5EF4-FFF2-40B4-BE49-F238E27FC236}">
                <a16:creationId xmlns="" xmlns:a16="http://schemas.microsoft.com/office/drawing/2014/main" id="{64AF4D32-BD25-4C5F-A4B6-5D0F3EAA4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4824413"/>
            <a:ext cx="1349375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C644C3E7-5546-43DB-A370-0B090FCD67A4}"/>
              </a:ext>
            </a:extLst>
          </p:cNvPr>
          <p:cNvSpPr/>
          <p:nvPr/>
        </p:nvSpPr>
        <p:spPr bwMode="auto">
          <a:xfrm>
            <a:off x="7924800" y="4391025"/>
            <a:ext cx="17859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>
            <a:extLst>
              <a:ext uri="{FF2B5EF4-FFF2-40B4-BE49-F238E27FC236}">
                <a16:creationId xmlns="" xmlns:a16="http://schemas.microsoft.com/office/drawing/2014/main" id="{70638D9A-51CD-4BED-9BE3-EEF73AECD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EB3D300-CC33-4029-9026-188D5AA9A4A1}" type="slidenum">
              <a:rPr lang="zh-CN" altLang="en-US" smtClean="0">
                <a:solidFill>
                  <a:srgbClr val="898989"/>
                </a:solidFill>
              </a:rPr>
              <a:pPr algn="ctr"/>
              <a:t>48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3251" name="图片 10">
            <a:extLst>
              <a:ext uri="{FF2B5EF4-FFF2-40B4-BE49-F238E27FC236}">
                <a16:creationId xmlns="" xmlns:a16="http://schemas.microsoft.com/office/drawing/2014/main" id="{DD7B762F-8195-4A3F-B5FD-46CA2837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0"/>
            <a:ext cx="8623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2383ACF4-3D17-4324-AD6A-A3589C279204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3C2BCD30-1775-44F3-9E8F-47A597E5D00B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4" name="矩形 4">
            <a:extLst>
              <a:ext uri="{FF2B5EF4-FFF2-40B4-BE49-F238E27FC236}">
                <a16:creationId xmlns="" xmlns:a16="http://schemas.microsoft.com/office/drawing/2014/main" id="{33BB840C-00E1-4A8D-AB08-2539E789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DFE66805-D2D3-4709-A300-4A8B2F4AC93A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6" name="标题 1">
            <a:extLst>
              <a:ext uri="{FF2B5EF4-FFF2-40B4-BE49-F238E27FC236}">
                <a16:creationId xmlns="" xmlns:a16="http://schemas.microsoft.com/office/drawing/2014/main" id="{5B94B14B-03AF-4E30-BE68-A2242D36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>
            <a:extLst>
              <a:ext uri="{FF2B5EF4-FFF2-40B4-BE49-F238E27FC236}">
                <a16:creationId xmlns="" xmlns:a16="http://schemas.microsoft.com/office/drawing/2014/main" id="{82E58F73-71A7-4C96-ACD7-45471E7BF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78853D62-BB73-47D8-8C10-229BA10A349D}" type="slidenum">
              <a:rPr lang="zh-CN" altLang="en-US" smtClean="0">
                <a:solidFill>
                  <a:srgbClr val="898989"/>
                </a:solidFill>
              </a:rPr>
              <a:pPr algn="ctr"/>
              <a:t>49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4275" name="图片 5">
            <a:extLst>
              <a:ext uri="{FF2B5EF4-FFF2-40B4-BE49-F238E27FC236}">
                <a16:creationId xmlns="" xmlns:a16="http://schemas.microsoft.com/office/drawing/2014/main" id="{14200C0D-FDD1-47D5-9210-30BD3098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0"/>
            <a:ext cx="8432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标题 1">
            <a:extLst>
              <a:ext uri="{FF2B5EF4-FFF2-40B4-BE49-F238E27FC236}">
                <a16:creationId xmlns="" xmlns:a16="http://schemas.microsoft.com/office/drawing/2014/main" id="{3D9AFB80-9F62-4E1B-8B2F-7C7AFFB16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4277" name="矩形 4">
            <a:extLst>
              <a:ext uri="{FF2B5EF4-FFF2-40B4-BE49-F238E27FC236}">
                <a16:creationId xmlns="" xmlns:a16="http://schemas.microsoft.com/office/drawing/2014/main" id="{8D70C9F2-C883-4566-8EFD-93090249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05272613-8209-4FA6-9C8B-107E4D238206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1">
            <a:extLst>
              <a:ext uri="{FF2B5EF4-FFF2-40B4-BE49-F238E27FC236}">
                <a16:creationId xmlns="" xmlns:a16="http://schemas.microsoft.com/office/drawing/2014/main" id="{8E474CF2-DC61-403A-8713-1E7589885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3" y="0"/>
            <a:ext cx="93170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FF3C9848-C18E-4960-9379-CDD1D6175655}"/>
              </a:ext>
            </a:extLst>
          </p:cNvPr>
          <p:cNvSpPr/>
          <p:nvPr/>
        </p:nvSpPr>
        <p:spPr bwMode="auto">
          <a:xfrm>
            <a:off x="3095625" y="1755775"/>
            <a:ext cx="1258888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D03F7EFF-71AB-4F45-869D-2E9FC61C52BD}"/>
              </a:ext>
            </a:extLst>
          </p:cNvPr>
          <p:cNvSpPr/>
          <p:nvPr/>
        </p:nvSpPr>
        <p:spPr bwMode="auto">
          <a:xfrm>
            <a:off x="3725863" y="925513"/>
            <a:ext cx="1549400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0F67B-B0E1-4FF7-848F-62A19D338585}"/>
              </a:ext>
            </a:extLst>
          </p:cNvPr>
          <p:cNvSpPr/>
          <p:nvPr/>
        </p:nvSpPr>
        <p:spPr bwMode="auto">
          <a:xfrm>
            <a:off x="6645275" y="2840038"/>
            <a:ext cx="293528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Copy  the  content in PINS_SET.txt  to this window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5302" name="标题 1">
            <a:extLst>
              <a:ext uri="{FF2B5EF4-FFF2-40B4-BE49-F238E27FC236}">
                <a16:creationId xmlns="" xmlns:a16="http://schemas.microsoft.com/office/drawing/2014/main" id="{D304A86E-DD15-4D0F-B770-B2BF41ABB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97D61992-5E67-4502-BC7B-22C33EDF92DC}"/>
              </a:ext>
            </a:extLst>
          </p:cNvPr>
          <p:cNvSpPr/>
          <p:nvPr/>
        </p:nvSpPr>
        <p:spPr bwMode="auto">
          <a:xfrm>
            <a:off x="2862263" y="0"/>
            <a:ext cx="620712" cy="4349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1">
            <a:extLst>
              <a:ext uri="{FF2B5EF4-FFF2-40B4-BE49-F238E27FC236}">
                <a16:creationId xmlns="" xmlns:a16="http://schemas.microsoft.com/office/drawing/2014/main" id="{56159282-BAEA-41C7-9BF6-EF8F68BE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6323" name="矩形 5">
            <a:extLst>
              <a:ext uri="{FF2B5EF4-FFF2-40B4-BE49-F238E27FC236}">
                <a16:creationId xmlns="" xmlns:a16="http://schemas.microsoft.com/office/drawing/2014/main" id="{A8D9A938-AA11-4080-89FB-F00E5BDF1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6324" name="组合 12">
            <a:extLst>
              <a:ext uri="{FF2B5EF4-FFF2-40B4-BE49-F238E27FC236}">
                <a16:creationId xmlns="" xmlns:a16="http://schemas.microsoft.com/office/drawing/2014/main" id="{5CB0BC78-7B76-495D-BD28-8C6D51F0B856}"/>
              </a:ext>
            </a:extLst>
          </p:cNvPr>
          <p:cNvGrpSpPr>
            <a:grpSpLocks/>
          </p:cNvGrpSpPr>
          <p:nvPr/>
        </p:nvGrpSpPr>
        <p:grpSpPr bwMode="auto">
          <a:xfrm>
            <a:off x="4513263" y="0"/>
            <a:ext cx="7678737" cy="6858000"/>
            <a:chOff x="403142" y="1590238"/>
            <a:chExt cx="2125273" cy="2658348"/>
          </a:xfrm>
        </p:grpSpPr>
        <p:pic>
          <p:nvPicPr>
            <p:cNvPr id="56328" name="图片 1">
              <a:extLst>
                <a:ext uri="{FF2B5EF4-FFF2-40B4-BE49-F238E27FC236}">
                  <a16:creationId xmlns="" xmlns:a16="http://schemas.microsoft.com/office/drawing/2014/main" id="{2E41594B-889A-491A-A802-FD2795912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42"/>
            <a:stretch>
              <a:fillRect/>
            </a:stretch>
          </p:blipFill>
          <p:spPr bwMode="auto">
            <a:xfrm>
              <a:off x="403142" y="1590238"/>
              <a:ext cx="2125273" cy="265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9" name="矩形 6">
              <a:extLst>
                <a:ext uri="{FF2B5EF4-FFF2-40B4-BE49-F238E27FC236}">
                  <a16:creationId xmlns="" xmlns:a16="http://schemas.microsoft.com/office/drawing/2014/main" id="{8A119177-40CE-4264-9603-A75C5FD8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26" y="3733014"/>
              <a:ext cx="992139" cy="262372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E7119895-3146-4DD1-AA21-E73D5400DB92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6326" name="标题 1">
            <a:extLst>
              <a:ext uri="{FF2B5EF4-FFF2-40B4-BE49-F238E27FC236}">
                <a16:creationId xmlns="" xmlns:a16="http://schemas.microsoft.com/office/drawing/2014/main" id="{5F7E4258-8DA0-4B69-B748-DAFFB0EA2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255B6FF4-6BB1-4661-BAAB-D9E258D8F6A1}"/>
              </a:ext>
            </a:extLst>
          </p:cNvPr>
          <p:cNvSpPr/>
          <p:nvPr/>
        </p:nvSpPr>
        <p:spPr bwMode="auto">
          <a:xfrm>
            <a:off x="5310188" y="4819650"/>
            <a:ext cx="4381500" cy="5603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5">
            <a:extLst>
              <a:ext uri="{FF2B5EF4-FFF2-40B4-BE49-F238E27FC236}">
                <a16:creationId xmlns="" xmlns:a16="http://schemas.microsoft.com/office/drawing/2014/main" id="{0D4FEEF0-ACAD-4BA0-B3D2-70AAAEC4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1473200"/>
            <a:ext cx="7967662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28AE0A9-7CE6-4D7F-97DE-0CE8ED797E02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7348" name="矩形 5">
            <a:extLst>
              <a:ext uri="{FF2B5EF4-FFF2-40B4-BE49-F238E27FC236}">
                <a16:creationId xmlns="" xmlns:a16="http://schemas.microsoft.com/office/drawing/2014/main" id="{EC0D9E67-BD0F-40C5-8969-20F5B3A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7349" name="标题 1">
            <a:extLst>
              <a:ext uri="{FF2B5EF4-FFF2-40B4-BE49-F238E27FC236}">
                <a16:creationId xmlns="" xmlns:a16="http://schemas.microsoft.com/office/drawing/2014/main" id="{DC52EAA4-B34D-4166-8CF8-51C9BF2A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7350" name="矩形 4">
            <a:extLst>
              <a:ext uri="{FF2B5EF4-FFF2-40B4-BE49-F238E27FC236}">
                <a16:creationId xmlns="" xmlns:a16="http://schemas.microsoft.com/office/drawing/2014/main" id="{98EF6B65-0A24-45AD-AE3C-B1C7550AD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825" y="3827463"/>
            <a:ext cx="1377950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981689EC-A23B-47F5-BA25-0A0F5CF60A5F}"/>
              </a:ext>
            </a:extLst>
          </p:cNvPr>
          <p:cNvSpPr/>
          <p:nvPr/>
        </p:nvSpPr>
        <p:spPr bwMode="auto">
          <a:xfrm>
            <a:off x="9775825" y="3365500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2">
            <a:extLst>
              <a:ext uri="{FF2B5EF4-FFF2-40B4-BE49-F238E27FC236}">
                <a16:creationId xmlns="" xmlns:a16="http://schemas.microsoft.com/office/drawing/2014/main" id="{31C8A102-0456-4615-9C1A-B02F69E78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6738"/>
            <a:ext cx="4260850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371" name="矩形 1">
            <a:extLst>
              <a:ext uri="{FF2B5EF4-FFF2-40B4-BE49-F238E27FC236}">
                <a16:creationId xmlns="" xmlns:a16="http://schemas.microsoft.com/office/drawing/2014/main" id="{863FA524-908B-46F2-9B54-7D05C414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397A572-DA20-493F-B87C-3CD0391DC2CA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8373" name="矩形 5">
            <a:extLst>
              <a:ext uri="{FF2B5EF4-FFF2-40B4-BE49-F238E27FC236}">
                <a16:creationId xmlns="" xmlns:a16="http://schemas.microsoft.com/office/drawing/2014/main" id="{EF63EF2E-E555-4E11-A2EF-BD01CB8AB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8374" name="组合 9">
            <a:extLst>
              <a:ext uri="{FF2B5EF4-FFF2-40B4-BE49-F238E27FC236}">
                <a16:creationId xmlns="" xmlns:a16="http://schemas.microsoft.com/office/drawing/2014/main" id="{3CC951E7-3681-4439-81A1-E90AD2E875AD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4375150"/>
            <a:ext cx="4006850" cy="1274763"/>
            <a:chOff x="1945545" y="6293407"/>
            <a:chExt cx="5103522" cy="1005143"/>
          </a:xfrm>
        </p:grpSpPr>
        <p:grpSp>
          <p:nvGrpSpPr>
            <p:cNvPr id="58383" name="组合 8">
              <a:extLst>
                <a:ext uri="{FF2B5EF4-FFF2-40B4-BE49-F238E27FC236}">
                  <a16:creationId xmlns="" xmlns:a16="http://schemas.microsoft.com/office/drawing/2014/main" id="{9E4473A8-2A06-4984-A1FB-522CC1E7A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545" y="6293407"/>
              <a:ext cx="4870362" cy="667965"/>
              <a:chOff x="5379420" y="6151561"/>
              <a:chExt cx="4870362" cy="667965"/>
            </a:xfrm>
          </p:grpSpPr>
          <p:sp>
            <p:nvSpPr>
              <p:cNvPr id="8" name="矩形 7">
                <a:extLst>
                  <a:ext uri="{FF2B5EF4-FFF2-40B4-BE49-F238E27FC236}">
                    <a16:creationId xmlns="" xmlns:a16="http://schemas.microsoft.com/office/drawing/2014/main" id="{A194FAED-9331-4D04-9793-201B1A169D09}"/>
                  </a:ext>
                </a:extLst>
              </p:cNvPr>
              <p:cNvSpPr/>
              <p:nvPr/>
            </p:nvSpPr>
            <p:spPr>
              <a:xfrm>
                <a:off x="6481409" y="6151561"/>
                <a:ext cx="2436506" cy="4130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8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You can see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58386" name="图片 13">
                <a:extLst>
                  <a:ext uri="{FF2B5EF4-FFF2-40B4-BE49-F238E27FC236}">
                    <a16:creationId xmlns="" xmlns:a16="http://schemas.microsoft.com/office/drawing/2014/main" id="{C23BC1B1-8550-4483-97E3-764ED79F61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79420" y="6550557"/>
                <a:ext cx="4870362" cy="268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8384" name="矩形 14">
              <a:extLst>
                <a:ext uri="{FF2B5EF4-FFF2-40B4-BE49-F238E27FC236}">
                  <a16:creationId xmlns="" xmlns:a16="http://schemas.microsoft.com/office/drawing/2014/main" id="{1BA02FD7-0EED-44C5-A28C-1234201C7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443" y="6940732"/>
              <a:ext cx="4992624" cy="357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FF0000"/>
                  </a:solidFill>
                </a:rPr>
                <a:t> on the top right corner. 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8AE3F896-A4DE-4824-8926-6CD44E9F1AFE}"/>
              </a:ext>
            </a:extLst>
          </p:cNvPr>
          <p:cNvSpPr/>
          <p:nvPr/>
        </p:nvSpPr>
        <p:spPr>
          <a:xfrm>
            <a:off x="415925" y="5826125"/>
            <a:ext cx="3586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8376" name="标题 1">
            <a:extLst>
              <a:ext uri="{FF2B5EF4-FFF2-40B4-BE49-F238E27FC236}">
                <a16:creationId xmlns="" xmlns:a16="http://schemas.microsoft.com/office/drawing/2014/main" id="{69C998EF-EC91-4A42-9D57-75C7F8014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58377" name="组合 2">
            <a:extLst>
              <a:ext uri="{FF2B5EF4-FFF2-40B4-BE49-F238E27FC236}">
                <a16:creationId xmlns="" xmlns:a16="http://schemas.microsoft.com/office/drawing/2014/main" id="{E05FC394-1266-4274-966C-DCA0309EA03D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0"/>
            <a:ext cx="7931150" cy="6858000"/>
            <a:chOff x="4260850" y="0"/>
            <a:chExt cx="7931150" cy="6858000"/>
          </a:xfrm>
        </p:grpSpPr>
        <p:pic>
          <p:nvPicPr>
            <p:cNvPr id="58378" name="图片 10">
              <a:extLst>
                <a:ext uri="{FF2B5EF4-FFF2-40B4-BE49-F238E27FC236}">
                  <a16:creationId xmlns="" xmlns:a16="http://schemas.microsoft.com/office/drawing/2014/main" id="{E4E3BDDD-E3EE-42C2-89F7-1084C4447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0850" y="0"/>
              <a:ext cx="79311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9" name="矩形 4">
              <a:extLst>
                <a:ext uri="{FF2B5EF4-FFF2-40B4-BE49-F238E27FC236}">
                  <a16:creationId xmlns="" xmlns:a16="http://schemas.microsoft.com/office/drawing/2014/main" id="{1C40FC83-DD34-4F6B-A759-9C2CC88A9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713" y="5649913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1" name="矩形 20">
              <a:extLst>
                <a:ext uri="{FF2B5EF4-FFF2-40B4-BE49-F238E27FC236}">
                  <a16:creationId xmlns="" xmlns:a16="http://schemas.microsoft.com/office/drawing/2014/main" id="{40F82AC2-88A5-4C4F-A77F-8AF9A9034FF1}"/>
                </a:ext>
              </a:extLst>
            </p:cNvPr>
            <p:cNvSpPr/>
            <p:nvPr/>
          </p:nvSpPr>
          <p:spPr bwMode="auto">
            <a:xfrm>
              <a:off x="8367713" y="5187950"/>
              <a:ext cx="2571750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58381" name="矩形 4">
              <a:extLst>
                <a:ext uri="{FF2B5EF4-FFF2-40B4-BE49-F238E27FC236}">
                  <a16:creationId xmlns="" xmlns:a16="http://schemas.microsoft.com/office/drawing/2014/main" id="{97A585A1-C50C-41F7-A6EC-3263F3B87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895" y="2787650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8382" name="矩形 16">
              <a:extLst>
                <a:ext uri="{FF2B5EF4-FFF2-40B4-BE49-F238E27FC236}">
                  <a16:creationId xmlns="" xmlns:a16="http://schemas.microsoft.com/office/drawing/2014/main" id="{D8CE6FA7-D7B1-4634-83B9-FC4A53B5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2381" y="2967037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this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="" xmlns:a16="http://schemas.microsoft.com/office/drawing/2014/main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395" name="标题 1">
            <a:extLst>
              <a:ext uri="{FF2B5EF4-FFF2-40B4-BE49-F238E27FC236}">
                <a16:creationId xmlns="" xmlns:a16="http://schemas.microsoft.com/office/drawing/2014/main" id="{EB48DAD1-EF60-4F2B-ADF6-32125EBF5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081088"/>
            <a:ext cx="288766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8.Connect  FPGA Target Board With Computer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59955A52-97D3-45A5-9D03-D11018D93B35}"/>
              </a:ext>
            </a:extLst>
          </p:cNvPr>
          <p:cNvSpPr/>
          <p:nvPr/>
        </p:nvSpPr>
        <p:spPr>
          <a:xfrm>
            <a:off x="0" y="5086350"/>
            <a:ext cx="4106863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Put all  switch(17 ) to ON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2.Connect J3(2) and USB port of computer with USB cable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 Power on with switch (7)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59397" name="图片 2">
            <a:extLst>
              <a:ext uri="{FF2B5EF4-FFF2-40B4-BE49-F238E27FC236}">
                <a16:creationId xmlns="" xmlns:a16="http://schemas.microsoft.com/office/drawing/2014/main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="" xmlns:a16="http://schemas.microsoft.com/office/drawing/2014/main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5086350"/>
            <a:ext cx="895350" cy="1771650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399" name="矩形 4">
            <a:extLst>
              <a:ext uri="{FF2B5EF4-FFF2-40B4-BE49-F238E27FC236}">
                <a16:creationId xmlns="" xmlns:a16="http://schemas.microsoft.com/office/drawing/2014/main" id="{83CAD433-AFED-4F75-87F2-70C881A0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0" y="0"/>
            <a:ext cx="896938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="" xmlns:a16="http://schemas.microsoft.com/office/drawing/2014/main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5" y="0"/>
            <a:ext cx="896938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组合 7">
            <a:extLst>
              <a:ext uri="{FF2B5EF4-FFF2-40B4-BE49-F238E27FC236}">
                <a16:creationId xmlns="" xmlns:a16="http://schemas.microsoft.com/office/drawing/2014/main" id="{96953E17-BB22-4B11-B057-9ED893272B24}"/>
              </a:ext>
            </a:extLst>
          </p:cNvPr>
          <p:cNvGrpSpPr>
            <a:grpSpLocks/>
          </p:cNvGrpSpPr>
          <p:nvPr/>
        </p:nvGrpSpPr>
        <p:grpSpPr bwMode="auto">
          <a:xfrm>
            <a:off x="3614738" y="0"/>
            <a:ext cx="8678862" cy="6858000"/>
            <a:chOff x="286343" y="714321"/>
            <a:chExt cx="2562225" cy="1981200"/>
          </a:xfrm>
        </p:grpSpPr>
        <p:pic>
          <p:nvPicPr>
            <p:cNvPr id="60424" name="图片 3">
              <a:extLst>
                <a:ext uri="{FF2B5EF4-FFF2-40B4-BE49-F238E27FC236}">
                  <a16:creationId xmlns="" xmlns:a16="http://schemas.microsoft.com/office/drawing/2014/main" id="{97037175-DC12-46F5-8D91-96A6F59E4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343" y="714321"/>
              <a:ext cx="2562225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9E6F19F6-AC52-470B-977A-8B73E93B7013}"/>
                </a:ext>
              </a:extLst>
            </p:cNvPr>
            <p:cNvSpPr/>
            <p:nvPr/>
          </p:nvSpPr>
          <p:spPr>
            <a:xfrm>
              <a:off x="495839" y="1242641"/>
              <a:ext cx="1779544" cy="21463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4C9D5866-F5F9-4B35-B68A-49EF76EA60D5}"/>
                </a:ext>
              </a:extLst>
            </p:cNvPr>
            <p:cNvSpPr/>
            <p:nvPr/>
          </p:nvSpPr>
          <p:spPr>
            <a:xfrm>
              <a:off x="700648" y="1536152"/>
              <a:ext cx="770027" cy="17977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3608CCFD-93EE-49DC-B587-B9212449E855}"/>
                </a:ext>
              </a:extLst>
            </p:cNvPr>
            <p:cNvSpPr/>
            <p:nvPr/>
          </p:nvSpPr>
          <p:spPr>
            <a:xfrm>
              <a:off x="1524572" y="1844339"/>
              <a:ext cx="807989" cy="17152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A42350A6-84C1-4064-8C55-3A02B4FEED0D}"/>
              </a:ext>
            </a:extLst>
          </p:cNvPr>
          <p:cNvSpPr/>
          <p:nvPr/>
        </p:nvSpPr>
        <p:spPr bwMode="auto">
          <a:xfrm>
            <a:off x="7669213" y="295275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DD604B0F-839A-4829-A8C0-89D24A14133F}"/>
              </a:ext>
            </a:extLst>
          </p:cNvPr>
          <p:cNvSpPr/>
          <p:nvPr/>
        </p:nvSpPr>
        <p:spPr bwMode="auto">
          <a:xfrm>
            <a:off x="5565775" y="3978275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645A3398-5A09-4895-9D3F-3E234D9FD43E}"/>
              </a:ext>
            </a:extLst>
          </p:cNvPr>
          <p:cNvSpPr/>
          <p:nvPr/>
        </p:nvSpPr>
        <p:spPr bwMode="auto">
          <a:xfrm>
            <a:off x="8442325" y="1309688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0422" name="标题 1">
            <a:extLst>
              <a:ext uri="{FF2B5EF4-FFF2-40B4-BE49-F238E27FC236}">
                <a16:creationId xmlns="" xmlns:a16="http://schemas.microsoft.com/office/drawing/2014/main" id="{CD44458F-6FFA-4BB3-A6A1-B9F7630AA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3CC1BB23-A744-4A26-B42F-A5E933939C70}"/>
              </a:ext>
            </a:extLst>
          </p:cNvPr>
          <p:cNvSpPr/>
          <p:nvPr/>
        </p:nvSpPr>
        <p:spPr bwMode="auto">
          <a:xfrm>
            <a:off x="3614738" y="88900"/>
            <a:ext cx="4827587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组合 4">
            <a:extLst>
              <a:ext uri="{FF2B5EF4-FFF2-40B4-BE49-F238E27FC236}">
                <a16:creationId xmlns="" xmlns:a16="http://schemas.microsoft.com/office/drawing/2014/main" id="{EDDBED2A-C7EC-4772-8700-C56B992FAED5}"/>
              </a:ext>
            </a:extLst>
          </p:cNvPr>
          <p:cNvGrpSpPr>
            <a:grpSpLocks/>
          </p:cNvGrpSpPr>
          <p:nvPr/>
        </p:nvGrpSpPr>
        <p:grpSpPr bwMode="auto">
          <a:xfrm>
            <a:off x="3903663" y="0"/>
            <a:ext cx="8288337" cy="6858000"/>
            <a:chOff x="3830408" y="636588"/>
            <a:chExt cx="3024187" cy="2894012"/>
          </a:xfrm>
        </p:grpSpPr>
        <p:pic>
          <p:nvPicPr>
            <p:cNvPr id="61445" name="图片 8">
              <a:extLst>
                <a:ext uri="{FF2B5EF4-FFF2-40B4-BE49-F238E27FC236}">
                  <a16:creationId xmlns="" xmlns:a16="http://schemas.microsoft.com/office/drawing/2014/main" id="{3F155562-F52A-46CE-9B09-8F93E5A3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0408" y="636588"/>
              <a:ext cx="3024187" cy="289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06EFC944-3C8F-49C9-B1B7-EDE3E3B9E959}"/>
                </a:ext>
              </a:extLst>
            </p:cNvPr>
            <p:cNvSpPr/>
            <p:nvPr/>
          </p:nvSpPr>
          <p:spPr>
            <a:xfrm>
              <a:off x="5303403" y="856989"/>
              <a:ext cx="814405" cy="2746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1443" name="标题 1">
            <a:extLst>
              <a:ext uri="{FF2B5EF4-FFF2-40B4-BE49-F238E27FC236}">
                <a16:creationId xmlns="" xmlns:a16="http://schemas.microsoft.com/office/drawing/2014/main" id="{0EB90BA5-03FE-4638-9DC4-EFBD1C7FD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E8153393-E809-4C63-AC02-57E0C7808CC5}"/>
              </a:ext>
            </a:extLst>
          </p:cNvPr>
          <p:cNvSpPr/>
          <p:nvPr/>
        </p:nvSpPr>
        <p:spPr bwMode="auto">
          <a:xfrm>
            <a:off x="8253413" y="1262063"/>
            <a:ext cx="16081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组合 13">
            <a:extLst>
              <a:ext uri="{FF2B5EF4-FFF2-40B4-BE49-F238E27FC236}">
                <a16:creationId xmlns="" xmlns:a16="http://schemas.microsoft.com/office/drawing/2014/main" id="{7CD84E48-6032-48D4-B28D-89160EDBA561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23813"/>
            <a:ext cx="8593137" cy="6858000"/>
            <a:chOff x="4352025" y="2627411"/>
            <a:chExt cx="5273675" cy="2867025"/>
          </a:xfrm>
        </p:grpSpPr>
        <p:pic>
          <p:nvPicPr>
            <p:cNvPr id="62471" name="图片 5">
              <a:extLst>
                <a:ext uri="{FF2B5EF4-FFF2-40B4-BE49-F238E27FC236}">
                  <a16:creationId xmlns="" xmlns:a16="http://schemas.microsoft.com/office/drawing/2014/main" id="{7B1C9FA5-51D1-4DBA-A60E-C3916DB1A5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2025" y="2627411"/>
              <a:ext cx="5273675" cy="286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2" name="文本框 16">
              <a:extLst>
                <a:ext uri="{FF2B5EF4-FFF2-40B4-BE49-F238E27FC236}">
                  <a16:creationId xmlns="" xmlns:a16="http://schemas.microsoft.com/office/drawing/2014/main" id="{84BF210A-34C0-4434-98CE-6B8D2D14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294" y="3522030"/>
              <a:ext cx="2036189" cy="193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>
                <a:buFontTx/>
                <a:buAutoNum type="arabicPeriod"/>
              </a:pPr>
              <a:r>
                <a:rPr lang="en-US" altLang="zh-CN" sz="2400" b="1">
                  <a:solidFill>
                    <a:srgbClr val="FF0000"/>
                  </a:solidFill>
                </a:rPr>
                <a:t>Find you bit file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  <p:sp>
        <p:nvSpPr>
          <p:cNvPr id="62467" name="标题 1">
            <a:extLst>
              <a:ext uri="{FF2B5EF4-FFF2-40B4-BE49-F238E27FC236}">
                <a16:creationId xmlns="" xmlns:a16="http://schemas.microsoft.com/office/drawing/2014/main" id="{C65C2F1F-4E95-4FC1-B660-2F103124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9B3F5845-A280-4CA8-A3B7-BF04B05FE6BB}"/>
              </a:ext>
            </a:extLst>
          </p:cNvPr>
          <p:cNvSpPr/>
          <p:nvPr/>
        </p:nvSpPr>
        <p:spPr bwMode="auto">
          <a:xfrm>
            <a:off x="5586413" y="2576513"/>
            <a:ext cx="5270500" cy="7429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469" name="矩形 4">
            <a:extLst>
              <a:ext uri="{FF2B5EF4-FFF2-40B4-BE49-F238E27FC236}">
                <a16:creationId xmlns="" xmlns:a16="http://schemas.microsoft.com/office/drawing/2014/main" id="{643AD43F-6B7A-4653-A4C9-561058CB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075" y="5873750"/>
            <a:ext cx="1446213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BA22BE53-C112-4531-AA41-D8DBB0198E98}"/>
              </a:ext>
            </a:extLst>
          </p:cNvPr>
          <p:cNvSpPr/>
          <p:nvPr/>
        </p:nvSpPr>
        <p:spPr bwMode="auto">
          <a:xfrm>
            <a:off x="9571038" y="5380038"/>
            <a:ext cx="16637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8">
            <a:extLst>
              <a:ext uri="{FF2B5EF4-FFF2-40B4-BE49-F238E27FC236}">
                <a16:creationId xmlns="" xmlns:a16="http://schemas.microsoft.com/office/drawing/2014/main" id="{85491CA6-2CB5-40AC-A18E-0C122DB57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79888"/>
            <a:ext cx="4106863" cy="269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491" name="矩形 6">
            <a:extLst>
              <a:ext uri="{FF2B5EF4-FFF2-40B4-BE49-F238E27FC236}">
                <a16:creationId xmlns="" xmlns:a16="http://schemas.microsoft.com/office/drawing/2014/main" id="{A5C59790-4D39-40E4-AD87-3DDF985F5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4421188"/>
            <a:ext cx="38608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1. Switch(0,1,2) are the inputs (A,B,C), led(0~7) are the  outputs (Y0~Y7)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2. Use the switch to control the led light </a:t>
            </a:r>
            <a:endParaRPr lang="zh-CN" altLang="zh-CN" sz="2800" b="1">
              <a:solidFill>
                <a:srgbClr val="FF0000"/>
              </a:solidFill>
            </a:endParaRPr>
          </a:p>
        </p:txBody>
      </p:sp>
      <p:sp>
        <p:nvSpPr>
          <p:cNvPr id="63492" name="标题 1">
            <a:extLst>
              <a:ext uri="{FF2B5EF4-FFF2-40B4-BE49-F238E27FC236}">
                <a16:creationId xmlns="" xmlns:a16="http://schemas.microsoft.com/office/drawing/2014/main" id="{BED4C9BB-B011-4230-9A74-388F2371A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786063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Observe phenomena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63493" name="图片 2">
            <a:extLst>
              <a:ext uri="{FF2B5EF4-FFF2-40B4-BE49-F238E27FC236}">
                <a16:creationId xmlns="" xmlns:a16="http://schemas.microsoft.com/office/drawing/2014/main" id="{E6243CB3-6824-41CB-8A55-732E41D1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4">
            <a:extLst>
              <a:ext uri="{FF2B5EF4-FFF2-40B4-BE49-F238E27FC236}">
                <a16:creationId xmlns="" xmlns:a16="http://schemas.microsoft.com/office/drawing/2014/main" id="{BA5EE581-ED28-4887-A794-B4F6D8914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5849938"/>
            <a:ext cx="1103312" cy="6143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63495" name="矩形 4">
            <a:extLst>
              <a:ext uri="{FF2B5EF4-FFF2-40B4-BE49-F238E27FC236}">
                <a16:creationId xmlns="" xmlns:a16="http://schemas.microsoft.com/office/drawing/2014/main" id="{56353498-27C6-44D1-B3DD-873BEDA3E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5370513"/>
            <a:ext cx="3062287" cy="3476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="" xmlns:a16="http://schemas.microsoft.com/office/drawing/2014/main" id="{396E2ED0-CA62-43CA-8CFF-669797BC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-3175"/>
            <a:ext cx="11235267" cy="2257955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Appendix: </a:t>
            </a:r>
            <a:br>
              <a:rPr lang="en-US" altLang="zh-CN" sz="5400" b="1" dirty="0">
                <a:solidFill>
                  <a:srgbClr val="00B0F0"/>
                </a:solidFill>
              </a:rPr>
            </a:br>
            <a:r>
              <a:rPr lang="en-US" altLang="zh-CN" sz="5400" b="1" dirty="0">
                <a:solidFill>
                  <a:srgbClr val="00B0F0"/>
                </a:solidFill>
              </a:rPr>
              <a:t>       </a:t>
            </a:r>
            <a:r>
              <a:rPr lang="en-US" altLang="zh-CN" sz="4800" b="1" dirty="0">
                <a:solidFill>
                  <a:srgbClr val="00B0F0"/>
                </a:solidFill>
              </a:rPr>
              <a:t>implement and verify a register group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64515" name="内容占位符 2">
            <a:extLst>
              <a:ext uri="{FF2B5EF4-FFF2-40B4-BE49-F238E27FC236}">
                <a16:creationId xmlns="" xmlns:a16="http://schemas.microsoft.com/office/drawing/2014/main" id="{0AE51849-C643-45B9-9D00-0A09C8EC2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865" y="2392887"/>
            <a:ext cx="6094359" cy="2991913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The Verilog code for your own register group can be composed and modified base on the register.txt  file.</a:t>
            </a:r>
          </a:p>
        </p:txBody>
      </p:sp>
      <p:sp>
        <p:nvSpPr>
          <p:cNvPr id="64516" name="矩形 1">
            <a:extLst>
              <a:ext uri="{FF2B5EF4-FFF2-40B4-BE49-F238E27FC236}">
                <a16:creationId xmlns="" xmlns:a16="http://schemas.microsoft.com/office/drawing/2014/main" id="{B4EDA46F-647C-443B-82E9-B819134D0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555" y="2254780"/>
            <a:ext cx="450024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zh-CN" altLang="en-US" sz="2000" dirty="0"/>
              <a:t>module register(clk, rst, en, d, q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XX,XX</a:t>
            </a:r>
            <a:r>
              <a:rPr lang="zh-CN" altLang="en-US" sz="2000" dirty="0"/>
              <a:t>);</a:t>
            </a:r>
          </a:p>
          <a:p>
            <a:r>
              <a:rPr lang="zh-CN" altLang="en-US" sz="2000" dirty="0"/>
              <a:t>    input clk,rst,en;</a:t>
            </a:r>
          </a:p>
          <a:p>
            <a:r>
              <a:rPr lang="zh-CN" altLang="en-US" sz="2000" dirty="0"/>
              <a:t>    input wire[15:0]d;</a:t>
            </a:r>
          </a:p>
          <a:p>
            <a:r>
              <a:rPr lang="zh-CN" altLang="en-US" sz="2000" dirty="0"/>
              <a:t>    output reg[15:0]q;</a:t>
            </a:r>
          </a:p>
          <a:p>
            <a:r>
              <a:rPr lang="zh-CN" altLang="en-US" sz="2000" dirty="0"/>
              <a:t>   always@(</a:t>
            </a:r>
            <a:r>
              <a:rPr lang="en-US" altLang="zh-CN" sz="2000" dirty="0">
                <a:solidFill>
                  <a:srgbClr val="FF0000"/>
                </a:solidFill>
              </a:rPr>
              <a:t>XXX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r>
              <a:rPr lang="zh-CN" altLang="en-US" sz="2000" dirty="0"/>
              <a:t>     if(rst==0)</a:t>
            </a:r>
          </a:p>
          <a:p>
            <a:r>
              <a:rPr lang="zh-CN" altLang="en-US" sz="2000" dirty="0"/>
              <a:t>           </a:t>
            </a:r>
            <a:r>
              <a:rPr lang="en-US" altLang="zh-CN" sz="2000" dirty="0">
                <a:solidFill>
                  <a:srgbClr val="FF0000"/>
                </a:solidFill>
              </a:rPr>
              <a:t>XXX</a:t>
            </a:r>
            <a:r>
              <a:rPr lang="zh-CN" altLang="en-US" sz="2000" dirty="0">
                <a:solidFill>
                  <a:srgbClr val="FF0000"/>
                </a:solidFill>
              </a:rPr>
              <a:t>  </a:t>
            </a:r>
            <a:r>
              <a:rPr lang="zh-CN" altLang="en-US" sz="2000" dirty="0"/>
              <a:t>    </a:t>
            </a:r>
          </a:p>
          <a:p>
            <a:r>
              <a:rPr lang="zh-CN" altLang="en-US" sz="2000" dirty="0"/>
              <a:t>     else</a:t>
            </a:r>
          </a:p>
          <a:p>
            <a:r>
              <a:rPr lang="zh-CN" altLang="en-US" sz="2000" dirty="0"/>
              <a:t>       begin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           </a:t>
            </a:r>
            <a:r>
              <a:rPr lang="en-US" altLang="zh-CN" sz="2000" dirty="0">
                <a:solidFill>
                  <a:srgbClr val="FF0000"/>
                </a:solidFill>
              </a:rPr>
              <a:t>XXX</a:t>
            </a:r>
            <a:r>
              <a:rPr lang="zh-CN" altLang="en-US" sz="2000" dirty="0">
                <a:solidFill>
                  <a:srgbClr val="FF0000"/>
                </a:solidFill>
              </a:rPr>
              <a:t>         </a:t>
            </a:r>
          </a:p>
          <a:p>
            <a:r>
              <a:rPr lang="zh-CN" altLang="en-US" sz="2000" dirty="0"/>
              <a:t>       end</a:t>
            </a:r>
          </a:p>
          <a:p>
            <a:r>
              <a:rPr lang="zh-CN" altLang="en-US" sz="2000" dirty="0"/>
              <a:t>endmodule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="" xmlns:a16="http://schemas.microsoft.com/office/drawing/2014/main" id="{CEA3DC5B-4B3D-4BA6-840C-4B16BC41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5539" name="文本框 3">
            <a:extLst>
              <a:ext uri="{FF2B5EF4-FFF2-40B4-BE49-F238E27FC236}">
                <a16:creationId xmlns="" xmlns:a16="http://schemas.microsoft.com/office/drawing/2014/main" id="{29F7C19D-5BC7-4AFF-AFB6-04A7B2443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="" xmlns:a16="http://schemas.microsoft.com/office/drawing/2014/main" id="{DF48B4B2-C725-4628-B844-84EF9D6F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quartus13.1 安装说明.pptx" id="{7DAF6241-A34C-48AD-B255-5E0B72393853}" vid="{554FF0A6-F414-48E1-910B-50D72A6927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3256</TotalTime>
  <Words>973</Words>
  <Application>Microsoft Office PowerPoint</Application>
  <PresentationFormat>自定义</PresentationFormat>
  <Paragraphs>230</Paragraphs>
  <Slides>60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1" baseType="lpstr">
      <vt:lpstr>模板</vt:lpstr>
      <vt:lpstr>Digital Logic Design and Application</vt:lpstr>
      <vt:lpstr>Fundamental</vt:lpstr>
      <vt:lpstr>Content</vt:lpstr>
      <vt:lpstr>Implement for a 3-8 Decoder </vt:lpstr>
      <vt:lpstr>FPGA Design Flow</vt:lpstr>
      <vt:lpstr>FPGA Design Flow</vt:lpstr>
      <vt:lpstr>1. Create New Hardware Project -step1</vt:lpstr>
      <vt:lpstr>1. Create New Hardware Project -step2</vt:lpstr>
      <vt:lpstr>1. Create New Hardware Project -step3</vt:lpstr>
      <vt:lpstr>1. Create New Hardware Project -step4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3-8 decoder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Appendix:         implement and verify a register group</vt:lpstr>
      <vt:lpstr>Digital Logic Design and Application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YanBo</cp:lastModifiedBy>
  <cp:revision>248</cp:revision>
  <dcterms:created xsi:type="dcterms:W3CDTF">2017-04-08T01:53:17Z</dcterms:created>
  <dcterms:modified xsi:type="dcterms:W3CDTF">2022-09-08T14:14:34Z</dcterms:modified>
</cp:coreProperties>
</file>