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notesSlides/notesSlide1.xml" ContentType="application/vnd.openxmlformats-officedocument.presentationml.notesSlide+xml"/>
  <Override PartName="/ppt/tags/tag8.xml" ContentType="application/vnd.openxmlformats-officedocument.presentationml.tags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tags/tag9.xml" ContentType="application/vnd.openxmlformats-officedocument.presentationml.tags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tags/tag10.xml" ContentType="application/vnd.openxmlformats-officedocument.presentationml.tags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1.xml" ContentType="application/vnd.openxmlformats-officedocument.presentationml.tags+xml"/>
  <Override PartName="/ppt/notesSlides/notesSlide6.xml" ContentType="application/vnd.openxmlformats-officedocument.presentationml.notesSlide+xml"/>
  <Override PartName="/ppt/tags/tag12.xml" ContentType="application/vnd.openxmlformats-officedocument.presentationml.tags+xml"/>
  <Override PartName="/ppt/notesSlides/notesSlide7.xml" ContentType="application/vnd.openxmlformats-officedocument.presentationml.notesSlide+xml"/>
  <Override PartName="/ppt/tags/tag13.xml" ContentType="application/vnd.openxmlformats-officedocument.presentationml.tags+xml"/>
  <Override PartName="/ppt/notesSlides/notesSlide8.xml" ContentType="application/vnd.openxmlformats-officedocument.presentationml.notesSlide+xml"/>
  <Override PartName="/ppt/tags/tag14.xml" ContentType="application/vnd.openxmlformats-officedocument.presentationml.tags+xml"/>
  <Override PartName="/ppt/notesSlides/notesSlide9.xml" ContentType="application/vnd.openxmlformats-officedocument.presentationml.notesSlide+xml"/>
  <Override PartName="/ppt/tags/tag15.xml" ContentType="application/vnd.openxmlformats-officedocument.presentationml.tags+xml"/>
  <Override PartName="/ppt/notesSlides/notesSlide10.xml" ContentType="application/vnd.openxmlformats-officedocument.presentationml.notesSlide+xml"/>
  <Override PartName="/ppt/tags/tag16.xml" ContentType="application/vnd.openxmlformats-officedocument.presentationml.tags+xml"/>
  <Override PartName="/ppt/notesSlides/notesSlide11.xml" ContentType="application/vnd.openxmlformats-officedocument.presentationml.notesSlide+xml"/>
  <Override PartName="/ppt/tags/tag17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tags/tag18.xml" ContentType="application/vnd.openxmlformats-officedocument.presentationml.tags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tags/tag19.xml" ContentType="application/vnd.openxmlformats-officedocument.presentationml.tags+xml"/>
  <Override PartName="/ppt/notesSlides/notesSlide47.xml" ContentType="application/vnd.openxmlformats-officedocument.presentationml.notesSlide+xml"/>
  <Override PartName="/ppt/tags/tag20.xml" ContentType="application/vnd.openxmlformats-officedocument.presentationml.tags+xml"/>
  <Override PartName="/ppt/notesSlides/notesSlide48.xml" ContentType="application/vnd.openxmlformats-officedocument.presentationml.notesSlide+xml"/>
  <Override PartName="/ppt/tags/tag21.xml" ContentType="application/vnd.openxmlformats-officedocument.presentationml.tags+xml"/>
  <Override PartName="/ppt/notesSlides/notesSlide49.xml" ContentType="application/vnd.openxmlformats-officedocument.presentationml.notesSlide+xml"/>
  <Override PartName="/ppt/tags/tag22.xml" ContentType="application/vnd.openxmlformats-officedocument.presentationml.tags+xml"/>
  <Override PartName="/ppt/notesSlides/notesSlide50.xml" ContentType="application/vnd.openxmlformats-officedocument.presentationml.notesSlide+xml"/>
  <Override PartName="/ppt/tags/tag23.xml" ContentType="application/vnd.openxmlformats-officedocument.presentationml.tags+xml"/>
  <Override PartName="/ppt/notesSlides/notesSlide51.xml" ContentType="application/vnd.openxmlformats-officedocument.presentationml.notesSlide+xml"/>
  <Override PartName="/ppt/tags/tag24.xml" ContentType="application/vnd.openxmlformats-officedocument.presentationml.tags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tags/tag25.xml" ContentType="application/vnd.openxmlformats-officedocument.presentationml.tags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tags/tag26.xml" ContentType="application/vnd.openxmlformats-officedocument.presentationml.tags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60.xml" ContentType="application/vnd.openxmlformats-officedocument.presentationml.notesSlide+xml"/>
  <Override PartName="/ppt/ink/ink1.xml" ContentType="application/inkml+xml"/>
  <Override PartName="/ppt/notesSlides/notesSlide61.xml" ContentType="application/vnd.openxmlformats-officedocument.presentationml.notesSlide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notesSlides/notesSlide62.xml" ContentType="application/vnd.openxmlformats-officedocument.presentationml.notesSlide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tags/tag27.xml" ContentType="application/vnd.openxmlformats-officedocument.presentationml.tags+xml"/>
  <Override PartName="/ppt/notesSlides/notesSlide63.xml" ContentType="application/vnd.openxmlformats-officedocument.presentationml.notesSlide+xml"/>
  <Override PartName="/ppt/tags/tag28.xml" ContentType="application/vnd.openxmlformats-officedocument.presentationml.tags+xml"/>
  <Override PartName="/ppt/notesSlides/notesSlide64.xml" ContentType="application/vnd.openxmlformats-officedocument.presentationml.notesSlide+xml"/>
  <Override PartName="/ppt/tags/tag29.xml" ContentType="application/vnd.openxmlformats-officedocument.presentationml.tags+xml"/>
  <Override PartName="/ppt/notesSlides/notesSlide65.xml" ContentType="application/vnd.openxmlformats-officedocument.presentationml.notesSlide+xml"/>
  <Override PartName="/ppt/tags/tag30.xml" ContentType="application/vnd.openxmlformats-officedocument.presentationml.tags+xml"/>
  <Override PartName="/ppt/notesSlides/notesSlide66.xml" ContentType="application/vnd.openxmlformats-officedocument.presentationml.notesSlide+xml"/>
  <Override PartName="/ppt/tags/tag31.xml" ContentType="application/vnd.openxmlformats-officedocument.presentationml.tags+xml"/>
  <Override PartName="/ppt/notesSlides/notesSlide67.xml" ContentType="application/vnd.openxmlformats-officedocument.presentationml.notesSlide+xml"/>
  <Override PartName="/ppt/tags/tag32.xml" ContentType="application/vnd.openxmlformats-officedocument.presentationml.tags+xml"/>
  <Override PartName="/ppt/notesSlides/notesSlide68.xml" ContentType="application/vnd.openxmlformats-officedocument.presentationml.notesSlide+xml"/>
  <Override PartName="/ppt/tags/tag33.xml" ContentType="application/vnd.openxmlformats-officedocument.presentationml.tags+xml"/>
  <Override PartName="/ppt/notesSlides/notesSlide69.xml" ContentType="application/vnd.openxmlformats-officedocument.presentationml.notesSlide+xml"/>
  <Override PartName="/ppt/tags/tag34.xml" ContentType="application/vnd.openxmlformats-officedocument.presentationml.tags+xml"/>
  <Override PartName="/ppt/notesSlides/notesSlide70.xml" ContentType="application/vnd.openxmlformats-officedocument.presentationml.notesSlide+xml"/>
  <Override PartName="/ppt/tags/tag35.xml" ContentType="application/vnd.openxmlformats-officedocument.presentationml.tags+xml"/>
  <Override PartName="/ppt/notesSlides/notesSlide71.xml" ContentType="application/vnd.openxmlformats-officedocument.presentationml.notesSlide+xml"/>
  <Override PartName="/ppt/tags/tag36.xml" ContentType="application/vnd.openxmlformats-officedocument.presentationml.tags+xml"/>
  <Override PartName="/ppt/notesSlides/notesSlide72.xml" ContentType="application/vnd.openxmlformats-officedocument.presentationml.notesSlide+xml"/>
  <Override PartName="/ppt/tags/tag37.xml" ContentType="application/vnd.openxmlformats-officedocument.presentationml.tags+xml"/>
  <Override PartName="/ppt/notesSlides/notesSlide73.xml" ContentType="application/vnd.openxmlformats-officedocument.presentationml.notesSlide+xml"/>
  <Override PartName="/ppt/tags/tag38.xml" ContentType="application/vnd.openxmlformats-officedocument.presentationml.tags+xml"/>
  <Override PartName="/ppt/notesSlides/notesSlide74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tags/tag57.xml" ContentType="application/vnd.openxmlformats-officedocument.presentationml.tags+xml"/>
  <Override PartName="/ppt/notesSlides/notesSlide75.xml" ContentType="application/vnd.openxmlformats-officedocument.presentationml.notesSlide+xml"/>
  <Override PartName="/ppt/tags/tag58.xml" ContentType="application/vnd.openxmlformats-officedocument.presentationml.tags+xml"/>
  <Override PartName="/ppt/notesSlides/notesSlide76.xml" ContentType="application/vnd.openxmlformats-officedocument.presentationml.notesSlide+xml"/>
  <Override PartName="/ppt/tags/tag59.xml" ContentType="application/vnd.openxmlformats-officedocument.presentationml.tags+xml"/>
  <Override PartName="/ppt/notesSlides/notesSlide77.xml" ContentType="application/vnd.openxmlformats-officedocument.presentationml.notesSlide+xml"/>
  <Override PartName="/ppt/tags/tag60.xml" ContentType="application/vnd.openxmlformats-officedocument.presentationml.tags+xml"/>
  <Override PartName="/ppt/notesSlides/notesSlide78.xml" ContentType="application/vnd.openxmlformats-officedocument.presentationml.notesSlide+xml"/>
  <Override PartName="/ppt/tags/tag61.xml" ContentType="application/vnd.openxmlformats-officedocument.presentationml.tags+xml"/>
  <Override PartName="/ppt/notesSlides/notesSlide79.xml" ContentType="application/vnd.openxmlformats-officedocument.presentationml.notesSlide+xml"/>
  <Override PartName="/ppt/tags/tag62.xml" ContentType="application/vnd.openxmlformats-officedocument.presentationml.tags+xml"/>
  <Override PartName="/ppt/notesSlides/notesSlide80.xml" ContentType="application/vnd.openxmlformats-officedocument.presentationml.notesSlide+xml"/>
  <Override PartName="/ppt/tags/tag63.xml" ContentType="application/vnd.openxmlformats-officedocument.presentationml.tags+xml"/>
  <Override PartName="/ppt/notesSlides/notesSlide81.xml" ContentType="application/vnd.openxmlformats-officedocument.presentationml.notesSlide+xml"/>
  <Override PartName="/ppt/tags/tag64.xml" ContentType="application/vnd.openxmlformats-officedocument.presentationml.tags+xml"/>
  <Override PartName="/ppt/notesSlides/notesSlide82.xml" ContentType="application/vnd.openxmlformats-officedocument.presentationml.notesSlide+xml"/>
  <Override PartName="/ppt/tags/tag65.xml" ContentType="application/vnd.openxmlformats-officedocument.presentationml.tags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tags/tag66.xml" ContentType="application/vnd.openxmlformats-officedocument.presentationml.tags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tags/tag67.xml" ContentType="application/vnd.openxmlformats-officedocument.presentationml.tags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tags/tag68.xml" ContentType="application/vnd.openxmlformats-officedocument.presentationml.tags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73.xml" ContentType="application/vnd.openxmlformats-officedocument.presentationml.tags+xml"/>
  <Override PartName="/ppt/notesSlides/notesSlide117.xml" ContentType="application/vnd.openxmlformats-officedocument.presentationml.notesSlid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howSpecialPlsOnTitleSld="0" saveSubsetFonts="1">
  <p:sldMasterIdLst>
    <p:sldMasterId id="2147483664" r:id="rId1"/>
    <p:sldMasterId id="2147483860" r:id="rId2"/>
  </p:sldMasterIdLst>
  <p:notesMasterIdLst>
    <p:notesMasterId r:id="rId205"/>
  </p:notesMasterIdLst>
  <p:handoutMasterIdLst>
    <p:handoutMasterId r:id="rId206"/>
  </p:handoutMasterIdLst>
  <p:sldIdLst>
    <p:sldId id="256" r:id="rId3"/>
    <p:sldId id="1318" r:id="rId4"/>
    <p:sldId id="1403" r:id="rId5"/>
    <p:sldId id="2106" r:id="rId6"/>
    <p:sldId id="2107" r:id="rId7"/>
    <p:sldId id="2108" r:id="rId8"/>
    <p:sldId id="2110" r:id="rId9"/>
    <p:sldId id="2112" r:id="rId10"/>
    <p:sldId id="1320" r:id="rId11"/>
    <p:sldId id="1321" r:id="rId12"/>
    <p:sldId id="1324" r:id="rId13"/>
    <p:sldId id="1322" r:id="rId14"/>
    <p:sldId id="1323" r:id="rId15"/>
    <p:sldId id="1319" r:id="rId16"/>
    <p:sldId id="1325" r:id="rId17"/>
    <p:sldId id="396" r:id="rId18"/>
    <p:sldId id="2121" r:id="rId19"/>
    <p:sldId id="2252" r:id="rId20"/>
    <p:sldId id="2253" r:id="rId21"/>
    <p:sldId id="2254" r:id="rId22"/>
    <p:sldId id="2255" r:id="rId23"/>
    <p:sldId id="1409" r:id="rId24"/>
    <p:sldId id="2256" r:id="rId25"/>
    <p:sldId id="2257" r:id="rId26"/>
    <p:sldId id="2125" r:id="rId27"/>
    <p:sldId id="2126" r:id="rId28"/>
    <p:sldId id="2127" r:id="rId29"/>
    <p:sldId id="2128" r:id="rId30"/>
    <p:sldId id="2129" r:id="rId31"/>
    <p:sldId id="2130" r:id="rId32"/>
    <p:sldId id="2131" r:id="rId33"/>
    <p:sldId id="2132" r:id="rId34"/>
    <p:sldId id="2133" r:id="rId35"/>
    <p:sldId id="2134" r:id="rId36"/>
    <p:sldId id="2135" r:id="rId37"/>
    <p:sldId id="2136" r:id="rId38"/>
    <p:sldId id="2137" r:id="rId39"/>
    <p:sldId id="2138" r:id="rId40"/>
    <p:sldId id="1337" r:id="rId41"/>
    <p:sldId id="1338" r:id="rId42"/>
    <p:sldId id="1341" r:id="rId43"/>
    <p:sldId id="1339" r:id="rId44"/>
    <p:sldId id="1340" r:id="rId45"/>
    <p:sldId id="1336" r:id="rId46"/>
    <p:sldId id="1343" r:id="rId47"/>
    <p:sldId id="1344" r:id="rId48"/>
    <p:sldId id="1345" r:id="rId49"/>
    <p:sldId id="1346" r:id="rId50"/>
    <p:sldId id="1342" r:id="rId51"/>
    <p:sldId id="1347" r:id="rId52"/>
    <p:sldId id="398" r:id="rId53"/>
    <p:sldId id="1348" r:id="rId54"/>
    <p:sldId id="1349" r:id="rId55"/>
    <p:sldId id="1350" r:id="rId56"/>
    <p:sldId id="1351" r:id="rId57"/>
    <p:sldId id="1352" r:id="rId58"/>
    <p:sldId id="1353" r:id="rId59"/>
    <p:sldId id="1354" r:id="rId60"/>
    <p:sldId id="1355" r:id="rId61"/>
    <p:sldId id="1369" r:id="rId62"/>
    <p:sldId id="1370" r:id="rId63"/>
    <p:sldId id="1373" r:id="rId64"/>
    <p:sldId id="1371" r:id="rId65"/>
    <p:sldId id="1372" r:id="rId66"/>
    <p:sldId id="374" r:id="rId67"/>
    <p:sldId id="1585" r:id="rId68"/>
    <p:sldId id="2167" r:id="rId69"/>
    <p:sldId id="2164" r:id="rId70"/>
    <p:sldId id="1067" r:id="rId71"/>
    <p:sldId id="2168" r:id="rId72"/>
    <p:sldId id="2169" r:id="rId73"/>
    <p:sldId id="2170" r:id="rId74"/>
    <p:sldId id="2171" r:id="rId75"/>
    <p:sldId id="2258" r:id="rId76"/>
    <p:sldId id="1244" r:id="rId77"/>
    <p:sldId id="1245" r:id="rId78"/>
    <p:sldId id="1246" r:id="rId79"/>
    <p:sldId id="1247" r:id="rId80"/>
    <p:sldId id="1248" r:id="rId81"/>
    <p:sldId id="1249" r:id="rId82"/>
    <p:sldId id="1311" r:id="rId83"/>
    <p:sldId id="1312" r:id="rId84"/>
    <p:sldId id="2265" r:id="rId85"/>
    <p:sldId id="2259" r:id="rId86"/>
    <p:sldId id="2260" r:id="rId87"/>
    <p:sldId id="2261" r:id="rId88"/>
    <p:sldId id="2267" r:id="rId89"/>
    <p:sldId id="2266" r:id="rId90"/>
    <p:sldId id="2263" r:id="rId91"/>
    <p:sldId id="2264" r:id="rId92"/>
    <p:sldId id="1267" r:id="rId93"/>
    <p:sldId id="1268" r:id="rId94"/>
    <p:sldId id="1269" r:id="rId95"/>
    <p:sldId id="1270" r:id="rId96"/>
    <p:sldId id="1271" r:id="rId97"/>
    <p:sldId id="1272" r:id="rId98"/>
    <p:sldId id="1273" r:id="rId99"/>
    <p:sldId id="1274" r:id="rId100"/>
    <p:sldId id="1275" r:id="rId101"/>
    <p:sldId id="1252" r:id="rId102"/>
    <p:sldId id="1253" r:id="rId103"/>
    <p:sldId id="1254" r:id="rId104"/>
    <p:sldId id="1255" r:id="rId105"/>
    <p:sldId id="1293" r:id="rId106"/>
    <p:sldId id="1294" r:id="rId107"/>
    <p:sldId id="1295" r:id="rId108"/>
    <p:sldId id="1296" r:id="rId109"/>
    <p:sldId id="1288" r:id="rId110"/>
    <p:sldId id="1297" r:id="rId111"/>
    <p:sldId id="1298" r:id="rId112"/>
    <p:sldId id="1299" r:id="rId113"/>
    <p:sldId id="1301" r:id="rId114"/>
    <p:sldId id="1263" r:id="rId115"/>
    <p:sldId id="485" r:id="rId116"/>
    <p:sldId id="2179" r:id="rId117"/>
    <p:sldId id="1381" r:id="rId118"/>
    <p:sldId id="1382" r:id="rId119"/>
    <p:sldId id="1385" r:id="rId120"/>
    <p:sldId id="1387" r:id="rId121"/>
    <p:sldId id="1388" r:id="rId122"/>
    <p:sldId id="1389" r:id="rId123"/>
    <p:sldId id="1386" r:id="rId124"/>
    <p:sldId id="1384" r:id="rId125"/>
    <p:sldId id="1390" r:id="rId126"/>
    <p:sldId id="1391" r:id="rId127"/>
    <p:sldId id="1392" r:id="rId128"/>
    <p:sldId id="1380" r:id="rId129"/>
    <p:sldId id="1393" r:id="rId130"/>
    <p:sldId id="1394" r:id="rId131"/>
    <p:sldId id="1395" r:id="rId132"/>
    <p:sldId id="2195" r:id="rId133"/>
    <p:sldId id="471" r:id="rId134"/>
    <p:sldId id="476" r:id="rId135"/>
    <p:sldId id="478" r:id="rId136"/>
    <p:sldId id="477" r:id="rId137"/>
    <p:sldId id="473" r:id="rId138"/>
    <p:sldId id="479" r:id="rId139"/>
    <p:sldId id="480" r:id="rId140"/>
    <p:sldId id="481" r:id="rId141"/>
    <p:sldId id="482" r:id="rId142"/>
    <p:sldId id="1472" r:id="rId143"/>
    <p:sldId id="2205" r:id="rId144"/>
    <p:sldId id="2206" r:id="rId145"/>
    <p:sldId id="1227" r:id="rId146"/>
    <p:sldId id="1229" r:id="rId147"/>
    <p:sldId id="1230" r:id="rId148"/>
    <p:sldId id="1231" r:id="rId149"/>
    <p:sldId id="1232" r:id="rId150"/>
    <p:sldId id="1233" r:id="rId151"/>
    <p:sldId id="1234" r:id="rId152"/>
    <p:sldId id="1243" r:id="rId153"/>
    <p:sldId id="2236" r:id="rId154"/>
    <p:sldId id="2237" r:id="rId155"/>
    <p:sldId id="2238" r:id="rId156"/>
    <p:sldId id="2239" r:id="rId157"/>
    <p:sldId id="2240" r:id="rId158"/>
    <p:sldId id="2241" r:id="rId159"/>
    <p:sldId id="2242" r:id="rId160"/>
    <p:sldId id="2243" r:id="rId161"/>
    <p:sldId id="2244" r:id="rId162"/>
    <p:sldId id="2245" r:id="rId163"/>
    <p:sldId id="2246" r:id="rId164"/>
    <p:sldId id="2247" r:id="rId165"/>
    <p:sldId id="2248" r:id="rId166"/>
    <p:sldId id="2249" r:id="rId167"/>
    <p:sldId id="2250" r:id="rId168"/>
    <p:sldId id="2251" r:id="rId169"/>
    <p:sldId id="414" r:id="rId170"/>
    <p:sldId id="2231" r:id="rId171"/>
    <p:sldId id="2232" r:id="rId172"/>
    <p:sldId id="2233" r:id="rId173"/>
    <p:sldId id="2234" r:id="rId174"/>
    <p:sldId id="2235" r:id="rId175"/>
    <p:sldId id="2211" r:id="rId176"/>
    <p:sldId id="2212" r:id="rId177"/>
    <p:sldId id="2216" r:id="rId178"/>
    <p:sldId id="2213" r:id="rId179"/>
    <p:sldId id="2217" r:id="rId180"/>
    <p:sldId id="2214" r:id="rId181"/>
    <p:sldId id="2218" r:id="rId182"/>
    <p:sldId id="2219" r:id="rId183"/>
    <p:sldId id="2220" r:id="rId184"/>
    <p:sldId id="2221" r:id="rId185"/>
    <p:sldId id="2215" r:id="rId186"/>
    <p:sldId id="2222" r:id="rId187"/>
    <p:sldId id="2223" r:id="rId188"/>
    <p:sldId id="2224" r:id="rId189"/>
    <p:sldId id="2225" r:id="rId190"/>
    <p:sldId id="2226" r:id="rId191"/>
    <p:sldId id="2227" r:id="rId192"/>
    <p:sldId id="2228" r:id="rId193"/>
    <p:sldId id="2229" r:id="rId194"/>
    <p:sldId id="2230" r:id="rId195"/>
    <p:sldId id="893" r:id="rId196"/>
    <p:sldId id="894" r:id="rId197"/>
    <p:sldId id="354" r:id="rId198"/>
    <p:sldId id="1304" r:id="rId199"/>
    <p:sldId id="1305" r:id="rId200"/>
    <p:sldId id="1306" r:id="rId201"/>
    <p:sldId id="1307" r:id="rId202"/>
    <p:sldId id="1308" r:id="rId203"/>
    <p:sldId id="1309" r:id="rId204"/>
  </p:sldIdLst>
  <p:sldSz cx="9144000" cy="6858000" type="screen4x3"/>
  <p:notesSz cx="6858000" cy="9144000"/>
  <p:defaultTextStyle>
    <a:defPPr>
      <a:defRPr lang="zh-CN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205BA9"/>
    <a:srgbClr val="003399"/>
    <a:srgbClr val="FFFF00"/>
    <a:srgbClr val="FF6600"/>
    <a:srgbClr val="0A419B"/>
    <a:srgbClr val="DA251C"/>
    <a:srgbClr val="EC6D04"/>
    <a:srgbClr val="3366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175" autoAdjust="0"/>
    <p:restoredTop sz="93609" autoAdjust="0"/>
  </p:normalViewPr>
  <p:slideViewPr>
    <p:cSldViewPr snapToGrid="0" snapToObjects="1">
      <p:cViewPr>
        <p:scale>
          <a:sx n="92" d="100"/>
          <a:sy n="92" d="100"/>
        </p:scale>
        <p:origin x="903" y="267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 snapToObjects="1">
      <p:cViewPr varScale="1">
        <p:scale>
          <a:sx n="52" d="100"/>
          <a:sy n="52" d="100"/>
        </p:scale>
        <p:origin x="-2844" y="-84"/>
      </p:cViewPr>
      <p:guideLst>
        <p:guide orient="horz" pos="2880"/>
        <p:guide pos="2160"/>
      </p:guideLst>
    </p:cSldViewPr>
  </p:notesViewPr>
  <p:gridSpacing cx="36004" cy="36004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63" Type="http://schemas.openxmlformats.org/officeDocument/2006/relationships/slide" Target="slides/slide61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59" Type="http://schemas.openxmlformats.org/officeDocument/2006/relationships/slide" Target="slides/slide157.xml"/><Relationship Id="rId170" Type="http://schemas.openxmlformats.org/officeDocument/2006/relationships/slide" Target="slides/slide168.xml"/><Relationship Id="rId191" Type="http://schemas.openxmlformats.org/officeDocument/2006/relationships/slide" Target="slides/slide189.xml"/><Relationship Id="rId205" Type="http://schemas.openxmlformats.org/officeDocument/2006/relationships/notesMaster" Target="notesMasters/notesMaster1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144" Type="http://schemas.openxmlformats.org/officeDocument/2006/relationships/slide" Target="slides/slide142.xml"/><Relationship Id="rId149" Type="http://schemas.openxmlformats.org/officeDocument/2006/relationships/slide" Target="slides/slide14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165" Type="http://schemas.openxmlformats.org/officeDocument/2006/relationships/slide" Target="slides/slide163.xml"/><Relationship Id="rId181" Type="http://schemas.openxmlformats.org/officeDocument/2006/relationships/slide" Target="slides/slide179.xml"/><Relationship Id="rId186" Type="http://schemas.openxmlformats.org/officeDocument/2006/relationships/slide" Target="slides/slide184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55" Type="http://schemas.openxmlformats.org/officeDocument/2006/relationships/slide" Target="slides/slide153.xml"/><Relationship Id="rId171" Type="http://schemas.openxmlformats.org/officeDocument/2006/relationships/slide" Target="slides/slide169.xml"/><Relationship Id="rId176" Type="http://schemas.openxmlformats.org/officeDocument/2006/relationships/slide" Target="slides/slide174.xml"/><Relationship Id="rId192" Type="http://schemas.openxmlformats.org/officeDocument/2006/relationships/slide" Target="slides/slide190.xml"/><Relationship Id="rId197" Type="http://schemas.openxmlformats.org/officeDocument/2006/relationships/slide" Target="slides/slide195.xml"/><Relationship Id="rId206" Type="http://schemas.openxmlformats.org/officeDocument/2006/relationships/handoutMaster" Target="handoutMasters/handoutMaster1.xml"/><Relationship Id="rId201" Type="http://schemas.openxmlformats.org/officeDocument/2006/relationships/slide" Target="slides/slide199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61" Type="http://schemas.openxmlformats.org/officeDocument/2006/relationships/slide" Target="slides/slide159.xml"/><Relationship Id="rId166" Type="http://schemas.openxmlformats.org/officeDocument/2006/relationships/slide" Target="slides/slide164.xml"/><Relationship Id="rId182" Type="http://schemas.openxmlformats.org/officeDocument/2006/relationships/slide" Target="slides/slide180.xml"/><Relationship Id="rId187" Type="http://schemas.openxmlformats.org/officeDocument/2006/relationships/slide" Target="slides/slide18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51" Type="http://schemas.openxmlformats.org/officeDocument/2006/relationships/slide" Target="slides/slide149.xml"/><Relationship Id="rId156" Type="http://schemas.openxmlformats.org/officeDocument/2006/relationships/slide" Target="slides/slide154.xml"/><Relationship Id="rId177" Type="http://schemas.openxmlformats.org/officeDocument/2006/relationships/slide" Target="slides/slide175.xml"/><Relationship Id="rId198" Type="http://schemas.openxmlformats.org/officeDocument/2006/relationships/slide" Target="slides/slide196.xml"/><Relationship Id="rId172" Type="http://schemas.openxmlformats.org/officeDocument/2006/relationships/slide" Target="slides/slide170.xml"/><Relationship Id="rId193" Type="http://schemas.openxmlformats.org/officeDocument/2006/relationships/slide" Target="slides/slide191.xml"/><Relationship Id="rId202" Type="http://schemas.openxmlformats.org/officeDocument/2006/relationships/slide" Target="slides/slide200.xml"/><Relationship Id="rId207" Type="http://schemas.openxmlformats.org/officeDocument/2006/relationships/presProps" Target="presProps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slide" Target="slides/slide144.xml"/><Relationship Id="rId167" Type="http://schemas.openxmlformats.org/officeDocument/2006/relationships/slide" Target="slides/slide165.xml"/><Relationship Id="rId188" Type="http://schemas.openxmlformats.org/officeDocument/2006/relationships/slide" Target="slides/slide186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162" Type="http://schemas.openxmlformats.org/officeDocument/2006/relationships/slide" Target="slides/slide160.xml"/><Relationship Id="rId183" Type="http://schemas.openxmlformats.org/officeDocument/2006/relationships/slide" Target="slides/slide181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178" Type="http://schemas.openxmlformats.org/officeDocument/2006/relationships/slide" Target="slides/slide176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52" Type="http://schemas.openxmlformats.org/officeDocument/2006/relationships/slide" Target="slides/slide150.xml"/><Relationship Id="rId173" Type="http://schemas.openxmlformats.org/officeDocument/2006/relationships/slide" Target="slides/slide171.xml"/><Relationship Id="rId194" Type="http://schemas.openxmlformats.org/officeDocument/2006/relationships/slide" Target="slides/slide192.xml"/><Relationship Id="rId199" Type="http://schemas.openxmlformats.org/officeDocument/2006/relationships/slide" Target="slides/slide197.xml"/><Relationship Id="rId203" Type="http://schemas.openxmlformats.org/officeDocument/2006/relationships/slide" Target="slides/slide201.xml"/><Relationship Id="rId208" Type="http://schemas.openxmlformats.org/officeDocument/2006/relationships/viewProps" Target="viewProp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163" Type="http://schemas.openxmlformats.org/officeDocument/2006/relationships/slide" Target="slides/slide161.xml"/><Relationship Id="rId184" Type="http://schemas.openxmlformats.org/officeDocument/2006/relationships/slide" Target="slides/slide182.xml"/><Relationship Id="rId189" Type="http://schemas.openxmlformats.org/officeDocument/2006/relationships/slide" Target="slides/slide187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slide" Target="slides/slide151.xml"/><Relationship Id="rId174" Type="http://schemas.openxmlformats.org/officeDocument/2006/relationships/slide" Target="slides/slide172.xml"/><Relationship Id="rId179" Type="http://schemas.openxmlformats.org/officeDocument/2006/relationships/slide" Target="slides/slide177.xml"/><Relationship Id="rId195" Type="http://schemas.openxmlformats.org/officeDocument/2006/relationships/slide" Target="slides/slide193.xml"/><Relationship Id="rId209" Type="http://schemas.openxmlformats.org/officeDocument/2006/relationships/theme" Target="theme/theme1.xml"/><Relationship Id="rId190" Type="http://schemas.openxmlformats.org/officeDocument/2006/relationships/slide" Target="slides/slide188.xml"/><Relationship Id="rId204" Type="http://schemas.openxmlformats.org/officeDocument/2006/relationships/slide" Target="slides/slide202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48" Type="http://schemas.openxmlformats.org/officeDocument/2006/relationships/slide" Target="slides/slide146.xml"/><Relationship Id="rId164" Type="http://schemas.openxmlformats.org/officeDocument/2006/relationships/slide" Target="slides/slide162.xml"/><Relationship Id="rId169" Type="http://schemas.openxmlformats.org/officeDocument/2006/relationships/slide" Target="slides/slide167.xml"/><Relationship Id="rId185" Type="http://schemas.openxmlformats.org/officeDocument/2006/relationships/slide" Target="slides/slide183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80" Type="http://schemas.openxmlformats.org/officeDocument/2006/relationships/slide" Target="slides/slide178.xml"/><Relationship Id="rId210" Type="http://schemas.openxmlformats.org/officeDocument/2006/relationships/tableStyles" Target="tableStyles.xml"/><Relationship Id="rId26" Type="http://schemas.openxmlformats.org/officeDocument/2006/relationships/slide" Target="slides/slide24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54" Type="http://schemas.openxmlformats.org/officeDocument/2006/relationships/slide" Target="slides/slide152.xml"/><Relationship Id="rId175" Type="http://schemas.openxmlformats.org/officeDocument/2006/relationships/slide" Target="slides/slide173.xml"/><Relationship Id="rId196" Type="http://schemas.openxmlformats.org/officeDocument/2006/relationships/slide" Target="slides/slide194.xml"/><Relationship Id="rId200" Type="http://schemas.openxmlformats.org/officeDocument/2006/relationships/slide" Target="slides/slide198.xml"/></Relationships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ata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_rels/drawing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image" Target="../media/image8.jpe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Info. for Course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HDL Language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HDL Language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57F9D410-122B-4534-84DF-9205A727FC5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A4515CB-837F-4922-80D3-C26CD03D108F}" type="par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63B59826-9B4C-4BD8-A21B-FD6FE6169A28}" type="sibTrans" cxnId="{38B27F28-64F3-48E7-893C-AC8F6C93D2C2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C4FBAAED-04F7-468E-979D-8401BAA7BB2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EA169E1E-04B6-4695-B2B1-93297ABF705B}" type="par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676DEDB9-5658-45FA-B37B-6981C2705398}" type="sibTrans" cxnId="{249EAFA6-B77F-4F41-93CE-520700A50D28}">
      <dgm:prSet/>
      <dgm:spPr/>
      <dgm:t>
        <a:bodyPr/>
        <a:lstStyle/>
        <a:p>
          <a:endParaRPr lang="zh-CN" altLang="en-US"/>
        </a:p>
      </dgm:t>
    </dgm:pt>
    <dgm:pt modelId="{4A7F689D-9B2D-4CC6-A8CE-4880ACF19F04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464FD49-8318-4592-9CFD-8430219D4E69}" type="par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1852B0F5-CC41-4354-8537-58A9DAD45910}" type="sibTrans" cxnId="{805C0874-F406-4CFA-A0BC-D8537CAFCDBB}">
      <dgm:prSet/>
      <dgm:spPr/>
      <dgm:t>
        <a:bodyPr/>
        <a:lstStyle/>
        <a:p>
          <a:endParaRPr lang="zh-CN" altLang="en-US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20664" custLinFactNeighborY="-4784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878C1B00-7643-4D7A-ABFE-008DE2C3233E}" type="presOf" srcId="{C43D24B6-A25D-49BA-9935-2CEC2CF39EBF}" destId="{03E89C44-91EE-4A50-82FF-56AF27111F79}" srcOrd="0" destOrd="0" presId="urn:microsoft.com/office/officeart/2005/8/layout/vList4#1"/>
    <dgm:cxn modelId="{4D96730B-8C04-41E7-ADB5-147B707AB3B7}" type="presOf" srcId="{0F8D46C3-B158-4639-992F-48634EAE5003}" destId="{3B2D0996-43AD-435E-A996-D1160750F921}" srcOrd="1" destOrd="3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C7F46312-564B-46A7-9D37-7FEEAC9ABE25}" type="presOf" srcId="{75B876E6-A622-439F-AFAF-9390F7E0181B}" destId="{04D620BA-FAD4-444F-8A4F-C2A70B4ECB42}" srcOrd="1" destOrd="1" presId="urn:microsoft.com/office/officeart/2005/8/layout/vList4#1"/>
    <dgm:cxn modelId="{2BC94621-C6C2-4DCB-A9C2-8A79CF99A490}" type="presOf" srcId="{F9274577-2B36-4C96-B8BA-F0D7C2E76EBD}" destId="{40074237-D529-4E62-847A-E7E9D8E0BDE4}" srcOrd="1" destOrd="1" presId="urn:microsoft.com/office/officeart/2005/8/layout/vList4#1"/>
    <dgm:cxn modelId="{38B27F28-64F3-48E7-893C-AC8F6C93D2C2}" srcId="{C43D24B6-A25D-49BA-9935-2CEC2CF39EBF}" destId="{57F9D410-122B-4534-84DF-9205A727FC54}" srcOrd="1" destOrd="0" parTransId="{CA4515CB-837F-4922-80D3-C26CD03D108F}" sibTransId="{63B59826-9B4C-4BD8-A21B-FD6FE6169A28}"/>
    <dgm:cxn modelId="{C6D4502F-6007-4032-A7B9-14BA9600043F}" srcId="{FE257EAC-2996-41A8-A164-C8C72964DBF6}" destId="{0F8D46C3-B158-4639-992F-48634EAE5003}" srcOrd="2" destOrd="0" parTransId="{9605186D-67FE-4F5A-A82B-D0EC92FE3D87}" sibTransId="{0CE03EAA-B456-4CD6-BE80-E6B0FE86F5C2}"/>
    <dgm:cxn modelId="{4E614736-35D2-44D9-A850-A7F8D87940B7}" type="presOf" srcId="{4A7F689D-9B2D-4CC6-A8CE-4880ACF19F04}" destId="{83F179FF-809B-4BFE-89F1-88032042A5CE}" srcOrd="0" destOrd="2" presId="urn:microsoft.com/office/officeart/2005/8/layout/vList4#1"/>
    <dgm:cxn modelId="{14189036-3840-4D7E-86B2-71A1FEA86AED}" type="presOf" srcId="{1C70DD0E-A2AC-4B66-B2D3-BC2C6DF307D8}" destId="{7F07B7EF-8112-41BD-A672-4ABD3A3BD914}" srcOrd="0" destOrd="0" presId="urn:microsoft.com/office/officeart/2005/8/layout/vList4#1"/>
    <dgm:cxn modelId="{DB3F2A3E-B39E-4F9A-8EEB-111897F8947A}" type="presOf" srcId="{0F8D46C3-B158-4639-992F-48634EAE5003}" destId="{83F179FF-809B-4BFE-89F1-88032042A5CE}" srcOrd="0" destOrd="3" presId="urn:microsoft.com/office/officeart/2005/8/layout/vList4#1"/>
    <dgm:cxn modelId="{A69FF45C-85CD-4641-B09F-7D061584F0FE}" type="presOf" srcId="{7F46090C-3ACA-476D-A289-5FC68063C662}" destId="{83F179FF-809B-4BFE-89F1-88032042A5CE}" srcOrd="0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12D47F4C-3BF1-455B-A4A6-517E24844202}" type="presOf" srcId="{75B876E6-A622-439F-AFAF-9390F7E0181B}" destId="{FF446214-26FB-4068-8F2D-A476785B55E9}" srcOrd="0" destOrd="1" presId="urn:microsoft.com/office/officeart/2005/8/layout/vList4#1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805C0874-F406-4CFA-A0BC-D8537CAFCDBB}" srcId="{FE257EAC-2996-41A8-A164-C8C72964DBF6}" destId="{4A7F689D-9B2D-4CC6-A8CE-4880ACF19F04}" srcOrd="1" destOrd="0" parTransId="{0464FD49-8318-4592-9CFD-8430219D4E69}" sibTransId="{1852B0F5-CC41-4354-8537-58A9DAD45910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9E4A9B75-B8CE-4D39-B299-665218D884E1}" type="presOf" srcId="{93B6F96E-4C1B-41CC-9EE2-22B406001DBB}" destId="{04D620BA-FAD4-444F-8A4F-C2A70B4ECB42}" srcOrd="1" destOrd="2" presId="urn:microsoft.com/office/officeart/2005/8/layout/vList4#1"/>
    <dgm:cxn modelId="{A087BA55-A6C2-4FCC-9063-0CC01D9E7704}" type="presOf" srcId="{57F9D410-122B-4534-84DF-9205A727FC54}" destId="{03E89C44-91EE-4A50-82FF-56AF27111F79}" srcOrd="0" destOrd="2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B1A91657-4526-4BD2-80C9-56C677A5800A}" type="presOf" srcId="{93B6F96E-4C1B-41CC-9EE2-22B406001DBB}" destId="{FF446214-26FB-4068-8F2D-A476785B55E9}" srcOrd="0" destOrd="2" presId="urn:microsoft.com/office/officeart/2005/8/layout/vList4#1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8AFDA680-AC1D-4789-857B-C9A3134675A0}" type="presOf" srcId="{7F46090C-3ACA-476D-A289-5FC68063C662}" destId="{3B2D0996-43AD-435E-A996-D1160750F921}" srcOrd="1" destOrd="1" presId="urn:microsoft.com/office/officeart/2005/8/layout/vList4#1"/>
    <dgm:cxn modelId="{A19A979E-3226-41A5-A454-8CEDA4E884E1}" type="presOf" srcId="{4A7F689D-9B2D-4CC6-A8CE-4880ACF19F04}" destId="{3B2D0996-43AD-435E-A996-D1160750F921}" srcOrd="1" destOrd="2" presId="urn:microsoft.com/office/officeart/2005/8/layout/vList4#1"/>
    <dgm:cxn modelId="{F304D1A0-1922-467D-AEA9-A299F4687B58}" type="presOf" srcId="{FE257EAC-2996-41A8-A164-C8C72964DBF6}" destId="{3B2D0996-43AD-435E-A996-D1160750F921}" srcOrd="1" destOrd="0" presId="urn:microsoft.com/office/officeart/2005/8/layout/vList4#1"/>
    <dgm:cxn modelId="{C24E83A1-4784-4C36-B540-20374AD0AE8E}" type="presOf" srcId="{C4FBAAED-04F7-468E-979D-8401BAA7BB2D}" destId="{83F179FF-809B-4BFE-89F1-88032042A5CE}" srcOrd="0" destOrd="4" presId="urn:microsoft.com/office/officeart/2005/8/layout/vList4#1"/>
    <dgm:cxn modelId="{EF16FCA1-B8FA-4354-A249-5786DFE3342D}" type="presOf" srcId="{C4FBAAED-04F7-468E-979D-8401BAA7BB2D}" destId="{3B2D0996-43AD-435E-A996-D1160750F921}" srcOrd="1" destOrd="4" presId="urn:microsoft.com/office/officeart/2005/8/layout/vList4#1"/>
    <dgm:cxn modelId="{249EAFA6-B77F-4F41-93CE-520700A50D28}" srcId="{FE257EAC-2996-41A8-A164-C8C72964DBF6}" destId="{C4FBAAED-04F7-468E-979D-8401BAA7BB2D}" srcOrd="3" destOrd="0" parTransId="{EA169E1E-04B6-4695-B2B1-93297ABF705B}" sibTransId="{676DEDB9-5658-45FA-B37B-6981C2705398}"/>
    <dgm:cxn modelId="{B52392A7-0570-452C-88BC-6A285586D61D}" type="presOf" srcId="{49D2852C-6EC3-445E-BB27-AD9FCD0E1D40}" destId="{FF446214-26FB-4068-8F2D-A476785B55E9}" srcOrd="0" destOrd="0" presId="urn:microsoft.com/office/officeart/2005/8/layout/vList4#1"/>
    <dgm:cxn modelId="{E990EFAF-CAE8-4A9C-A450-4AE0FBE0A5AC}" type="presOf" srcId="{C43D24B6-A25D-49BA-9935-2CEC2CF39EBF}" destId="{40074237-D529-4E62-847A-E7E9D8E0BDE4}" srcOrd="1" destOrd="0" presId="urn:microsoft.com/office/officeart/2005/8/layout/vList4#1"/>
    <dgm:cxn modelId="{A447C2BA-0985-4FF9-AC8E-795933567CE2}" type="presOf" srcId="{49D2852C-6EC3-445E-BB27-AD9FCD0E1D40}" destId="{04D620BA-FAD4-444F-8A4F-C2A70B4ECB42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77D253C7-923D-40F2-A6C9-85A9998EA170}" type="presOf" srcId="{57F9D410-122B-4534-84DF-9205A727FC54}" destId="{40074237-D529-4E62-847A-E7E9D8E0BDE4}" srcOrd="1" destOrd="2" presId="urn:microsoft.com/office/officeart/2005/8/layout/vList4#1"/>
    <dgm:cxn modelId="{235BEDCB-1637-4334-B388-CCC7C000E835}" type="presOf" srcId="{F9274577-2B36-4C96-B8BA-F0D7C2E76EBD}" destId="{03E89C44-91EE-4A50-82FF-56AF27111F79}" srcOrd="0" destOrd="1" presId="urn:microsoft.com/office/officeart/2005/8/layout/vList4#1"/>
    <dgm:cxn modelId="{675C1DE8-AA52-4041-B089-287F55B75270}" type="presOf" srcId="{FE257EAC-2996-41A8-A164-C8C72964DBF6}" destId="{83F179FF-809B-4BFE-89F1-88032042A5CE}" srcOrd="0" destOrd="0" presId="urn:microsoft.com/office/officeart/2005/8/layout/vList4#1"/>
    <dgm:cxn modelId="{AEC6700E-3EA6-4C95-B3AD-5F11F5B814DD}" type="presParOf" srcId="{7F07B7EF-8112-41BD-A672-4ABD3A3BD914}" destId="{480266AB-4114-438D-A8AA-417339D03C48}" srcOrd="0" destOrd="0" presId="urn:microsoft.com/office/officeart/2005/8/layout/vList4#1"/>
    <dgm:cxn modelId="{F44F1A8D-DD9F-4981-ABA9-49A99B6320FC}" type="presParOf" srcId="{480266AB-4114-438D-A8AA-417339D03C48}" destId="{FF446214-26FB-4068-8F2D-A476785B55E9}" srcOrd="0" destOrd="0" presId="urn:microsoft.com/office/officeart/2005/8/layout/vList4#1"/>
    <dgm:cxn modelId="{F2E44E3E-AFB7-4CB7-98A6-0DFF40CDFBA4}" type="presParOf" srcId="{480266AB-4114-438D-A8AA-417339D03C48}" destId="{139F12E7-CFA0-4BAF-8300-501CA786BD9A}" srcOrd="1" destOrd="0" presId="urn:microsoft.com/office/officeart/2005/8/layout/vList4#1"/>
    <dgm:cxn modelId="{DAE06B4D-FBF6-4D13-9549-62A9A751CEFD}" type="presParOf" srcId="{480266AB-4114-438D-A8AA-417339D03C48}" destId="{04D620BA-FAD4-444F-8A4F-C2A70B4ECB42}" srcOrd="2" destOrd="0" presId="urn:microsoft.com/office/officeart/2005/8/layout/vList4#1"/>
    <dgm:cxn modelId="{917CF322-DE8F-4D47-84E7-7935F683E978}" type="presParOf" srcId="{7F07B7EF-8112-41BD-A672-4ABD3A3BD914}" destId="{3DF19DF2-2A17-457B-8937-931821ACD1BE}" srcOrd="1" destOrd="0" presId="urn:microsoft.com/office/officeart/2005/8/layout/vList4#1"/>
    <dgm:cxn modelId="{51F7D26C-B113-4520-9FFC-B6F821601846}" type="presParOf" srcId="{7F07B7EF-8112-41BD-A672-4ABD3A3BD914}" destId="{27EFBFAA-523D-4D64-BDB6-95338400EE4B}" srcOrd="2" destOrd="0" presId="urn:microsoft.com/office/officeart/2005/8/layout/vList4#1"/>
    <dgm:cxn modelId="{643C9E4A-5E69-45F0-96D2-F9653D835C1B}" type="presParOf" srcId="{27EFBFAA-523D-4D64-BDB6-95338400EE4B}" destId="{83F179FF-809B-4BFE-89F1-88032042A5CE}" srcOrd="0" destOrd="0" presId="urn:microsoft.com/office/officeart/2005/8/layout/vList4#1"/>
    <dgm:cxn modelId="{C7B90168-8430-46F0-A1DE-766B488752F4}" type="presParOf" srcId="{27EFBFAA-523D-4D64-BDB6-95338400EE4B}" destId="{D9BFE94D-71EB-4B6A-BDEB-ADAFD2BB447D}" srcOrd="1" destOrd="0" presId="urn:microsoft.com/office/officeart/2005/8/layout/vList4#1"/>
    <dgm:cxn modelId="{838138BF-851A-472E-8FF0-F964BEB977A5}" type="presParOf" srcId="{27EFBFAA-523D-4D64-BDB6-95338400EE4B}" destId="{3B2D0996-43AD-435E-A996-D1160750F921}" srcOrd="2" destOrd="0" presId="urn:microsoft.com/office/officeart/2005/8/layout/vList4#1"/>
    <dgm:cxn modelId="{8CFD505E-BD87-4089-BA48-A71F6F6824FE}" type="presParOf" srcId="{7F07B7EF-8112-41BD-A672-4ABD3A3BD914}" destId="{65A56053-3AD0-48FD-8011-3AB7AED30859}" srcOrd="3" destOrd="0" presId="urn:microsoft.com/office/officeart/2005/8/layout/vList4#1"/>
    <dgm:cxn modelId="{581D8C35-9E4C-4796-BBFF-DF528E6F54CE}" type="presParOf" srcId="{7F07B7EF-8112-41BD-A672-4ABD3A3BD914}" destId="{5C3EAC3E-8EC0-47DB-937E-50639549E34D}" srcOrd="4" destOrd="0" presId="urn:microsoft.com/office/officeart/2005/8/layout/vList4#1"/>
    <dgm:cxn modelId="{4B2F739E-2C53-46B3-944F-BE59FBA76851}" type="presParOf" srcId="{5C3EAC3E-8EC0-47DB-937E-50639549E34D}" destId="{03E89C44-91EE-4A50-82FF-56AF27111F79}" srcOrd="0" destOrd="0" presId="urn:microsoft.com/office/officeart/2005/8/layout/vList4#1"/>
    <dgm:cxn modelId="{56B952CA-09C1-4F2E-978A-4FEA403186CC}" type="presParOf" srcId="{5C3EAC3E-8EC0-47DB-937E-50639549E34D}" destId="{0E6BBB02-09EE-42AF-A56F-2F420B4DE34B}" srcOrd="1" destOrd="0" presId="urn:microsoft.com/office/officeart/2005/8/layout/vList4#1"/>
    <dgm:cxn modelId="{FCE1B4D3-9E30-4C5E-A14D-D6D4CB9218CA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1C70DD0E-A2AC-4B66-B2D3-BC2C6DF307D8}" type="doc">
      <dgm:prSet loTypeId="urn:microsoft.com/office/officeart/2005/8/layout/vList4#1" loCatId="picture" qsTypeId="urn:microsoft.com/office/officeart/2005/8/quickstyle/simple1" qsCatId="simple" csTypeId="urn:microsoft.com/office/officeart/2005/8/colors/accent1_2" csCatId="accent1" phldr="1"/>
      <dgm:spPr/>
    </dgm:pt>
    <dgm:pt modelId="{49D2852C-6EC3-445E-BB27-AD9FCD0E1D40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B75F4B0C-80C1-42DD-ADA0-D23A7169AF3A}" type="par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5B57BA09-70E5-4A4A-973A-252A649BCC07}" type="sibTrans" cxnId="{0486F052-DF44-4184-A6BA-D7FF2516BD7B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FE257EAC-2996-41A8-A164-C8C72964DBF6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20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6EDF1B70-A2B3-4E40-B79E-3B474B32F997}" type="par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8AD136C8-6DFA-4944-A710-AAA79DE86A0F}" type="sibTrans" cxnId="{B7A22774-6346-4AF0-987F-09334A9F9943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43D24B6-A25D-49BA-9935-2CEC2CF39EB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algn="l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altLang="zh-CN" sz="20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9A2E131C-0A07-457F-AD2E-63CCE89FCC81}" type="par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A8D3A51B-1BB1-4561-BC95-6E8643928446}" type="sibTrans" cxnId="{6703584A-DE2A-4462-88FE-9CABA9026854}">
      <dgm:prSet/>
      <dgm:spPr/>
      <dgm:t>
        <a:bodyPr/>
        <a:lstStyle/>
        <a:p>
          <a:pPr algn="l"/>
          <a:endParaRPr lang="zh-CN" altLang="en-US" sz="2400" b="1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75B876E6-A622-439F-AFAF-9390F7E0181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Digital system </a:t>
          </a:r>
          <a:endParaRPr lang="zh-CN" altLang="en-US" sz="16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4C3501E-ED8A-4272-B73B-98FCB0D3B0BF}" type="par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C8E6390E-5084-4F59-9C98-3B3200ED7E61}" type="sibTrans" cxnId="{AF2F7676-05EB-4694-A66D-6C93516328AC}">
      <dgm:prSet/>
      <dgm:spPr/>
      <dgm:t>
        <a:bodyPr/>
        <a:lstStyle/>
        <a:p>
          <a:endParaRPr lang="zh-CN" altLang="en-US" b="1"/>
        </a:p>
      </dgm:t>
    </dgm:pt>
    <dgm:pt modelId="{7F46090C-3ACA-476D-A289-5FC68063C662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ts val="120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CD3B324A-BD97-4B69-BB10-339D047DD3FF}" type="par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F2E5A219-CC20-4C40-976C-3FDFB67F8A5A}" type="sibTrans" cxnId="{B21E75BC-D313-426B-98BD-8ADAD55876C5}">
      <dgm:prSet/>
      <dgm:spPr/>
      <dgm:t>
        <a:bodyPr/>
        <a:lstStyle/>
        <a:p>
          <a:endParaRPr lang="zh-CN" altLang="en-US" b="1"/>
        </a:p>
      </dgm:t>
    </dgm:pt>
    <dgm:pt modelId="{0F8D46C3-B158-4639-992F-48634EAE5003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9605186D-67FE-4F5A-A82B-D0EC92FE3D87}" type="par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0CE03EAA-B456-4CD6-BE80-E6B0FE86F5C2}" type="sibTrans" cxnId="{C6D4502F-6007-4032-A7B9-14BA9600043F}">
      <dgm:prSet/>
      <dgm:spPr/>
      <dgm:t>
        <a:bodyPr/>
        <a:lstStyle/>
        <a:p>
          <a:endParaRPr lang="zh-CN" altLang="en-US" b="1"/>
        </a:p>
      </dgm:t>
    </dgm:pt>
    <dgm:pt modelId="{F9274577-2B36-4C96-B8BA-F0D7C2E76EBD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140000"/>
            </a:lnSpc>
            <a:spcBef>
              <a:spcPts val="0"/>
            </a:spcBef>
            <a:spcAft>
              <a:spcPts val="0"/>
            </a:spcAft>
          </a:pPr>
          <a:r>
            <a:rPr lang="en-US" altLang="zh-CN" sz="16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HDL Language</a:t>
          </a:r>
          <a:endParaRPr lang="zh-CN" altLang="en-US" sz="16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0C242A5E-A7B7-42A2-940E-C97E6AFD7DF4}" type="par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EC108E4B-E06E-4E84-B27A-E92BD06537C5}" type="sibTrans" cxnId="{963CA10B-FBF2-4711-BF62-AA69D4511393}">
      <dgm:prSet/>
      <dgm:spPr/>
      <dgm:t>
        <a:bodyPr/>
        <a:lstStyle/>
        <a:p>
          <a:endParaRPr lang="zh-CN" altLang="en-US" b="1"/>
        </a:p>
      </dgm:t>
    </dgm:pt>
    <dgm:pt modelId="{4DC88906-82AA-46A3-BC49-451C4FEECAA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140000"/>
            </a:lnSpc>
            <a:spcBef>
              <a:spcPts val="0"/>
            </a:spcBef>
            <a:spcAft>
              <a:spcPts val="0"/>
            </a:spcAft>
          </a:pPr>
          <a:r>
            <a:rPr lang="en-US" altLang="zh-CN" sz="1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EDA Design Flow</a:t>
          </a:r>
          <a:endParaRPr lang="zh-CN" altLang="en-US" sz="1600" b="1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gm:t>
    </dgm:pt>
    <dgm:pt modelId="{C824A90E-817E-41BB-9BAE-2C0E97346682}" type="parTrans" cxnId="{3D6B9C7B-7D7A-4610-8F05-B45F4AFFC93D}">
      <dgm:prSet/>
      <dgm:spPr/>
      <dgm:t>
        <a:bodyPr/>
        <a:lstStyle/>
        <a:p>
          <a:endParaRPr lang="zh-CN" altLang="en-US" b="1"/>
        </a:p>
      </dgm:t>
    </dgm:pt>
    <dgm:pt modelId="{A85C7DC6-A0A9-4FE6-A8A0-268CAF42A17E}" type="sibTrans" cxnId="{3D6B9C7B-7D7A-4610-8F05-B45F4AFFC93D}">
      <dgm:prSet/>
      <dgm:spPr/>
      <dgm:t>
        <a:bodyPr/>
        <a:lstStyle/>
        <a:p>
          <a:endParaRPr lang="zh-CN" altLang="en-US" b="1"/>
        </a:p>
      </dgm:t>
    </dgm:pt>
    <dgm:pt modelId="{8F35CAC1-F50A-4680-BF27-20B76D0DA08E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Aft>
              <a:spcPct val="15000"/>
            </a:spcAft>
          </a:pPr>
          <a:r>
            <a:rPr lang="en-US" altLang="zh-CN" sz="16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1CAD9DE1-4739-459D-B2C7-0399C6022C64}" type="parTrans" cxnId="{4F8E6783-9F8A-437D-A569-3B30A51700C1}">
      <dgm:prSet/>
      <dgm:spPr/>
      <dgm:t>
        <a:bodyPr/>
        <a:lstStyle/>
        <a:p>
          <a:endParaRPr lang="zh-CN" altLang="en-US" b="1"/>
        </a:p>
      </dgm:t>
    </dgm:pt>
    <dgm:pt modelId="{FF97D0BD-442E-4958-9D11-3EFE6FC11663}" type="sibTrans" cxnId="{4F8E6783-9F8A-437D-A569-3B30A51700C1}">
      <dgm:prSet/>
      <dgm:spPr/>
      <dgm:t>
        <a:bodyPr/>
        <a:lstStyle/>
        <a:p>
          <a:endParaRPr lang="zh-CN" altLang="en-US" b="1"/>
        </a:p>
      </dgm:t>
    </dgm:pt>
    <dgm:pt modelId="{93B6F96E-4C1B-41CC-9EE2-22B406001DB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pPr marL="809625" indent="0" algn="l">
            <a:lnSpc>
              <a:spcPct val="90000"/>
            </a:lnSpc>
            <a:spcAft>
              <a:spcPct val="15000"/>
            </a:spcAft>
          </a:pPr>
          <a:r>
            <a:rPr lang="en-US" altLang="en-US" sz="1600" b="1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endParaRPr lang="zh-CN" altLang="en-US" sz="1600" b="1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gm:t>
    </dgm:pt>
    <dgm:pt modelId="{28821544-08F6-436A-98F2-A52583AA4207}" type="par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18F2336E-BEEB-4CAD-9CF2-814D93BBCAD5}" type="sibTrans" cxnId="{990A4078-CA56-4AD8-BB04-0407A81139FA}">
      <dgm:prSet/>
      <dgm:spPr/>
      <dgm:t>
        <a:bodyPr/>
        <a:lstStyle/>
        <a:p>
          <a:endParaRPr lang="zh-CN" altLang="en-US" b="1"/>
        </a:p>
      </dgm:t>
    </dgm:pt>
    <dgm:pt modelId="{7F07B7EF-8112-41BD-A672-4ABD3A3BD914}" type="pres">
      <dgm:prSet presAssocID="{1C70DD0E-A2AC-4B66-B2D3-BC2C6DF307D8}" presName="linear" presStyleCnt="0">
        <dgm:presLayoutVars>
          <dgm:dir/>
          <dgm:resizeHandles val="exact"/>
        </dgm:presLayoutVars>
      </dgm:prSet>
      <dgm:spPr/>
    </dgm:pt>
    <dgm:pt modelId="{480266AB-4114-438D-A8AA-417339D03C48}" type="pres">
      <dgm:prSet presAssocID="{49D2852C-6EC3-445E-BB27-AD9FCD0E1D40}" presName="comp" presStyleCnt="0"/>
      <dgm:spPr/>
    </dgm:pt>
    <dgm:pt modelId="{FF446214-26FB-4068-8F2D-A476785B55E9}" type="pres">
      <dgm:prSet presAssocID="{49D2852C-6EC3-445E-BB27-AD9FCD0E1D40}" presName="box" presStyleLbl="node1" presStyleIdx="0" presStyleCnt="3" custLinFactNeighborX="-11452" custLinFactNeighborY="-16973"/>
      <dgm:spPr/>
    </dgm:pt>
    <dgm:pt modelId="{139F12E7-CFA0-4BAF-8300-501CA786BD9A}" type="pres">
      <dgm:prSet presAssocID="{49D2852C-6EC3-445E-BB27-AD9FCD0E1D40}" presName="img" presStyleLbl="fgImgPlace1" presStyleIdx="0" presStyleCnt="3" custScaleX="122651" custLinFactNeighborX="5618"/>
      <dgm:spPr>
        <a:blipFill rotWithShape="0">
          <a:blip xmlns:r="http://schemas.openxmlformats.org/officeDocument/2006/relationships" r:embed="rId1"/>
          <a:stretch>
            <a:fillRect/>
          </a:stretch>
        </a:blipFill>
      </dgm:spPr>
    </dgm:pt>
    <dgm:pt modelId="{04D620BA-FAD4-444F-8A4F-C2A70B4ECB42}" type="pres">
      <dgm:prSet presAssocID="{49D2852C-6EC3-445E-BB27-AD9FCD0E1D40}" presName="text" presStyleLbl="node1" presStyleIdx="0" presStyleCnt="3">
        <dgm:presLayoutVars>
          <dgm:bulletEnabled val="1"/>
        </dgm:presLayoutVars>
      </dgm:prSet>
      <dgm:spPr/>
    </dgm:pt>
    <dgm:pt modelId="{3DF19DF2-2A17-457B-8937-931821ACD1BE}" type="pres">
      <dgm:prSet presAssocID="{5B57BA09-70E5-4A4A-973A-252A649BCC07}" presName="spacer" presStyleCnt="0"/>
      <dgm:spPr/>
    </dgm:pt>
    <dgm:pt modelId="{27EFBFAA-523D-4D64-BDB6-95338400EE4B}" type="pres">
      <dgm:prSet presAssocID="{FE257EAC-2996-41A8-A164-C8C72964DBF6}" presName="comp" presStyleCnt="0"/>
      <dgm:spPr/>
    </dgm:pt>
    <dgm:pt modelId="{83F179FF-809B-4BFE-89F1-88032042A5CE}" type="pres">
      <dgm:prSet presAssocID="{FE257EAC-2996-41A8-A164-C8C72964DBF6}" presName="box" presStyleLbl="node1" presStyleIdx="1" presStyleCnt="3" custScaleY="105065"/>
      <dgm:spPr/>
    </dgm:pt>
    <dgm:pt modelId="{D9BFE94D-71EB-4B6A-BDEB-ADAFD2BB447D}" type="pres">
      <dgm:prSet presAssocID="{FE257EAC-2996-41A8-A164-C8C72964DBF6}" presName="img" presStyleLbl="fgImgPlace1" presStyleIdx="1" presStyleCnt="3" custScaleX="121982" custLinFactNeighborX="6961"/>
      <dgm:spPr>
        <a:blipFill rotWithShape="0">
          <a:blip xmlns:r="http://schemas.openxmlformats.org/officeDocument/2006/relationships" r:embed="rId2"/>
          <a:stretch>
            <a:fillRect/>
          </a:stretch>
        </a:blipFill>
      </dgm:spPr>
    </dgm:pt>
    <dgm:pt modelId="{3B2D0996-43AD-435E-A996-D1160750F921}" type="pres">
      <dgm:prSet presAssocID="{FE257EAC-2996-41A8-A164-C8C72964DBF6}" presName="text" presStyleLbl="node1" presStyleIdx="1" presStyleCnt="3">
        <dgm:presLayoutVars>
          <dgm:bulletEnabled val="1"/>
        </dgm:presLayoutVars>
      </dgm:prSet>
      <dgm:spPr/>
    </dgm:pt>
    <dgm:pt modelId="{65A56053-3AD0-48FD-8011-3AB7AED30859}" type="pres">
      <dgm:prSet presAssocID="{8AD136C8-6DFA-4944-A710-AAA79DE86A0F}" presName="spacer" presStyleCnt="0"/>
      <dgm:spPr/>
    </dgm:pt>
    <dgm:pt modelId="{5C3EAC3E-8EC0-47DB-937E-50639549E34D}" type="pres">
      <dgm:prSet presAssocID="{C43D24B6-A25D-49BA-9935-2CEC2CF39EBF}" presName="comp" presStyleCnt="0"/>
      <dgm:spPr/>
    </dgm:pt>
    <dgm:pt modelId="{03E89C44-91EE-4A50-82FF-56AF27111F79}" type="pres">
      <dgm:prSet presAssocID="{C43D24B6-A25D-49BA-9935-2CEC2CF39EBF}" presName="box" presStyleLbl="node1" presStyleIdx="2" presStyleCnt="3" custLinFactNeighborX="-37516" custLinFactNeighborY="14"/>
      <dgm:spPr/>
    </dgm:pt>
    <dgm:pt modelId="{0E6BBB02-09EE-42AF-A56F-2F420B4DE34B}" type="pres">
      <dgm:prSet presAssocID="{C43D24B6-A25D-49BA-9935-2CEC2CF39EBF}" presName="img" presStyleLbl="fgImgPlace1" presStyleIdx="2" presStyleCnt="3" custScaleX="121983" custLinFactNeighborX="6960"/>
      <dgm:spPr>
        <a:blipFill rotWithShape="0">
          <a:blip xmlns:r="http://schemas.openxmlformats.org/officeDocument/2006/relationships" r:embed="rId3"/>
          <a:stretch>
            <a:fillRect/>
          </a:stretch>
        </a:blipFill>
      </dgm:spPr>
    </dgm:pt>
    <dgm:pt modelId="{40074237-D529-4E62-847A-E7E9D8E0BDE4}" type="pres">
      <dgm:prSet presAssocID="{C43D24B6-A25D-49BA-9935-2CEC2CF39EBF}" presName="text" presStyleLbl="node1" presStyleIdx="2" presStyleCnt="3">
        <dgm:presLayoutVars>
          <dgm:bulletEnabled val="1"/>
        </dgm:presLayoutVars>
      </dgm:prSet>
      <dgm:spPr/>
    </dgm:pt>
  </dgm:ptLst>
  <dgm:cxnLst>
    <dgm:cxn modelId="{FE498C02-54CA-42BD-B4BA-3870997587BC}" type="presOf" srcId="{49D2852C-6EC3-445E-BB27-AD9FCD0E1D40}" destId="{FF446214-26FB-4068-8F2D-A476785B55E9}" srcOrd="0" destOrd="0" presId="urn:microsoft.com/office/officeart/2005/8/layout/vList4#1"/>
    <dgm:cxn modelId="{59F23B09-42E7-4C98-A14B-67A2EB475125}" type="presOf" srcId="{0F8D46C3-B158-4639-992F-48634EAE5003}" destId="{83F179FF-809B-4BFE-89F1-88032042A5CE}" srcOrd="0" destOrd="2" presId="urn:microsoft.com/office/officeart/2005/8/layout/vList4#1"/>
    <dgm:cxn modelId="{963CA10B-FBF2-4711-BF62-AA69D4511393}" srcId="{C43D24B6-A25D-49BA-9935-2CEC2CF39EBF}" destId="{F9274577-2B36-4C96-B8BA-F0D7C2E76EBD}" srcOrd="0" destOrd="0" parTransId="{0C242A5E-A7B7-42A2-940E-C97E6AFD7DF4}" sibTransId="{EC108E4B-E06E-4E84-B27A-E92BD06537C5}"/>
    <dgm:cxn modelId="{89CD080D-C47C-49E7-8ECB-1D635F29595D}" type="presOf" srcId="{49D2852C-6EC3-445E-BB27-AD9FCD0E1D40}" destId="{04D620BA-FAD4-444F-8A4F-C2A70B4ECB42}" srcOrd="1" destOrd="0" presId="urn:microsoft.com/office/officeart/2005/8/layout/vList4#1"/>
    <dgm:cxn modelId="{F8A39611-7C61-4877-B423-12F6B58E91FD}" type="presOf" srcId="{1C70DD0E-A2AC-4B66-B2D3-BC2C6DF307D8}" destId="{7F07B7EF-8112-41BD-A672-4ABD3A3BD914}" srcOrd="0" destOrd="0" presId="urn:microsoft.com/office/officeart/2005/8/layout/vList4#1"/>
    <dgm:cxn modelId="{0C374A1D-3483-4514-817F-BDCA18EF9697}" type="presOf" srcId="{FE257EAC-2996-41A8-A164-C8C72964DBF6}" destId="{3B2D0996-43AD-435E-A996-D1160750F921}" srcOrd="1" destOrd="0" presId="urn:microsoft.com/office/officeart/2005/8/layout/vList4#1"/>
    <dgm:cxn modelId="{187E2B22-5029-4A5A-BA94-EA96999B9135}" type="presOf" srcId="{8F35CAC1-F50A-4680-BF27-20B76D0DA08E}" destId="{04D620BA-FAD4-444F-8A4F-C2A70B4ECB42}" srcOrd="1" destOrd="3" presId="urn:microsoft.com/office/officeart/2005/8/layout/vList4#1"/>
    <dgm:cxn modelId="{A3223E2D-4BBF-414D-AC49-2CC2F0828F2B}" type="presOf" srcId="{4DC88906-82AA-46A3-BC49-451C4FEECAA8}" destId="{03E89C44-91EE-4A50-82FF-56AF27111F79}" srcOrd="0" destOrd="2" presId="urn:microsoft.com/office/officeart/2005/8/layout/vList4#1"/>
    <dgm:cxn modelId="{C6D4502F-6007-4032-A7B9-14BA9600043F}" srcId="{FE257EAC-2996-41A8-A164-C8C72964DBF6}" destId="{0F8D46C3-B158-4639-992F-48634EAE5003}" srcOrd="1" destOrd="0" parTransId="{9605186D-67FE-4F5A-A82B-D0EC92FE3D87}" sibTransId="{0CE03EAA-B456-4CD6-BE80-E6B0FE86F5C2}"/>
    <dgm:cxn modelId="{C891B237-D336-4226-A280-9C2A8DE899C8}" type="presOf" srcId="{8F35CAC1-F50A-4680-BF27-20B76D0DA08E}" destId="{FF446214-26FB-4068-8F2D-A476785B55E9}" srcOrd="0" destOrd="3" presId="urn:microsoft.com/office/officeart/2005/8/layout/vList4#1"/>
    <dgm:cxn modelId="{BB89545B-BC40-44D9-9524-83361EA2DF2E}" type="presOf" srcId="{F9274577-2B36-4C96-B8BA-F0D7C2E76EBD}" destId="{40074237-D529-4E62-847A-E7E9D8E0BDE4}" srcOrd="1" destOrd="1" presId="urn:microsoft.com/office/officeart/2005/8/layout/vList4#1"/>
    <dgm:cxn modelId="{F20C7144-6C78-424C-BDA6-8CD5B065FD17}" type="presOf" srcId="{7F46090C-3ACA-476D-A289-5FC68063C662}" destId="{3B2D0996-43AD-435E-A996-D1160750F921}" srcOrd="1" destOrd="1" presId="urn:microsoft.com/office/officeart/2005/8/layout/vList4#1"/>
    <dgm:cxn modelId="{6703584A-DE2A-4462-88FE-9CABA9026854}" srcId="{1C70DD0E-A2AC-4B66-B2D3-BC2C6DF307D8}" destId="{C43D24B6-A25D-49BA-9935-2CEC2CF39EBF}" srcOrd="2" destOrd="0" parTransId="{9A2E131C-0A07-457F-AD2E-63CCE89FCC81}" sibTransId="{A8D3A51B-1BB1-4561-BC95-6E8643928446}"/>
    <dgm:cxn modelId="{0486F052-DF44-4184-A6BA-D7FF2516BD7B}" srcId="{1C70DD0E-A2AC-4B66-B2D3-BC2C6DF307D8}" destId="{49D2852C-6EC3-445E-BB27-AD9FCD0E1D40}" srcOrd="0" destOrd="0" parTransId="{B75F4B0C-80C1-42DD-ADA0-D23A7169AF3A}" sibTransId="{5B57BA09-70E5-4A4A-973A-252A649BCC07}"/>
    <dgm:cxn modelId="{B7A22774-6346-4AF0-987F-09334A9F9943}" srcId="{1C70DD0E-A2AC-4B66-B2D3-BC2C6DF307D8}" destId="{FE257EAC-2996-41A8-A164-C8C72964DBF6}" srcOrd="1" destOrd="0" parTransId="{6EDF1B70-A2B3-4E40-B79E-3B474B32F997}" sibTransId="{8AD136C8-6DFA-4944-A710-AAA79DE86A0F}"/>
    <dgm:cxn modelId="{AD564574-804A-42E6-93F4-F924900C3EA1}" type="presOf" srcId="{F9274577-2B36-4C96-B8BA-F0D7C2E76EBD}" destId="{03E89C44-91EE-4A50-82FF-56AF27111F79}" srcOrd="0" destOrd="1" presId="urn:microsoft.com/office/officeart/2005/8/layout/vList4#1"/>
    <dgm:cxn modelId="{AF2F7676-05EB-4694-A66D-6C93516328AC}" srcId="{49D2852C-6EC3-445E-BB27-AD9FCD0E1D40}" destId="{75B876E6-A622-439F-AFAF-9390F7E0181B}" srcOrd="0" destOrd="0" parTransId="{C4C3501E-ED8A-4272-B73B-98FCB0D3B0BF}" sibTransId="{C8E6390E-5084-4F59-9C98-3B3200ED7E61}"/>
    <dgm:cxn modelId="{990A4078-CA56-4AD8-BB04-0407A81139FA}" srcId="{49D2852C-6EC3-445E-BB27-AD9FCD0E1D40}" destId="{93B6F96E-4C1B-41CC-9EE2-22B406001DBB}" srcOrd="1" destOrd="0" parTransId="{28821544-08F6-436A-98F2-A52583AA4207}" sibTransId="{18F2336E-BEEB-4CAD-9CF2-814D93BBCAD5}"/>
    <dgm:cxn modelId="{3D6B9C7B-7D7A-4610-8F05-B45F4AFFC93D}" srcId="{C43D24B6-A25D-49BA-9935-2CEC2CF39EBF}" destId="{4DC88906-82AA-46A3-BC49-451C4FEECAA8}" srcOrd="1" destOrd="0" parTransId="{C824A90E-817E-41BB-9BAE-2C0E97346682}" sibTransId="{A85C7DC6-A0A9-4FE6-A8A0-268CAF42A17E}"/>
    <dgm:cxn modelId="{C0301982-978E-415B-97E5-D9D03108A02B}" type="presOf" srcId="{93B6F96E-4C1B-41CC-9EE2-22B406001DBB}" destId="{FF446214-26FB-4068-8F2D-A476785B55E9}" srcOrd="0" destOrd="2" presId="urn:microsoft.com/office/officeart/2005/8/layout/vList4#1"/>
    <dgm:cxn modelId="{4F8E6783-9F8A-437D-A569-3B30A51700C1}" srcId="{49D2852C-6EC3-445E-BB27-AD9FCD0E1D40}" destId="{8F35CAC1-F50A-4680-BF27-20B76D0DA08E}" srcOrd="2" destOrd="0" parTransId="{1CAD9DE1-4739-459D-B2C7-0399C6022C64}" sibTransId="{FF97D0BD-442E-4958-9D11-3EFE6FC11663}"/>
    <dgm:cxn modelId="{7A5E8285-38B9-4B8C-969A-1103069903EC}" type="presOf" srcId="{4DC88906-82AA-46A3-BC49-451C4FEECAA8}" destId="{40074237-D529-4E62-847A-E7E9D8E0BDE4}" srcOrd="1" destOrd="2" presId="urn:microsoft.com/office/officeart/2005/8/layout/vList4#1"/>
    <dgm:cxn modelId="{E573D399-BBF3-4EDD-AD6D-A4E75A747191}" type="presOf" srcId="{93B6F96E-4C1B-41CC-9EE2-22B406001DBB}" destId="{04D620BA-FAD4-444F-8A4F-C2A70B4ECB42}" srcOrd="1" destOrd="2" presId="urn:microsoft.com/office/officeart/2005/8/layout/vList4#1"/>
    <dgm:cxn modelId="{9BB10E9D-BAC2-41A6-91BA-19B06A62DA4A}" type="presOf" srcId="{0F8D46C3-B158-4639-992F-48634EAE5003}" destId="{3B2D0996-43AD-435E-A996-D1160750F921}" srcOrd="1" destOrd="2" presId="urn:microsoft.com/office/officeart/2005/8/layout/vList4#1"/>
    <dgm:cxn modelId="{E09FDEA4-B66D-4BCD-BF11-C018DE65D67D}" type="presOf" srcId="{C43D24B6-A25D-49BA-9935-2CEC2CF39EBF}" destId="{40074237-D529-4E62-847A-E7E9D8E0BDE4}" srcOrd="1" destOrd="0" presId="urn:microsoft.com/office/officeart/2005/8/layout/vList4#1"/>
    <dgm:cxn modelId="{B21E75BC-D313-426B-98BD-8ADAD55876C5}" srcId="{FE257EAC-2996-41A8-A164-C8C72964DBF6}" destId="{7F46090C-3ACA-476D-A289-5FC68063C662}" srcOrd="0" destOrd="0" parTransId="{CD3B324A-BD97-4B69-BB10-339D047DD3FF}" sibTransId="{F2E5A219-CC20-4C40-976C-3FDFB67F8A5A}"/>
    <dgm:cxn modelId="{2E70D5BC-66DB-4462-9659-85EB2E6E882E}" type="presOf" srcId="{C43D24B6-A25D-49BA-9935-2CEC2CF39EBF}" destId="{03E89C44-91EE-4A50-82FF-56AF27111F79}" srcOrd="0" destOrd="0" presId="urn:microsoft.com/office/officeart/2005/8/layout/vList4#1"/>
    <dgm:cxn modelId="{4199DCE1-5585-4C99-AC25-51BB217BF827}" type="presOf" srcId="{7F46090C-3ACA-476D-A289-5FC68063C662}" destId="{83F179FF-809B-4BFE-89F1-88032042A5CE}" srcOrd="0" destOrd="1" presId="urn:microsoft.com/office/officeart/2005/8/layout/vList4#1"/>
    <dgm:cxn modelId="{4891BAEF-3A9B-4E89-9F3A-109839AA7A02}" type="presOf" srcId="{75B876E6-A622-439F-AFAF-9390F7E0181B}" destId="{04D620BA-FAD4-444F-8A4F-C2A70B4ECB42}" srcOrd="1" destOrd="1" presId="urn:microsoft.com/office/officeart/2005/8/layout/vList4#1"/>
    <dgm:cxn modelId="{23BDE2F7-F99D-4B4A-A05F-6DF271067B0A}" type="presOf" srcId="{FE257EAC-2996-41A8-A164-C8C72964DBF6}" destId="{83F179FF-809B-4BFE-89F1-88032042A5CE}" srcOrd="0" destOrd="0" presId="urn:microsoft.com/office/officeart/2005/8/layout/vList4#1"/>
    <dgm:cxn modelId="{9C7A58FD-B816-452B-9E12-C9FBDA117953}" type="presOf" srcId="{75B876E6-A622-439F-AFAF-9390F7E0181B}" destId="{FF446214-26FB-4068-8F2D-A476785B55E9}" srcOrd="0" destOrd="1" presId="urn:microsoft.com/office/officeart/2005/8/layout/vList4#1"/>
    <dgm:cxn modelId="{4D0342E6-DBE1-43FA-8062-F768C076CCA2}" type="presParOf" srcId="{7F07B7EF-8112-41BD-A672-4ABD3A3BD914}" destId="{480266AB-4114-438D-A8AA-417339D03C48}" srcOrd="0" destOrd="0" presId="urn:microsoft.com/office/officeart/2005/8/layout/vList4#1"/>
    <dgm:cxn modelId="{B8F882CC-8C5A-46E4-BF5C-B6DC0018E3D8}" type="presParOf" srcId="{480266AB-4114-438D-A8AA-417339D03C48}" destId="{FF446214-26FB-4068-8F2D-A476785B55E9}" srcOrd="0" destOrd="0" presId="urn:microsoft.com/office/officeart/2005/8/layout/vList4#1"/>
    <dgm:cxn modelId="{5B5442C4-3546-463A-981D-C65FA751A761}" type="presParOf" srcId="{480266AB-4114-438D-A8AA-417339D03C48}" destId="{139F12E7-CFA0-4BAF-8300-501CA786BD9A}" srcOrd="1" destOrd="0" presId="urn:microsoft.com/office/officeart/2005/8/layout/vList4#1"/>
    <dgm:cxn modelId="{2909ABC3-EBBA-4201-961E-A09975A075AA}" type="presParOf" srcId="{480266AB-4114-438D-A8AA-417339D03C48}" destId="{04D620BA-FAD4-444F-8A4F-C2A70B4ECB42}" srcOrd="2" destOrd="0" presId="urn:microsoft.com/office/officeart/2005/8/layout/vList4#1"/>
    <dgm:cxn modelId="{F7E06898-9B64-4836-B765-8E0A3F32A6DA}" type="presParOf" srcId="{7F07B7EF-8112-41BD-A672-4ABD3A3BD914}" destId="{3DF19DF2-2A17-457B-8937-931821ACD1BE}" srcOrd="1" destOrd="0" presId="urn:microsoft.com/office/officeart/2005/8/layout/vList4#1"/>
    <dgm:cxn modelId="{08228893-FA8E-4280-84DC-23F793160C5C}" type="presParOf" srcId="{7F07B7EF-8112-41BD-A672-4ABD3A3BD914}" destId="{27EFBFAA-523D-4D64-BDB6-95338400EE4B}" srcOrd="2" destOrd="0" presId="urn:microsoft.com/office/officeart/2005/8/layout/vList4#1"/>
    <dgm:cxn modelId="{D3D26C4D-BE73-419A-9543-1FF62F23A4FA}" type="presParOf" srcId="{27EFBFAA-523D-4D64-BDB6-95338400EE4B}" destId="{83F179FF-809B-4BFE-89F1-88032042A5CE}" srcOrd="0" destOrd="0" presId="urn:microsoft.com/office/officeart/2005/8/layout/vList4#1"/>
    <dgm:cxn modelId="{A5D08712-9276-44DC-BCD7-4455384C85A9}" type="presParOf" srcId="{27EFBFAA-523D-4D64-BDB6-95338400EE4B}" destId="{D9BFE94D-71EB-4B6A-BDEB-ADAFD2BB447D}" srcOrd="1" destOrd="0" presId="urn:microsoft.com/office/officeart/2005/8/layout/vList4#1"/>
    <dgm:cxn modelId="{4940EB4F-08A1-430F-B6EE-FE70FA2F0C31}" type="presParOf" srcId="{27EFBFAA-523D-4D64-BDB6-95338400EE4B}" destId="{3B2D0996-43AD-435E-A996-D1160750F921}" srcOrd="2" destOrd="0" presId="urn:microsoft.com/office/officeart/2005/8/layout/vList4#1"/>
    <dgm:cxn modelId="{A7F185DA-AF84-4A67-94A3-127A3060C9F3}" type="presParOf" srcId="{7F07B7EF-8112-41BD-A672-4ABD3A3BD914}" destId="{65A56053-3AD0-48FD-8011-3AB7AED30859}" srcOrd="3" destOrd="0" presId="urn:microsoft.com/office/officeart/2005/8/layout/vList4#1"/>
    <dgm:cxn modelId="{D97E10BC-59DE-4D37-A147-CD8997415179}" type="presParOf" srcId="{7F07B7EF-8112-41BD-A672-4ABD3A3BD914}" destId="{5C3EAC3E-8EC0-47DB-937E-50639549E34D}" srcOrd="4" destOrd="0" presId="urn:microsoft.com/office/officeart/2005/8/layout/vList4#1"/>
    <dgm:cxn modelId="{748EABCF-39BB-44C3-B364-2CDE9CD9F7A6}" type="presParOf" srcId="{5C3EAC3E-8EC0-47DB-937E-50639549E34D}" destId="{03E89C44-91EE-4A50-82FF-56AF27111F79}" srcOrd="0" destOrd="0" presId="urn:microsoft.com/office/officeart/2005/8/layout/vList4#1"/>
    <dgm:cxn modelId="{871017BB-0E8C-4B26-8919-429CD4966C4C}" type="presParOf" srcId="{5C3EAC3E-8EC0-47DB-937E-50639549E34D}" destId="{0E6BBB02-09EE-42AF-A56F-2F420B4DE34B}" srcOrd="1" destOrd="0" presId="urn:microsoft.com/office/officeart/2005/8/layout/vList4#1"/>
    <dgm:cxn modelId="{142768DA-18C7-4921-8AFB-87F3BD7CB83E}" type="presParOf" srcId="{5C3EAC3E-8EC0-47DB-937E-50639549E34D}" destId="{40074237-D529-4E62-847A-E7E9D8E0BDE4}" srcOrd="2" destOrd="0" presId="urn:microsoft.com/office/officeart/2005/8/layout/vList4#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Info. for Course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Mathematic Foundations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HDL Language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Digital world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62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HDL Language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75000"/>
                </a:schemeClr>
              </a:solidFill>
              <a:latin typeface="微软雅黑" pitchFamily="34" charset="-122"/>
              <a:ea typeface="微软雅黑" pitchFamily="34" charset="-122"/>
            </a:rPr>
            <a:t> EDA technology</a:t>
          </a:r>
          <a:endParaRPr lang="zh-CN" altLang="en-US" sz="1600" b="1" kern="1200" dirty="0">
            <a:solidFill>
              <a:schemeClr val="bg1">
                <a:lumMod val="7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62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446214-26FB-4068-8F2D-A476785B55E9}">
      <dsp:nvSpPr>
        <dsp:cNvPr id="0" name=""/>
        <dsp:cNvSpPr/>
      </dsp:nvSpPr>
      <dsp:spPr>
        <a:xfrm>
          <a:off x="0" y="0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Why to do</a:t>
          </a:r>
          <a:endParaRPr lang="zh-CN" altLang="en-US" sz="20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Digital system </a:t>
          </a:r>
          <a:endParaRPr lang="zh-CN" altLang="en-US" sz="16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Technology Related</a:t>
          </a:r>
          <a:endParaRPr lang="zh-CN" altLang="en-US" sz="16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Info. for Course</a:t>
          </a:r>
          <a:endParaRPr lang="zh-CN" altLang="en-US" sz="16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0"/>
        <a:ext cx="4681666" cy="1572713"/>
      </dsp:txXfrm>
    </dsp:sp>
    <dsp:sp modelId="{139F12E7-CFA0-4BAF-8300-501CA786BD9A}">
      <dsp:nvSpPr>
        <dsp:cNvPr id="0" name=""/>
        <dsp:cNvSpPr/>
      </dsp:nvSpPr>
      <dsp:spPr>
        <a:xfrm>
          <a:off x="88225" y="157271"/>
          <a:ext cx="1483751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3F179FF-809B-4BFE-89F1-88032042A5CE}">
      <dsp:nvSpPr>
        <dsp:cNvPr id="0" name=""/>
        <dsp:cNvSpPr/>
      </dsp:nvSpPr>
      <dsp:spPr>
        <a:xfrm>
          <a:off x="0" y="1729985"/>
          <a:ext cx="6048672" cy="1652371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zh-CN" altLang="en-US" sz="20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     </a:t>
          </a:r>
          <a:r>
            <a:rPr lang="en-US" altLang="zh-CN" sz="20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What to do</a:t>
          </a:r>
          <a:endParaRPr lang="zh-CN" altLang="en-US" sz="20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ts val="120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Architecture of computer</a:t>
          </a:r>
          <a:endParaRPr lang="zh-CN" altLang="en-US" sz="16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Organization of CPU</a:t>
          </a:r>
          <a:endParaRPr lang="zh-CN" altLang="en-US" sz="16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1729985"/>
        <a:ext cx="4681666" cy="1652371"/>
      </dsp:txXfrm>
    </dsp:sp>
    <dsp:sp modelId="{D9BFE94D-71EB-4B6A-BDEB-ADAFD2BB447D}">
      <dsp:nvSpPr>
        <dsp:cNvPr id="0" name=""/>
        <dsp:cNvSpPr/>
      </dsp:nvSpPr>
      <dsp:spPr>
        <a:xfrm>
          <a:off x="108519" y="1927085"/>
          <a:ext cx="1475658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2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3E89C44-91EE-4A50-82FF-56AF27111F79}">
      <dsp:nvSpPr>
        <dsp:cNvPr id="0" name=""/>
        <dsp:cNvSpPr/>
      </dsp:nvSpPr>
      <dsp:spPr>
        <a:xfrm>
          <a:off x="0" y="3539848"/>
          <a:ext cx="6048672" cy="1572713"/>
        </a:xfrm>
        <a:prstGeom prst="roundRect">
          <a:avLst>
            <a:gd name="adj" fmla="val 10000"/>
          </a:avLst>
        </a:prstGeom>
        <a:solidFill>
          <a:schemeClr val="bg1">
            <a:lumMod val="85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ts val="0"/>
            </a:spcAft>
            <a:buNone/>
          </a:pPr>
          <a:r>
            <a:rPr lang="en-US" altLang="zh-CN" sz="20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     How to do</a:t>
          </a:r>
          <a:endParaRPr lang="zh-CN" altLang="en-US" sz="20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140000"/>
            </a:lnSpc>
            <a:spcBef>
              <a:spcPts val="0"/>
            </a:spcBef>
            <a:spcAft>
              <a:spcPts val="0"/>
            </a:spcAft>
            <a:buChar char="•"/>
          </a:pPr>
          <a:r>
            <a:rPr lang="en-US" altLang="zh-CN" sz="1600" b="1" kern="1200" dirty="0">
              <a:solidFill>
                <a:schemeClr val="bg1">
                  <a:lumMod val="65000"/>
                </a:schemeClr>
              </a:solidFill>
              <a:latin typeface="微软雅黑" pitchFamily="34" charset="-122"/>
              <a:ea typeface="微软雅黑" pitchFamily="34" charset="-122"/>
            </a:rPr>
            <a:t> HDL Language</a:t>
          </a:r>
          <a:endParaRPr lang="zh-CN" altLang="en-US" sz="1600" b="1" kern="1200" dirty="0">
            <a:solidFill>
              <a:schemeClr val="bg1">
                <a:lumMod val="65000"/>
              </a:schemeClr>
            </a:solidFill>
            <a:latin typeface="微软雅黑" pitchFamily="34" charset="-122"/>
            <a:ea typeface="微软雅黑" pitchFamily="34" charset="-122"/>
          </a:endParaRPr>
        </a:p>
        <a:p>
          <a:pPr marL="809625" lvl="1" indent="0" algn="l" defTabSz="711200">
            <a:lnSpc>
              <a:spcPct val="140000"/>
            </a:lnSpc>
            <a:spcBef>
              <a:spcPts val="0"/>
            </a:spcBef>
            <a:spcAft>
              <a:spcPts val="0"/>
            </a:spcAft>
            <a:buChar char="•"/>
          </a:pPr>
          <a:r>
            <a:rPr lang="en-US" altLang="zh-CN" sz="1600" b="1" kern="1200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rPr>
            <a:t> EDA Design Flow</a:t>
          </a:r>
          <a:endParaRPr lang="zh-CN" altLang="en-US" sz="1600" b="1" kern="1200" dirty="0">
            <a:solidFill>
              <a:srgbClr val="0A419B"/>
            </a:solidFill>
            <a:latin typeface="微软雅黑" pitchFamily="34" charset="-122"/>
            <a:ea typeface="微软雅黑" pitchFamily="34" charset="-122"/>
          </a:endParaRPr>
        </a:p>
      </dsp:txBody>
      <dsp:txXfrm>
        <a:off x="1367005" y="3539848"/>
        <a:ext cx="4681666" cy="1572713"/>
      </dsp:txXfrm>
    </dsp:sp>
    <dsp:sp modelId="{0E6BBB02-09EE-42AF-A56F-2F420B4DE34B}">
      <dsp:nvSpPr>
        <dsp:cNvPr id="0" name=""/>
        <dsp:cNvSpPr/>
      </dsp:nvSpPr>
      <dsp:spPr>
        <a:xfrm>
          <a:off x="108500" y="3696899"/>
          <a:ext cx="1475670" cy="1258171"/>
        </a:xfrm>
        <a:prstGeom prst="roundRect">
          <a:avLst>
            <a:gd name="adj" fmla="val 10000"/>
          </a:avLst>
        </a:prstGeom>
        <a:blipFill rotWithShape="0">
          <a:blip xmlns:r="http://schemas.openxmlformats.org/officeDocument/2006/relationships" r:embed="rId3"/>
          <a:stretch>
            <a:fillRect/>
          </a:stretch>
        </a:blip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vList4#1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9E2E87A7-FC19-49B0-A9D9-F2DAF8A5F0E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D4797213-996B-416A-BD54-5E495A42BB4D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</a:defRPr>
            </a:lvl1pPr>
          </a:lstStyle>
          <a:p>
            <a:pPr>
              <a:defRPr/>
            </a:pPr>
            <a:fld id="{74F59B24-E155-4F41-A167-C036A8EAFB30}" type="datetimeFigureOut">
              <a:rPr lang="zh-CN" altLang="en-US"/>
              <a:pPr>
                <a:defRPr/>
              </a:pPr>
              <a:t>2026-08-30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C0700B12-0845-4625-8C76-67FD0BD7BC93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0D20E2B4-ED35-4972-80E0-617AE9DB4FD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Calibri" panose="020F0502020204030204" pitchFamily="34" charset="0"/>
              </a:defRPr>
            </a:lvl1pPr>
          </a:lstStyle>
          <a:p>
            <a:fld id="{8E361BE7-C004-4F4E-83B4-E2A76C3B7226}" type="slidenum">
              <a:rPr lang="zh-CN" altLang="en-US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429097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6:50.586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16 21 6784,'-16'-8'3328,"16"6"-4608,0 2 6528,0 0-5376,0 0 128,0 0-128,0 0 0,0 0-128,0 0 128,0 0-512,0 0 0,0 0-768,0 0 0,8-5-256,10 0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6:50.586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16 21 6784,'-16'-8'3328,"16"6"-4608,0 2 6528,0 0-5376,0 0 128,0 0-128,0 0 0,0 0-128,0 0 128,0 0-512,0 0 0,0 0-768,0 0 0,8-5-256,10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9:43.279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12 1 3200,'-12'3'1536,"12"-6"-768,0 3 1664,0 0-2304,0 0 128,0 0-128,0 0 128,0 0-384,0 0 0,8 3 128,0-1 0,-1 3-384,5 0 128,2 2-768,9 1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9:45.198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99 27 6912,'-37'0'3456,"18"-9"-4480,19 6 5888,-4-2-4608,0 3 0,1-1 0,-1-2 128,-1 5-512,-2 0 0,3 0 128,1 0 0,-1 0-768,0 0 0,4 0-1152,11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50:26.468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16 4 3328,'-16'-4'1664,"28"4"-1408,-12 0 1792,0 0-2048,0 0 128,4 4-128,-4-4 128,0 0-256,0 0 128,3 3-128,-3-3 128,0 0-640,0 0 128,0 0-384,4 5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6:50.586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16 21 6784,'-16'-8'3328,"16"6"-4608,0 2 6528,0 0-5376,0 0 128,0 0-128,0 0 0,0 0-128,0 0 128,0 0-512,0 0 0,0 0-768,0 0 0,8-5-256,10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9:43.279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12 1 3200,'-12'3'1536,"12"-6"-768,0 3 1664,0 0-2304,0 0 128,0 0-128,0 0 128,0 0-384,0 0 0,8 3 128,0-1 0,-1 3-384,5 0 128,2 2-768,9 1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9:45.198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99 27 6912,'-37'0'3456,"18"-9"-4480,19 6 5888,-4-2-4608,0 3 0,1-1 0,-1-2 128,-1 5-512,-2 0 0,3 0 128,1 0 0,-1 0-768,0 0 0,4 0-1152,11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50:26.468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16 4 3328,'-16'-4'1664,"28"4"-1408,-12 0 1792,0 0-2048,0 0 128,4 4-128,-4-4 128,0 0-256,0 0 128,3 3-128,-3-3 128,0 0-640,0 0 128,0 0-384,4 5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6:50.586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16 21 6784,'-16'-8'3328,"16"6"-4608,0 2 6528,0 0-5376,0 0 128,0 0-128,0 0 0,0 0-128,0 0 128,0 0-512,0 0 0,0 0-768,0 0 0,8-5-256,10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9:43.279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12 1 3200,'-12'3'1536,"12"-6"-768,0 3 1664,0 0-2304,0 0 128,0 0-128,0 0 128,0 0-384,0 0 0,8 3 128,0-1 0,-1 3-384,5 0 128,2 2-768,9 1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49:45.198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99 27 6912,'-37'0'3456,"18"-9"-4480,19 6 5888,-4-2-4608,0 3 0,1-1 0,-1-2 128,-1 5-512,-2 0 0,3 0 128,1 0 0,-1 0-768,0 0 0,4 0-1152,11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05-10T23:50:26.468"/>
    </inkml:context>
    <inkml:brush xml:id="br0">
      <inkml:brushProperty name="width" value="0.025" units="cm"/>
      <inkml:brushProperty name="height" value="0.025" units="cm"/>
      <inkml:brushProperty name="color" value="#66CC00"/>
    </inkml:brush>
  </inkml:definitions>
  <inkml:trace contextRef="#ctx0" brushRef="#br0">16 4 3328,'-16'-4'1664,"28"4"-1408,-12 0 1792,0 0-2048,0 0 128,4 4-128,-4-4 128,0 0-256,0 0 128,3 3-128,-3-3 128,0 0-640,0 0 128,0 0-384,4 5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id="{F229CED9-49A5-4CB1-96D7-306A1B243CB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605806C8-145A-49FA-B280-5C36B18A5596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</a:defRPr>
            </a:lvl1pPr>
          </a:lstStyle>
          <a:p>
            <a:pPr>
              <a:defRPr/>
            </a:pPr>
            <a:fld id="{1CAE478C-D1C1-44B2-B966-556F8F4E8150}" type="datetimeFigureOut">
              <a:rPr lang="zh-CN" altLang="en-US"/>
              <a:pPr>
                <a:defRPr/>
              </a:pPr>
              <a:t>2026-08-30</a:t>
            </a:fld>
            <a:endParaRPr lang="zh-CN" altLang="en-US"/>
          </a:p>
        </p:txBody>
      </p:sp>
      <p:sp>
        <p:nvSpPr>
          <p:cNvPr id="4" name="幻灯片图像占位符 3">
            <a:extLst>
              <a:ext uri="{FF2B5EF4-FFF2-40B4-BE49-F238E27FC236}">
                <a16:creationId xmlns:a16="http://schemas.microsoft.com/office/drawing/2014/main" id="{FFCD193C-9A46-43CC-AA0A-C630A2CD328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zh-CN" altLang="en-US" noProof="0"/>
          </a:p>
        </p:txBody>
      </p:sp>
      <p:sp>
        <p:nvSpPr>
          <p:cNvPr id="5" name="备注占位符 4">
            <a:extLst>
              <a:ext uri="{FF2B5EF4-FFF2-40B4-BE49-F238E27FC236}">
                <a16:creationId xmlns:a16="http://schemas.microsoft.com/office/drawing/2014/main" id="{6EE759AF-DD24-4B17-A475-6555E5E6DCF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noProof="0"/>
              <a:t>单击此处编辑母版文本样式</a:t>
            </a:r>
          </a:p>
          <a:p>
            <a:pPr lvl="1"/>
            <a:r>
              <a:rPr lang="zh-CN" altLang="en-US" noProof="0"/>
              <a:t>第二级</a:t>
            </a:r>
          </a:p>
          <a:p>
            <a:pPr lvl="2"/>
            <a:r>
              <a:rPr lang="zh-CN" altLang="en-US" noProof="0"/>
              <a:t>第三级</a:t>
            </a:r>
          </a:p>
          <a:p>
            <a:pPr lvl="3"/>
            <a:r>
              <a:rPr lang="zh-CN" altLang="en-US" noProof="0"/>
              <a:t>第四级</a:t>
            </a:r>
          </a:p>
          <a:p>
            <a:pPr lvl="4"/>
            <a:r>
              <a:rPr lang="zh-CN" altLang="en-US" noProof="0"/>
              <a:t>第五级</a:t>
            </a: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1257C3AC-D499-4FF9-98A9-FF4C786EF0E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CE509A84-F5A0-467B-B600-A54D33689D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Calibri" panose="020F0502020204030204" pitchFamily="34" charset="0"/>
              </a:defRPr>
            </a:lvl1pPr>
          </a:lstStyle>
          <a:p>
            <a:fld id="{936A5A8C-90CC-4D91-B7E4-DA0C0EA7570D}" type="slidenum">
              <a:rPr lang="zh-CN" altLang="en-US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1392208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幻灯片图像占位符 1">
            <a:extLst>
              <a:ext uri="{FF2B5EF4-FFF2-40B4-BE49-F238E27FC236}">
                <a16:creationId xmlns:a16="http://schemas.microsoft.com/office/drawing/2014/main" id="{EF53DB06-B9C9-4627-A565-C76E433D4A4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9635" name="备注占位符 2">
            <a:extLst>
              <a:ext uri="{FF2B5EF4-FFF2-40B4-BE49-F238E27FC236}">
                <a16:creationId xmlns:a16="http://schemas.microsoft.com/office/drawing/2014/main" id="{895BB993-761F-4C46-B482-E89C61366F4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636" name="灯片编号占位符 3">
            <a:extLst>
              <a:ext uri="{FF2B5EF4-FFF2-40B4-BE49-F238E27FC236}">
                <a16:creationId xmlns:a16="http://schemas.microsoft.com/office/drawing/2014/main" id="{DD01E60B-F7B2-4C85-B686-48D5C3D855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0866671-4901-487B-88D6-C0C50CE0271A}" type="slidenum">
              <a:rPr lang="zh-CN" altLang="en-US">
                <a:latin typeface="Calibri" panose="020F0502020204030204" pitchFamily="34" charset="0"/>
              </a:rPr>
              <a:pPr/>
              <a:t>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幻灯片图像占位符 1">
            <a:extLst>
              <a:ext uri="{FF2B5EF4-FFF2-40B4-BE49-F238E27FC236}">
                <a16:creationId xmlns:a16="http://schemas.microsoft.com/office/drawing/2014/main" id="{074D2E73-C951-44CF-9234-F270B1826CA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0659" name="备注占位符 2">
            <a:extLst>
              <a:ext uri="{FF2B5EF4-FFF2-40B4-BE49-F238E27FC236}">
                <a16:creationId xmlns:a16="http://schemas.microsoft.com/office/drawing/2014/main" id="{6C58530F-E0A7-45EE-81B6-AA8EE4AECCB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  <a:p>
            <a:endParaRPr lang="en-US" altLang="zh-CN"/>
          </a:p>
          <a:p>
            <a:endParaRPr lang="en-US" altLang="zh-CN"/>
          </a:p>
          <a:p>
            <a:endParaRPr lang="en-US" altLang="zh-CN"/>
          </a:p>
          <a:p>
            <a:endParaRPr lang="zh-CN" altLang="en-US"/>
          </a:p>
        </p:txBody>
      </p:sp>
      <p:sp>
        <p:nvSpPr>
          <p:cNvPr id="70660" name="灯片编号占位符 3">
            <a:extLst>
              <a:ext uri="{FF2B5EF4-FFF2-40B4-BE49-F238E27FC236}">
                <a16:creationId xmlns:a16="http://schemas.microsoft.com/office/drawing/2014/main" id="{F5227201-ED6A-4E58-9F67-0D799D3AA81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A57025DC-F642-4B6F-A55B-E5B94F65BB92}" type="slidenum">
              <a:rPr lang="zh-CN" altLang="en-US">
                <a:latin typeface="Calibri" panose="020F0502020204030204" pitchFamily="34" charset="0"/>
              </a:rPr>
              <a:pPr/>
              <a:t>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CCD0EF-C19D-6E6A-D00F-D1F532E046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幻灯片图像占位符 1">
            <a:extLst>
              <a:ext uri="{FF2B5EF4-FFF2-40B4-BE49-F238E27FC236}">
                <a16:creationId xmlns:a16="http://schemas.microsoft.com/office/drawing/2014/main" id="{22F0C220-4C3A-0959-9E33-0C7088FFCFA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0659" name="备注占位符 2">
            <a:extLst>
              <a:ext uri="{FF2B5EF4-FFF2-40B4-BE49-F238E27FC236}">
                <a16:creationId xmlns:a16="http://schemas.microsoft.com/office/drawing/2014/main" id="{DF87413C-E409-6B67-610F-277430AAB40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  <a:p>
            <a:endParaRPr lang="en-US" altLang="zh-CN"/>
          </a:p>
          <a:p>
            <a:endParaRPr lang="en-US" altLang="zh-CN"/>
          </a:p>
          <a:p>
            <a:endParaRPr lang="en-US" altLang="zh-CN"/>
          </a:p>
          <a:p>
            <a:endParaRPr lang="zh-CN" altLang="en-US"/>
          </a:p>
        </p:txBody>
      </p:sp>
      <p:sp>
        <p:nvSpPr>
          <p:cNvPr id="70660" name="灯片编号占位符 3">
            <a:extLst>
              <a:ext uri="{FF2B5EF4-FFF2-40B4-BE49-F238E27FC236}">
                <a16:creationId xmlns:a16="http://schemas.microsoft.com/office/drawing/2014/main" id="{1D76DF7F-1D82-1018-C9EA-6F8056586A5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A57025DC-F642-4B6F-A55B-E5B94F65BB92}" type="slidenum">
              <a:rPr lang="zh-CN" altLang="en-US">
                <a:latin typeface="Calibri" panose="020F0502020204030204" pitchFamily="34" charset="0"/>
              </a:rPr>
              <a:pPr/>
              <a:t>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971938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864261-D0D9-7BE4-48F0-066A96C5C7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幻灯片图像占位符 1">
            <a:extLst>
              <a:ext uri="{FF2B5EF4-FFF2-40B4-BE49-F238E27FC236}">
                <a16:creationId xmlns:a16="http://schemas.microsoft.com/office/drawing/2014/main" id="{0D37235B-D9AB-F724-9DC7-62B9CF85CC5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0659" name="备注占位符 2">
            <a:extLst>
              <a:ext uri="{FF2B5EF4-FFF2-40B4-BE49-F238E27FC236}">
                <a16:creationId xmlns:a16="http://schemas.microsoft.com/office/drawing/2014/main" id="{85CA68CC-5F20-322A-9713-97BAD9F17C9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  <a:p>
            <a:endParaRPr lang="en-US" altLang="zh-CN"/>
          </a:p>
          <a:p>
            <a:endParaRPr lang="en-US" altLang="zh-CN"/>
          </a:p>
          <a:p>
            <a:endParaRPr lang="en-US" altLang="zh-CN"/>
          </a:p>
          <a:p>
            <a:endParaRPr lang="zh-CN" altLang="en-US"/>
          </a:p>
        </p:txBody>
      </p:sp>
      <p:sp>
        <p:nvSpPr>
          <p:cNvPr id="70660" name="灯片编号占位符 3">
            <a:extLst>
              <a:ext uri="{FF2B5EF4-FFF2-40B4-BE49-F238E27FC236}">
                <a16:creationId xmlns:a16="http://schemas.microsoft.com/office/drawing/2014/main" id="{4E15A329-7613-A6EA-FBAF-7B6D5D94694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A57025DC-F642-4B6F-A55B-E5B94F65BB92}" type="slidenum">
              <a:rPr lang="zh-CN" altLang="en-US">
                <a:latin typeface="Calibri" panose="020F0502020204030204" pitchFamily="34" charset="0"/>
              </a:rPr>
              <a:pPr/>
              <a:t>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009858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 err="1"/>
              <a:t>ded</a:t>
            </a:r>
            <a:r>
              <a:rPr lang="en-US" altLang="zh-CN" dirty="0"/>
              <a:t> ˈ</a:t>
            </a:r>
            <a:r>
              <a:rPr lang="en-US" altLang="zh-CN" dirty="0" err="1"/>
              <a:t>rekənɪŋ</a:t>
            </a:r>
            <a:r>
              <a:rPr lang="en-US" altLang="zh-CN" dirty="0"/>
              <a:t>/  </a:t>
            </a:r>
            <a:r>
              <a:rPr lang="zh-CN" altLang="en-US" dirty="0"/>
              <a:t>航位推算</a:t>
            </a:r>
            <a:endParaRPr lang="en-US" altLang="zh-CN" dirty="0"/>
          </a:p>
          <a:p>
            <a:r>
              <a:rPr lang="en-US" altLang="zh-CN" dirty="0"/>
              <a:t>navigation system </a:t>
            </a:r>
            <a:r>
              <a:rPr lang="zh-CN" altLang="en-US" dirty="0"/>
              <a:t>导航系统</a:t>
            </a:r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6009386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D528E4-71B1-08C4-5A27-57A3C102E6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3E3DA61B-1851-ED12-9D08-82EE01A6540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A10148D-3B4B-759A-3FA7-43EE658941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>
                <a:effectLst/>
              </a:rPr>
              <a:t>Exoskeleton robot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autonomous cart</a:t>
            </a:r>
          </a:p>
          <a:p>
            <a:r>
              <a:rPr lang="en-US" altLang="zh-CN" dirty="0"/>
              <a:t>unmanned vehicle</a:t>
            </a:r>
          </a:p>
          <a:p>
            <a:r>
              <a:rPr lang="en-US" altLang="zh-CN" dirty="0"/>
              <a:t>unmanned aerial vehicle (UAV)</a:t>
            </a:r>
          </a:p>
          <a:p>
            <a:r>
              <a:rPr lang="en-US" altLang="zh-CN" dirty="0"/>
              <a:t>unmanned drone</a:t>
            </a:r>
          </a:p>
          <a:p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These objects all contain multiple computers inside.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07DD99B-F5A0-FD6E-476E-FDCEE1472E1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1080116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F798FF-1C4B-5157-0722-1342940C88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E2DAD4D2-96CE-9924-F02C-1753D456E7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39E703C3-9E4E-A51A-B31C-0A0AA0DEDD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>
                <a:effectLst/>
              </a:rPr>
              <a:t>Exoskeleton robot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autonomous cart</a:t>
            </a:r>
          </a:p>
          <a:p>
            <a:r>
              <a:rPr lang="en-US" altLang="zh-CN" dirty="0"/>
              <a:t>unmanned vehicle</a:t>
            </a:r>
          </a:p>
          <a:p>
            <a:r>
              <a:rPr lang="en-US" altLang="zh-CN" dirty="0"/>
              <a:t>unmanned aerial vehicle (UAV)</a:t>
            </a:r>
          </a:p>
          <a:p>
            <a:r>
              <a:rPr lang="en-US" altLang="zh-CN" dirty="0"/>
              <a:t>unmanned drone</a:t>
            </a:r>
          </a:p>
          <a:p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These objects all contain multiple computers inside.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E15A4D0-74E8-75E9-3168-967539069B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5895274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CCB802-99EB-4F06-DB2B-60D58DEF7C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5118D8D-BE6C-9E47-6642-770C7B614F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EA0ACE4-0AC9-0EE8-E941-875A7D6AE4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>
                <a:effectLst/>
              </a:rPr>
              <a:t>Exoskeleton robot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autonomous cart</a:t>
            </a:r>
          </a:p>
          <a:p>
            <a:r>
              <a:rPr lang="en-US" altLang="zh-CN" dirty="0"/>
              <a:t>unmanned vehicle</a:t>
            </a:r>
          </a:p>
          <a:p>
            <a:r>
              <a:rPr lang="en-US" altLang="zh-CN" dirty="0"/>
              <a:t>unmanned aerial vehicle (UAV)</a:t>
            </a:r>
          </a:p>
          <a:p>
            <a:r>
              <a:rPr lang="en-US" altLang="zh-CN" dirty="0"/>
              <a:t>unmanned drone</a:t>
            </a:r>
          </a:p>
          <a:p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These objects all contain multiple computers inside.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DE473151-02BC-B621-CD5F-D6F37E4F356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398821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DDDF45-62E2-3FD5-3430-91656C0142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55F3443B-0011-9B24-8524-A8DBEA8F661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20C9CE11-A13D-325D-2D05-1AAD4D86DA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>
                <a:effectLst/>
              </a:rPr>
              <a:t>Exoskeleton robot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autonomous cart</a:t>
            </a:r>
          </a:p>
          <a:p>
            <a:r>
              <a:rPr lang="en-US" altLang="zh-CN" dirty="0"/>
              <a:t>unmanned vehicle</a:t>
            </a:r>
          </a:p>
          <a:p>
            <a:r>
              <a:rPr lang="en-US" altLang="zh-CN" dirty="0"/>
              <a:t>unmanned aerial vehicle (UAV)</a:t>
            </a:r>
          </a:p>
          <a:p>
            <a:r>
              <a:rPr lang="en-US" altLang="zh-CN" dirty="0"/>
              <a:t>unmanned drone</a:t>
            </a:r>
          </a:p>
          <a:p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These objects all contain multiple computers inside.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EC89D9E-234B-420C-DA7B-81919EF4D92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364732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>
                <a:effectLst/>
              </a:rPr>
              <a:t>Exoskeleton robot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autonomous cart</a:t>
            </a:r>
          </a:p>
          <a:p>
            <a:r>
              <a:rPr lang="en-US" altLang="zh-CN" dirty="0"/>
              <a:t>unmanned vehicle</a:t>
            </a:r>
          </a:p>
          <a:p>
            <a:r>
              <a:rPr lang="en-US" altLang="zh-CN" dirty="0"/>
              <a:t>unmanned aerial vehicle (UAV)</a:t>
            </a:r>
          </a:p>
          <a:p>
            <a:r>
              <a:rPr lang="en-US" altLang="zh-CN" dirty="0"/>
              <a:t>unmanned drone</a:t>
            </a:r>
          </a:p>
          <a:p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These objects all contain multiple computers inside.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95131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B4579-1202-6C8F-5890-3418172A0C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FD6B77F-3873-5E42-D516-2F455EE063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52C63205-0F16-478C-D103-38B3BAD544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>
                <a:effectLst/>
              </a:rPr>
              <a:t>Exoskeleton robot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autonomous cart</a:t>
            </a:r>
          </a:p>
          <a:p>
            <a:r>
              <a:rPr lang="en-US" altLang="zh-CN" dirty="0"/>
              <a:t>unmanned vehicle</a:t>
            </a:r>
          </a:p>
          <a:p>
            <a:r>
              <a:rPr lang="en-US" altLang="zh-CN" dirty="0"/>
              <a:t>unmanned aerial vehicle (UAV)</a:t>
            </a:r>
          </a:p>
          <a:p>
            <a:r>
              <a:rPr lang="en-US" altLang="zh-CN" dirty="0"/>
              <a:t>unmanned drone</a:t>
            </a:r>
          </a:p>
          <a:p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These objects all contain multiple computers inside.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6EC0C49-EB9B-874C-A62B-EB3809F29B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9489378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CB0510-207E-E6C1-0AB6-B6D67EA5B5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FEC91A7-5E7F-7DDC-B1A0-6B215D3BF6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FB983CE-7077-A6A0-FF35-670EB49823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>
                <a:effectLst/>
              </a:rPr>
              <a:t>Exoskeleton robot</a:t>
            </a:r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autonomous cart</a:t>
            </a:r>
          </a:p>
          <a:p>
            <a:r>
              <a:rPr lang="en-US" altLang="zh-CN" dirty="0"/>
              <a:t>unmanned vehicle</a:t>
            </a:r>
          </a:p>
          <a:p>
            <a:r>
              <a:rPr lang="en-US" altLang="zh-CN" dirty="0"/>
              <a:t>unmanned aerial vehicle (UAV)</a:t>
            </a:r>
          </a:p>
          <a:p>
            <a:r>
              <a:rPr lang="en-US" altLang="zh-CN" dirty="0"/>
              <a:t>unmanned drone</a:t>
            </a:r>
          </a:p>
          <a:p>
            <a:endParaRPr lang="en-US" altLang="zh-CN" dirty="0"/>
          </a:p>
          <a:p>
            <a:endParaRPr lang="en-US" altLang="zh-CN" dirty="0"/>
          </a:p>
          <a:p>
            <a:r>
              <a:rPr lang="en-US" altLang="zh-CN" dirty="0"/>
              <a:t>These objects all contain multiple computers inside.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1B1A289-2993-FF8F-EC98-8ACD89DDC9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7741096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7CD4F8-108C-AEB4-552F-9BEEC0697B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50BA15EE-0B98-606E-B8E0-9C329AECBE0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B1093112-870F-E3D3-15A4-B99195DB71F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61ADBAFB-8FE6-EED1-D2A4-48998264FB3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24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238607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E0111C-89F8-BC3A-004F-D0CA218E4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E648FA9E-8669-E4D1-C60D-E251DEE37CF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EE06650B-547A-2001-C0D0-8D4A2F62E56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6FF03BD6-8411-B222-B4AB-070B8E5614B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25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5095110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BCF37-95D7-5B00-1B88-CAFB29780A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E1D323D9-0364-5A80-B202-C86F2DB9E5A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143EA9D7-D73A-E54E-83F6-E12E7860775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1DAE826A-CF97-A1B7-2D82-1A37369E9C4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26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706573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EE2352-2704-95A5-E11B-03A03ECC4C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B4E5CBD3-B453-2F8F-DE2E-3E4F5634155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1B137120-CD8D-A08F-5132-53EC5E3E752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7D4EE886-5D8F-5848-5C9B-08F48D438F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27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862308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201C93-388D-1AE0-8EB1-96C88004A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37621082-8617-E41F-4EE1-8B47C8AF67F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E992EF04-0FD9-BF85-CFA1-D86CB1E7217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C8005152-9E2F-4BD5-3FBB-5F968BD21FB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28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493000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EC17FA-330A-7DEB-B37C-5F443DED95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B3B5E393-A683-F3D8-5076-95211C855AE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6B1D499B-650B-D818-F4BF-B28EB847159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21A4F637-FD78-1BD9-01FE-6EEB2FACFA4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29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856914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B7E7B6-DBBA-7957-3A40-3654396667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553B4DCA-90B5-180B-4C7E-E814181FF77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4D3AAAD3-6544-6D85-CC5D-99A5F4FDF27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5899E394-9654-ECA3-7C03-9001B0CF9EE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30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128376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FF5AC-63C5-B92C-1B8B-E976AEF59E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77347712-8283-C635-A2F2-0FEF96DD117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79752A37-AAEA-B24B-9FDA-021A27618A3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3A54D460-8B8D-9803-7561-171A76D098F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31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04265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65B84A-7424-A52D-DE29-3A3F999A43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E9A14152-C0E6-5C17-33F2-68F7DBABD7E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EA88764D-02A0-7CCB-1FC0-2B799E639BC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3AE6FE1F-44B8-2F0E-3A71-97AA2A39384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32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024844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23BAEF-C87F-5552-021A-545E190663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72AA5E51-7661-2D26-F0EA-C6E1D9C6DE9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1685AD4D-E27B-622E-48CF-C2952158078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B28C5BF8-7F5D-FD05-69E0-CF0B5600D29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33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238274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B0DDDF-7D99-204F-1969-ECD126D17D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DFF010BD-07D7-F7A3-34ED-43AB26FECD0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7E609FDE-40AF-B2B2-3C93-6B3DF4D3F0A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D3E7AC89-948B-1BD1-053F-5270CCF3DFF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34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887433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C684F6-33B3-8BD7-8FFA-54AE869F4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755EFD5B-3C68-8319-20C8-2E41D5D43F3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D87BAD54-301C-7D91-4EF8-C412C23FC6F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0BDB109B-83DC-462C-7B3A-87717E4CBEE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35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677633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幻灯片图像占位符 1">
            <a:extLst>
              <a:ext uri="{FF2B5EF4-FFF2-40B4-BE49-F238E27FC236}">
                <a16:creationId xmlns:a16="http://schemas.microsoft.com/office/drawing/2014/main" id="{14A5A69E-5D92-4756-8D27-47069F6667E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683" name="备注占位符 2">
            <a:extLst>
              <a:ext uri="{FF2B5EF4-FFF2-40B4-BE49-F238E27FC236}">
                <a16:creationId xmlns:a16="http://schemas.microsoft.com/office/drawing/2014/main" id="{9A04871C-4AEA-4438-939D-33178964AD3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r>
              <a:rPr lang="en-US" altLang="zh-CN" dirty="0"/>
              <a:t>The most common actuator is a motor</a:t>
            </a:r>
          </a:p>
        </p:txBody>
      </p:sp>
      <p:sp>
        <p:nvSpPr>
          <p:cNvPr id="71684" name="灯片编号占位符 3">
            <a:extLst>
              <a:ext uri="{FF2B5EF4-FFF2-40B4-BE49-F238E27FC236}">
                <a16:creationId xmlns:a16="http://schemas.microsoft.com/office/drawing/2014/main" id="{991FCC7D-8C01-4D1A-887F-D1CD3897B59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48E0BC0-433F-4E3A-94F3-AAE8E49CFFC6}" type="slidenum">
              <a:rPr lang="zh-CN" altLang="en-US">
                <a:latin typeface="Calibri" panose="020F0502020204030204" pitchFamily="34" charset="0"/>
              </a:rPr>
              <a:pPr/>
              <a:t>36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35ECF7-AD11-C00D-0421-57A5F9D1DA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幻灯片图像占位符 1">
            <a:extLst>
              <a:ext uri="{FF2B5EF4-FFF2-40B4-BE49-F238E27FC236}">
                <a16:creationId xmlns:a16="http://schemas.microsoft.com/office/drawing/2014/main" id="{738F4149-3073-A8B9-0DB9-F94471F0CA0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7" name="备注占位符 2">
            <a:extLst>
              <a:ext uri="{FF2B5EF4-FFF2-40B4-BE49-F238E27FC236}">
                <a16:creationId xmlns:a16="http://schemas.microsoft.com/office/drawing/2014/main" id="{CF9CBBF1-2379-69AC-D73D-3CCD4F8B299C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08" name="灯片编号占位符 3">
            <a:extLst>
              <a:ext uri="{FF2B5EF4-FFF2-40B4-BE49-F238E27FC236}">
                <a16:creationId xmlns:a16="http://schemas.microsoft.com/office/drawing/2014/main" id="{42E72909-E489-B17E-2B93-4F90899D960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1B2FF75F-9663-47D9-B3DE-E3AFD610B8F4}" type="slidenum">
              <a:rPr lang="zh-CN" altLang="en-US">
                <a:latin typeface="Calibri" panose="020F0502020204030204" pitchFamily="34" charset="0"/>
              </a:rPr>
              <a:pPr/>
              <a:t>38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8356359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EB266B-78C4-5A0D-BBCF-5DCA8AD188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幻灯片图像占位符 1">
            <a:extLst>
              <a:ext uri="{FF2B5EF4-FFF2-40B4-BE49-F238E27FC236}">
                <a16:creationId xmlns:a16="http://schemas.microsoft.com/office/drawing/2014/main" id="{DA4BA1CD-C4B1-F9D2-02E0-B697D829F0C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7" name="备注占位符 2">
            <a:extLst>
              <a:ext uri="{FF2B5EF4-FFF2-40B4-BE49-F238E27FC236}">
                <a16:creationId xmlns:a16="http://schemas.microsoft.com/office/drawing/2014/main" id="{1C412909-8675-EF64-D66C-4FF9273F6513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08" name="灯片编号占位符 3">
            <a:extLst>
              <a:ext uri="{FF2B5EF4-FFF2-40B4-BE49-F238E27FC236}">
                <a16:creationId xmlns:a16="http://schemas.microsoft.com/office/drawing/2014/main" id="{A7BE49F2-360F-98EE-0C3B-4D6170A0289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1B2FF75F-9663-47D9-B3DE-E3AFD610B8F4}" type="slidenum">
              <a:rPr lang="zh-CN" altLang="en-US">
                <a:latin typeface="Calibri" panose="020F0502020204030204" pitchFamily="34" charset="0"/>
              </a:rPr>
              <a:pPr/>
              <a:t>39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388069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C67A8-EA1B-2C01-0828-E9648C8998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幻灯片图像占位符 1">
            <a:extLst>
              <a:ext uri="{FF2B5EF4-FFF2-40B4-BE49-F238E27FC236}">
                <a16:creationId xmlns:a16="http://schemas.microsoft.com/office/drawing/2014/main" id="{A3EF13C2-4976-112A-9CC0-328FA7A8148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7" name="备注占位符 2">
            <a:extLst>
              <a:ext uri="{FF2B5EF4-FFF2-40B4-BE49-F238E27FC236}">
                <a16:creationId xmlns:a16="http://schemas.microsoft.com/office/drawing/2014/main" id="{209A0267-D310-3260-BF93-5A1449A6321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08" name="灯片编号占位符 3">
            <a:extLst>
              <a:ext uri="{FF2B5EF4-FFF2-40B4-BE49-F238E27FC236}">
                <a16:creationId xmlns:a16="http://schemas.microsoft.com/office/drawing/2014/main" id="{F4978D67-C683-B4A7-AC15-6E4844FE10A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1B2FF75F-9663-47D9-B3DE-E3AFD610B8F4}" type="slidenum">
              <a:rPr lang="zh-CN" altLang="en-US">
                <a:latin typeface="Calibri" panose="020F0502020204030204" pitchFamily="34" charset="0"/>
              </a:rPr>
              <a:pPr/>
              <a:t>40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89536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65BAD-B83F-D67F-ADF8-C4612D2112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幻灯片图像占位符 1">
            <a:extLst>
              <a:ext uri="{FF2B5EF4-FFF2-40B4-BE49-F238E27FC236}">
                <a16:creationId xmlns:a16="http://schemas.microsoft.com/office/drawing/2014/main" id="{01681949-A40F-6215-6287-0C68132D8E0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7" name="备注占位符 2">
            <a:extLst>
              <a:ext uri="{FF2B5EF4-FFF2-40B4-BE49-F238E27FC236}">
                <a16:creationId xmlns:a16="http://schemas.microsoft.com/office/drawing/2014/main" id="{0E201A03-D802-794D-9E14-A44D547F351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08" name="灯片编号占位符 3">
            <a:extLst>
              <a:ext uri="{FF2B5EF4-FFF2-40B4-BE49-F238E27FC236}">
                <a16:creationId xmlns:a16="http://schemas.microsoft.com/office/drawing/2014/main" id="{B3C149F2-C56D-8B5D-811C-668DDA7C075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1B2FF75F-9663-47D9-B3DE-E3AFD610B8F4}" type="slidenum">
              <a:rPr lang="zh-CN" altLang="en-US">
                <a:latin typeface="Calibri" panose="020F0502020204030204" pitchFamily="34" charset="0"/>
              </a:rPr>
              <a:pPr/>
              <a:t>41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2594311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5A32F1-206C-3C39-91CA-59E907A284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幻灯片图像占位符 1">
            <a:extLst>
              <a:ext uri="{FF2B5EF4-FFF2-40B4-BE49-F238E27FC236}">
                <a16:creationId xmlns:a16="http://schemas.microsoft.com/office/drawing/2014/main" id="{E6A43243-4C34-82D2-017C-1673F19FA5B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7" name="备注占位符 2">
            <a:extLst>
              <a:ext uri="{FF2B5EF4-FFF2-40B4-BE49-F238E27FC236}">
                <a16:creationId xmlns:a16="http://schemas.microsoft.com/office/drawing/2014/main" id="{D26BB234-0C2B-0ED4-BB2C-941872C55C3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08" name="灯片编号占位符 3">
            <a:extLst>
              <a:ext uri="{FF2B5EF4-FFF2-40B4-BE49-F238E27FC236}">
                <a16:creationId xmlns:a16="http://schemas.microsoft.com/office/drawing/2014/main" id="{7AE54767-AEFF-91C8-3B1E-8E8E7F274F6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1B2FF75F-9663-47D9-B3DE-E3AFD610B8F4}" type="slidenum">
              <a:rPr lang="zh-CN" altLang="en-US">
                <a:latin typeface="Calibri" panose="020F0502020204030204" pitchFamily="34" charset="0"/>
              </a:rPr>
              <a:pPr/>
              <a:t>42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148245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FAA70E-E307-789B-5867-12F551AF9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幻灯片图像占位符 1">
            <a:extLst>
              <a:ext uri="{FF2B5EF4-FFF2-40B4-BE49-F238E27FC236}">
                <a16:creationId xmlns:a16="http://schemas.microsoft.com/office/drawing/2014/main" id="{970B1E45-F208-91AE-973F-D7F3EF5BF45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7" name="备注占位符 2">
            <a:extLst>
              <a:ext uri="{FF2B5EF4-FFF2-40B4-BE49-F238E27FC236}">
                <a16:creationId xmlns:a16="http://schemas.microsoft.com/office/drawing/2014/main" id="{0D115B37-F55B-AE99-092F-14A41ABA84E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08" name="灯片编号占位符 3">
            <a:extLst>
              <a:ext uri="{FF2B5EF4-FFF2-40B4-BE49-F238E27FC236}">
                <a16:creationId xmlns:a16="http://schemas.microsoft.com/office/drawing/2014/main" id="{3A1A516D-0363-5E5E-65B2-CD756F8CF3E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1B2FF75F-9663-47D9-B3DE-E3AFD610B8F4}" type="slidenum">
              <a:rPr lang="zh-CN" altLang="en-US">
                <a:latin typeface="Calibri" panose="020F0502020204030204" pitchFamily="34" charset="0"/>
              </a:rPr>
              <a:pPr/>
              <a:t>43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80057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61E0B9-DAF9-7FC4-3817-2FEDA7C5EE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幻灯片图像占位符 1">
            <a:extLst>
              <a:ext uri="{FF2B5EF4-FFF2-40B4-BE49-F238E27FC236}">
                <a16:creationId xmlns:a16="http://schemas.microsoft.com/office/drawing/2014/main" id="{C81C5108-37CF-23B2-0D1F-03BBD9315A8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1" name="备注占位符 2">
            <a:extLst>
              <a:ext uri="{FF2B5EF4-FFF2-40B4-BE49-F238E27FC236}">
                <a16:creationId xmlns:a16="http://schemas.microsoft.com/office/drawing/2014/main" id="{52ECBFE4-C87F-8FC5-17D2-BFAB0F44713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32" name="灯片编号占位符 3">
            <a:extLst>
              <a:ext uri="{FF2B5EF4-FFF2-40B4-BE49-F238E27FC236}">
                <a16:creationId xmlns:a16="http://schemas.microsoft.com/office/drawing/2014/main" id="{E4133E00-D1DD-C9FD-0CB9-707503960C3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AF0A1B-3F7F-4F2B-90A7-5A581008130D}" type="slidenum">
              <a:rPr lang="zh-CN" altLang="en-US">
                <a:latin typeface="Calibri" panose="020F0502020204030204" pitchFamily="34" charset="0"/>
              </a:rPr>
              <a:pPr/>
              <a:t>44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107625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A40165-B630-171D-9EB9-914A87D840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幻灯片图像占位符 1">
            <a:extLst>
              <a:ext uri="{FF2B5EF4-FFF2-40B4-BE49-F238E27FC236}">
                <a16:creationId xmlns:a16="http://schemas.microsoft.com/office/drawing/2014/main" id="{44A5EB40-C338-67B6-550F-1793F420C7F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1" name="备注占位符 2">
            <a:extLst>
              <a:ext uri="{FF2B5EF4-FFF2-40B4-BE49-F238E27FC236}">
                <a16:creationId xmlns:a16="http://schemas.microsoft.com/office/drawing/2014/main" id="{AEDBC3C7-3594-04D4-279C-6262E4257B0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32" name="灯片编号占位符 3">
            <a:extLst>
              <a:ext uri="{FF2B5EF4-FFF2-40B4-BE49-F238E27FC236}">
                <a16:creationId xmlns:a16="http://schemas.microsoft.com/office/drawing/2014/main" id="{5036FCD0-FD77-12ED-283D-14EA69B05D2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AF0A1B-3F7F-4F2B-90A7-5A581008130D}" type="slidenum">
              <a:rPr lang="zh-CN" altLang="en-US">
                <a:latin typeface="Calibri" panose="020F0502020204030204" pitchFamily="34" charset="0"/>
              </a:rPr>
              <a:pPr/>
              <a:t>45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247869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B05A2F-E947-4B41-722E-4C9974853E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幻灯片图像占位符 1">
            <a:extLst>
              <a:ext uri="{FF2B5EF4-FFF2-40B4-BE49-F238E27FC236}">
                <a16:creationId xmlns:a16="http://schemas.microsoft.com/office/drawing/2014/main" id="{B9B76C78-6DF9-AADE-88D4-CACD7F4B542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1" name="备注占位符 2">
            <a:extLst>
              <a:ext uri="{FF2B5EF4-FFF2-40B4-BE49-F238E27FC236}">
                <a16:creationId xmlns:a16="http://schemas.microsoft.com/office/drawing/2014/main" id="{7C38FCD6-682C-72A1-EDC1-1CB0E66380A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32" name="灯片编号占位符 3">
            <a:extLst>
              <a:ext uri="{FF2B5EF4-FFF2-40B4-BE49-F238E27FC236}">
                <a16:creationId xmlns:a16="http://schemas.microsoft.com/office/drawing/2014/main" id="{DD3DB8CB-21AE-35C8-49D6-644D2D40A29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AF0A1B-3F7F-4F2B-90A7-5A581008130D}" type="slidenum">
              <a:rPr lang="zh-CN" altLang="en-US">
                <a:latin typeface="Calibri" panose="020F0502020204030204" pitchFamily="34" charset="0"/>
              </a:rPr>
              <a:pPr/>
              <a:t>46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695525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1873DD-AFE6-9395-1F4D-2FFABDF0A9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幻灯片图像占位符 1">
            <a:extLst>
              <a:ext uri="{FF2B5EF4-FFF2-40B4-BE49-F238E27FC236}">
                <a16:creationId xmlns:a16="http://schemas.microsoft.com/office/drawing/2014/main" id="{44DD4D0A-2AB9-2133-E8F7-7873933841D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1" name="备注占位符 2">
            <a:extLst>
              <a:ext uri="{FF2B5EF4-FFF2-40B4-BE49-F238E27FC236}">
                <a16:creationId xmlns:a16="http://schemas.microsoft.com/office/drawing/2014/main" id="{CC1597AC-112A-4982-E7BE-CEFED74F235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32" name="灯片编号占位符 3">
            <a:extLst>
              <a:ext uri="{FF2B5EF4-FFF2-40B4-BE49-F238E27FC236}">
                <a16:creationId xmlns:a16="http://schemas.microsoft.com/office/drawing/2014/main" id="{A80EDD00-1442-59CF-A384-951890C7499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AF0A1B-3F7F-4F2B-90A7-5A581008130D}" type="slidenum">
              <a:rPr lang="zh-CN" altLang="en-US">
                <a:latin typeface="Calibri" panose="020F0502020204030204" pitchFamily="34" charset="0"/>
              </a:rPr>
              <a:pPr/>
              <a:t>47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175449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292E2F-B117-5B03-89EF-32F1C2BA41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幻灯片图像占位符 1">
            <a:extLst>
              <a:ext uri="{FF2B5EF4-FFF2-40B4-BE49-F238E27FC236}">
                <a16:creationId xmlns:a16="http://schemas.microsoft.com/office/drawing/2014/main" id="{E81000EE-D7B4-99D6-B70B-E58B049D271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1" name="备注占位符 2">
            <a:extLst>
              <a:ext uri="{FF2B5EF4-FFF2-40B4-BE49-F238E27FC236}">
                <a16:creationId xmlns:a16="http://schemas.microsoft.com/office/drawing/2014/main" id="{852A42BA-FB15-1D6E-7D2E-489C3F212FB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32" name="灯片编号占位符 3">
            <a:extLst>
              <a:ext uri="{FF2B5EF4-FFF2-40B4-BE49-F238E27FC236}">
                <a16:creationId xmlns:a16="http://schemas.microsoft.com/office/drawing/2014/main" id="{1222B2BA-C52E-BE79-4EFC-8DCB6064EDD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AF0A1B-3F7F-4F2B-90A7-5A581008130D}" type="slidenum">
              <a:rPr lang="zh-CN" altLang="en-US">
                <a:latin typeface="Calibri" panose="020F0502020204030204" pitchFamily="34" charset="0"/>
              </a:rPr>
              <a:pPr/>
              <a:t>48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121633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5C7BA-6099-D608-15A9-BAC02F9B9A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幻灯片图像占位符 1">
            <a:extLst>
              <a:ext uri="{FF2B5EF4-FFF2-40B4-BE49-F238E27FC236}">
                <a16:creationId xmlns:a16="http://schemas.microsoft.com/office/drawing/2014/main" id="{E5B03516-F079-2178-7EA3-769778605D7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1" name="备注占位符 2">
            <a:extLst>
              <a:ext uri="{FF2B5EF4-FFF2-40B4-BE49-F238E27FC236}">
                <a16:creationId xmlns:a16="http://schemas.microsoft.com/office/drawing/2014/main" id="{3C96CC08-B8F6-3815-AF3E-F46BB6525C2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32" name="灯片编号占位符 3">
            <a:extLst>
              <a:ext uri="{FF2B5EF4-FFF2-40B4-BE49-F238E27FC236}">
                <a16:creationId xmlns:a16="http://schemas.microsoft.com/office/drawing/2014/main" id="{CBC866B3-CAF9-50B0-3B01-63CF7DCC722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AF0A1B-3F7F-4F2B-90A7-5A581008130D}" type="slidenum">
              <a:rPr lang="zh-CN" altLang="en-US">
                <a:latin typeface="Calibri" panose="020F0502020204030204" pitchFamily="34" charset="0"/>
              </a:rPr>
              <a:pPr/>
              <a:t>49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813552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幻灯片图像占位符 1">
            <a:extLst>
              <a:ext uri="{FF2B5EF4-FFF2-40B4-BE49-F238E27FC236}">
                <a16:creationId xmlns:a16="http://schemas.microsoft.com/office/drawing/2014/main" id="{F68A7C16-E68F-4653-90B5-9AAAA754A21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1" name="备注占位符 2">
            <a:extLst>
              <a:ext uri="{FF2B5EF4-FFF2-40B4-BE49-F238E27FC236}">
                <a16:creationId xmlns:a16="http://schemas.microsoft.com/office/drawing/2014/main" id="{5F52CFFE-97A7-4DED-8E90-A47CAC9D863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32" name="灯片编号占位符 3">
            <a:extLst>
              <a:ext uri="{FF2B5EF4-FFF2-40B4-BE49-F238E27FC236}">
                <a16:creationId xmlns:a16="http://schemas.microsoft.com/office/drawing/2014/main" id="{B33A9D40-DA0A-4A17-9975-931D9C4A934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AF0A1B-3F7F-4F2B-90A7-5A581008130D}" type="slidenum">
              <a:rPr lang="zh-CN" altLang="en-US">
                <a:latin typeface="Calibri" panose="020F0502020204030204" pitchFamily="34" charset="0"/>
              </a:rPr>
              <a:pPr/>
              <a:t>50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2E7C36-5C25-82A8-5711-02FD1EB69B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0A153250-0117-FCEB-6C76-1E7795039CD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9A50288D-9A57-49C5-8319-F0B7BF868F5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B23A489F-A11C-7B8E-DB76-F7A421262B6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673563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9C64C5-E6C7-0C64-907B-2B3ED21F3C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7AE54F54-3153-59E2-BAC7-085983B5D8F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054F6896-D5FE-10EB-B645-029026D2C52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E73CE82E-3EBD-319F-7524-BB3AF916BC9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52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908533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6B00C6-600D-F30C-A3EF-6F4C86DCB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117E9AF1-9F4E-3DF9-6C78-984C3F357BA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F88E6C97-AA75-B514-B31C-22A8F5C4FA3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C64470AF-D689-E18F-B6BA-B7ED9F85764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9808788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261CC0-25E9-A0BA-F41D-00D0B5247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E229F733-C7F7-AD84-B58A-CDB45D70D08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E1370C71-2EA1-EC50-8B96-91386DDFE36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B3FE99EA-9A5A-1652-FFE1-09E494A7D92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582517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33FB21-AB3E-402C-AB9C-6A1EAED0BE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ED6CEE93-0B5D-06F7-8D23-53F14662021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C41BFA1C-64EC-77C7-E26E-5B88E01C40D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A8071C78-11DA-27C5-516D-6E3F958CB70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51505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33E81F-8915-FFF5-E0DD-EEBA6E74F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46DE7341-5CA7-7AA8-A343-30CFB98E377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04E9B990-C901-EDA4-A9D6-0E5C60F9D65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19F3212F-73D6-FC87-F670-204B2FB0CFB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4553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A68A8-61DE-30FC-A685-8B48A4116C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4300B0D6-2555-A6AA-397D-312BFF9B6B7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9294D871-0C5F-738B-D6C7-558365CCBC1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B6BF7E9B-F296-D7B4-FEC5-55BEB77DCE5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5825328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D78755-5EF5-4B6C-14B6-0D2478220C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幻灯片图像占位符 1">
            <a:extLst>
              <a:ext uri="{FF2B5EF4-FFF2-40B4-BE49-F238E27FC236}">
                <a16:creationId xmlns:a16="http://schemas.microsoft.com/office/drawing/2014/main" id="{9DC0BE2B-46E0-CA22-A570-9D1BCAE33FB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备注占位符 2">
            <a:extLst>
              <a:ext uri="{FF2B5EF4-FFF2-40B4-BE49-F238E27FC236}">
                <a16:creationId xmlns:a16="http://schemas.microsoft.com/office/drawing/2014/main" id="{56CC5708-58C9-EC20-99EE-7786D4F914A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40507E62-31B1-3137-10B0-F54D25850DA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5ADFEDE3-F7DF-48F9-A906-6543D75E8F29}" type="slidenum">
              <a:rPr lang="zh-CN" altLang="en-US">
                <a:latin typeface="Calibri" panose="020F0502020204030204" pitchFamily="34" charset="0"/>
              </a:rPr>
              <a:pPr/>
              <a:t>58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034495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673B7-0D0F-FA92-4C11-2FE492CDEA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DD4186FE-2692-0E26-1028-E9C66D7485B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123DD6F6-DE9A-9260-CA7F-E1F92731D4B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986097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D9B656-FE7F-EFF8-FD91-7BCFF2223E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44FBC8C7-2EBC-8CAE-FC08-07C9F4E321B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88DA28BA-C1F7-5F48-2A28-5D88253A01E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702392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5806EF-3C46-F4DD-88AA-636C13F432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0CE6F93C-B82F-0851-38B1-A10965236C4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A4008448-EEDD-8F5F-A6BE-6116A3FC226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5701962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3134CD-B733-5E1B-41BA-1D570D161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D70C3DEC-68D7-0203-26E1-9185BF60D5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C647C98C-33FB-ABCE-B946-92656CF9C17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6660194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CEFD9-8555-0103-C10F-71B4F1E7FF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4377987B-4CE1-9478-BB41-57584155A4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7DD0F94D-5FFD-4A54-5601-384FB550682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632406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extLst>
              <a:ext uri="{FF2B5EF4-FFF2-40B4-BE49-F238E27FC236}">
                <a16:creationId xmlns:a16="http://schemas.microsoft.com/office/drawing/2014/main" id="{75032013-AF75-4BF7-A0FE-C40443234C1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88CC5FBF-FF60-4E7C-AA1D-B29196448BC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zh-CN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幻灯片图像占位符 1">
            <a:extLst>
              <a:ext uri="{FF2B5EF4-FFF2-40B4-BE49-F238E27FC236}">
                <a16:creationId xmlns:a16="http://schemas.microsoft.com/office/drawing/2014/main" id="{B8F55734-5651-426C-85BE-9EB58D1EF31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987" name="备注占位符 2">
            <a:extLst>
              <a:ext uri="{FF2B5EF4-FFF2-40B4-BE49-F238E27FC236}">
                <a16:creationId xmlns:a16="http://schemas.microsoft.com/office/drawing/2014/main" id="{BC7E7BB3-8EAB-4193-8F71-1CF02647EA7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1988" name="灯片编号占位符 3">
            <a:extLst>
              <a:ext uri="{FF2B5EF4-FFF2-40B4-BE49-F238E27FC236}">
                <a16:creationId xmlns:a16="http://schemas.microsoft.com/office/drawing/2014/main" id="{3867A916-D855-4C68-AB9D-951D57F4D2C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82682BA-BD3D-44C2-BB9C-549698CB7373}" type="slidenum">
              <a:rPr lang="zh-CN" altLang="en-US"/>
              <a:pPr>
                <a:spcBef>
                  <a:spcPct val="0"/>
                </a:spcBef>
              </a:pPr>
              <a:t>65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17CA65-A8B2-177D-8F25-1D23DC76BA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幻灯片图像占位符 1">
            <a:extLst>
              <a:ext uri="{FF2B5EF4-FFF2-40B4-BE49-F238E27FC236}">
                <a16:creationId xmlns:a16="http://schemas.microsoft.com/office/drawing/2014/main" id="{F0ADD192-A648-4583-825A-C5EAEE22130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987" name="备注占位符 2">
            <a:extLst>
              <a:ext uri="{FF2B5EF4-FFF2-40B4-BE49-F238E27FC236}">
                <a16:creationId xmlns:a16="http://schemas.microsoft.com/office/drawing/2014/main" id="{DD3EEF6B-8DAA-0D25-6CFE-9C130E022FB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1988" name="灯片编号占位符 3">
            <a:extLst>
              <a:ext uri="{FF2B5EF4-FFF2-40B4-BE49-F238E27FC236}">
                <a16:creationId xmlns:a16="http://schemas.microsoft.com/office/drawing/2014/main" id="{CE4BF274-392F-3DFB-43F4-0213943805B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82682BA-BD3D-44C2-BB9C-549698CB7373}" type="slidenum">
              <a:rPr lang="zh-CN" altLang="en-US"/>
              <a:pPr>
                <a:spcBef>
                  <a:spcPct val="0"/>
                </a:spcBef>
              </a:pPr>
              <a:t>66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0605832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37A4A8-B55A-423A-2AA7-B7396C1A93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幻灯片图像占位符 1">
            <a:extLst>
              <a:ext uri="{FF2B5EF4-FFF2-40B4-BE49-F238E27FC236}">
                <a16:creationId xmlns:a16="http://schemas.microsoft.com/office/drawing/2014/main" id="{B5D8A02E-D07B-BEA2-1F72-0E4DD0606C3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987" name="备注占位符 2">
            <a:extLst>
              <a:ext uri="{FF2B5EF4-FFF2-40B4-BE49-F238E27FC236}">
                <a16:creationId xmlns:a16="http://schemas.microsoft.com/office/drawing/2014/main" id="{5621B9AD-EB22-C923-EA79-29C39E1CA71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1988" name="灯片编号占位符 3">
            <a:extLst>
              <a:ext uri="{FF2B5EF4-FFF2-40B4-BE49-F238E27FC236}">
                <a16:creationId xmlns:a16="http://schemas.microsoft.com/office/drawing/2014/main" id="{8F326D8C-ABCB-BD4C-5872-714D65449DD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82682BA-BD3D-44C2-BB9C-549698CB7373}" type="slidenum">
              <a:rPr lang="zh-CN" altLang="en-US"/>
              <a:pPr>
                <a:spcBef>
                  <a:spcPct val="0"/>
                </a:spcBef>
              </a:pPr>
              <a:t>67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4707399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幻灯片图像占位符 1">
            <a:extLst>
              <a:ext uri="{FF2B5EF4-FFF2-40B4-BE49-F238E27FC236}">
                <a16:creationId xmlns:a16="http://schemas.microsoft.com/office/drawing/2014/main" id="{71F15931-9E29-4C12-B836-69C9771872F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1203" name="备注占位符 2">
            <a:extLst>
              <a:ext uri="{FF2B5EF4-FFF2-40B4-BE49-F238E27FC236}">
                <a16:creationId xmlns:a16="http://schemas.microsoft.com/office/drawing/2014/main" id="{F4C30EF3-EF1C-42D4-AC6A-6338C5392FB3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  <a:p>
            <a:endParaRPr lang="zh-CN" altLang="en-US"/>
          </a:p>
        </p:txBody>
      </p:sp>
      <p:sp>
        <p:nvSpPr>
          <p:cNvPr id="51204" name="灯片编号占位符 3">
            <a:extLst>
              <a:ext uri="{FF2B5EF4-FFF2-40B4-BE49-F238E27FC236}">
                <a16:creationId xmlns:a16="http://schemas.microsoft.com/office/drawing/2014/main" id="{BDFDB0B0-74ED-4B67-A0FC-A821FED2F28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983463E-38C4-4281-9A77-947397157389}" type="slidenum">
              <a:rPr lang="zh-CN" altLang="en-US" smtClean="0"/>
              <a:pPr>
                <a:spcBef>
                  <a:spcPct val="0"/>
                </a:spcBef>
              </a:pPr>
              <a:t>68</a:t>
            </a:fld>
            <a:endParaRPr lang="en-US" altLang="zh-CN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2B8323-9B1A-83FA-7EC8-9AC19AED2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幻灯片图像占位符 1">
            <a:extLst>
              <a:ext uri="{FF2B5EF4-FFF2-40B4-BE49-F238E27FC236}">
                <a16:creationId xmlns:a16="http://schemas.microsoft.com/office/drawing/2014/main" id="{56AE8EB0-2099-8C50-DA47-03FA5EC935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1203" name="备注占位符 2">
            <a:extLst>
              <a:ext uri="{FF2B5EF4-FFF2-40B4-BE49-F238E27FC236}">
                <a16:creationId xmlns:a16="http://schemas.microsoft.com/office/drawing/2014/main" id="{218B9ACB-6B0E-F8F4-FB00-94A19C6EE3F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  <a:p>
            <a:endParaRPr lang="zh-CN" altLang="en-US"/>
          </a:p>
        </p:txBody>
      </p:sp>
      <p:sp>
        <p:nvSpPr>
          <p:cNvPr id="51204" name="灯片编号占位符 3">
            <a:extLst>
              <a:ext uri="{FF2B5EF4-FFF2-40B4-BE49-F238E27FC236}">
                <a16:creationId xmlns:a16="http://schemas.microsoft.com/office/drawing/2014/main" id="{1B0BA1D7-DC58-2B72-BC3B-F5651AE0058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983463E-38C4-4281-9A77-947397157389}" type="slidenum">
              <a:rPr lang="zh-CN" altLang="en-US" smtClean="0"/>
              <a:pPr>
                <a:spcBef>
                  <a:spcPct val="0"/>
                </a:spcBef>
              </a:pPr>
              <a:t>69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0696627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4B3E00-9057-7636-EA93-1210D78E73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幻灯片图像占位符 1">
            <a:extLst>
              <a:ext uri="{FF2B5EF4-FFF2-40B4-BE49-F238E27FC236}">
                <a16:creationId xmlns:a16="http://schemas.microsoft.com/office/drawing/2014/main" id="{E4DB877D-7DA5-E877-494F-51F6F5D440C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1203" name="备注占位符 2">
            <a:extLst>
              <a:ext uri="{FF2B5EF4-FFF2-40B4-BE49-F238E27FC236}">
                <a16:creationId xmlns:a16="http://schemas.microsoft.com/office/drawing/2014/main" id="{2DE947E5-F4C8-971E-39FD-2F5F2DBE9A6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  <a:p>
            <a:endParaRPr lang="zh-CN" altLang="en-US"/>
          </a:p>
        </p:txBody>
      </p:sp>
      <p:sp>
        <p:nvSpPr>
          <p:cNvPr id="51204" name="灯片编号占位符 3">
            <a:extLst>
              <a:ext uri="{FF2B5EF4-FFF2-40B4-BE49-F238E27FC236}">
                <a16:creationId xmlns:a16="http://schemas.microsoft.com/office/drawing/2014/main" id="{AB947A5D-C7A1-D1DE-5457-03DE9C1C0F0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983463E-38C4-4281-9A77-947397157389}" type="slidenum">
              <a:rPr lang="zh-CN" altLang="en-US" smtClean="0"/>
              <a:pPr>
                <a:spcBef>
                  <a:spcPct val="0"/>
                </a:spcBef>
              </a:pPr>
              <a:t>70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9529622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9B5F0E-555B-379E-8D1E-073DC77AC3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幻灯片图像占位符 1">
            <a:extLst>
              <a:ext uri="{FF2B5EF4-FFF2-40B4-BE49-F238E27FC236}">
                <a16:creationId xmlns:a16="http://schemas.microsoft.com/office/drawing/2014/main" id="{B7B869EA-C4B5-3A26-D5CB-83A32988180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1203" name="备注占位符 2">
            <a:extLst>
              <a:ext uri="{FF2B5EF4-FFF2-40B4-BE49-F238E27FC236}">
                <a16:creationId xmlns:a16="http://schemas.microsoft.com/office/drawing/2014/main" id="{4CA9A53C-83D5-A332-C53B-0101033A3F3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/>
          </a:p>
          <a:p>
            <a:endParaRPr lang="zh-CN" altLang="en-US"/>
          </a:p>
        </p:txBody>
      </p:sp>
      <p:sp>
        <p:nvSpPr>
          <p:cNvPr id="51204" name="灯片编号占位符 3">
            <a:extLst>
              <a:ext uri="{FF2B5EF4-FFF2-40B4-BE49-F238E27FC236}">
                <a16:creationId xmlns:a16="http://schemas.microsoft.com/office/drawing/2014/main" id="{ADDE1591-5316-D01D-88A3-85F97AA4390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1983463E-38C4-4281-9A77-947397157389}" type="slidenum">
              <a:rPr lang="zh-CN" altLang="en-US" smtClean="0"/>
              <a:pPr>
                <a:spcBef>
                  <a:spcPct val="0"/>
                </a:spcBef>
              </a:pPr>
              <a:t>71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77825944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is the big picture for the whole course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This is the overall plan of the whole course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40E36A3-D0D6-46A6-8B7A-7260345A8576}" type="slidenum">
              <a:rPr lang="zh-CN" altLang="en-US" smtClean="0"/>
              <a:pPr/>
              <a:t>74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9290744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We’ll start with Boolean algebra and basic gates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40E36A3-D0D6-46A6-8B7A-7260345A8576}" type="slidenum">
              <a:rPr lang="zh-CN" altLang="en-US" smtClean="0"/>
              <a:pPr/>
              <a:t>75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583834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Then we’ll discuss how to analysis and design the simple combinational circuit modules and sequential circuit modules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40E36A3-D0D6-46A6-8B7A-7260345A8576}" type="slidenum">
              <a:rPr lang="zh-CN" altLang="en-US" smtClean="0"/>
              <a:pPr/>
              <a:t>76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2673271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81923" name="备注占位符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924" name="灯片编号占位符 3"/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/>
          <a:lstStyle/>
          <a:p>
            <a:fld id="{F8380EF6-3337-48FB-B807-5F8CDC1E1E67}" type="slidenum">
              <a:rPr lang="zh-CN" altLang="en-US"/>
              <a:pPr/>
              <a:t>79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92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98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110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幻灯片图像占位符 1">
            <a:extLst>
              <a:ext uri="{FF2B5EF4-FFF2-40B4-BE49-F238E27FC236}">
                <a16:creationId xmlns:a16="http://schemas.microsoft.com/office/drawing/2014/main" id="{73DB4011-5466-4D55-8B9B-31FCE80AAB8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备注占位符 2">
            <a:extLst>
              <a:ext uri="{FF2B5EF4-FFF2-40B4-BE49-F238E27FC236}">
                <a16:creationId xmlns:a16="http://schemas.microsoft.com/office/drawing/2014/main" id="{082BD04A-D871-4382-B36F-55F140B4AF4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52" name="灯片编号占位符 3">
            <a:extLst>
              <a:ext uri="{FF2B5EF4-FFF2-40B4-BE49-F238E27FC236}">
                <a16:creationId xmlns:a16="http://schemas.microsoft.com/office/drawing/2014/main" id="{AF63E40F-2D70-4F0B-97C3-385FED10E8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D217AEE-A1EF-4697-B12C-318D7A48C0B1}" type="slidenum">
              <a:rPr lang="zh-CN" altLang="en-US">
                <a:latin typeface="Calibri" panose="020F0502020204030204" pitchFamily="34" charset="0"/>
              </a:rPr>
              <a:pPr/>
              <a:t>111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幻灯片图像占位符 1">
            <a:extLst>
              <a:ext uri="{FF2B5EF4-FFF2-40B4-BE49-F238E27FC236}">
                <a16:creationId xmlns:a16="http://schemas.microsoft.com/office/drawing/2014/main" id="{AF110768-1F50-41BD-8397-0366644AEF7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9875" name="备注占位符 2">
            <a:extLst>
              <a:ext uri="{FF2B5EF4-FFF2-40B4-BE49-F238E27FC236}">
                <a16:creationId xmlns:a16="http://schemas.microsoft.com/office/drawing/2014/main" id="{D407EA45-388F-4F7F-BE6C-ECD69ECE150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876" name="灯片编号占位符 3">
            <a:extLst>
              <a:ext uri="{FF2B5EF4-FFF2-40B4-BE49-F238E27FC236}">
                <a16:creationId xmlns:a16="http://schemas.microsoft.com/office/drawing/2014/main" id="{61D8A163-FC57-4D3E-B8E3-49AE57187C5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6FC9132B-75C2-4B02-B08C-3A4833F54795}" type="slidenum">
              <a:rPr lang="zh-CN" altLang="en-US">
                <a:latin typeface="Calibri" panose="020F0502020204030204" pitchFamily="34" charset="0"/>
              </a:rPr>
              <a:pPr/>
              <a:t>131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幻灯片图像占位符 1">
            <a:extLst>
              <a:ext uri="{FF2B5EF4-FFF2-40B4-BE49-F238E27FC236}">
                <a16:creationId xmlns:a16="http://schemas.microsoft.com/office/drawing/2014/main" id="{E19F694F-9A4C-471A-B5BB-BDB3F109B83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0899" name="备注占位符 2">
            <a:extLst>
              <a:ext uri="{FF2B5EF4-FFF2-40B4-BE49-F238E27FC236}">
                <a16:creationId xmlns:a16="http://schemas.microsoft.com/office/drawing/2014/main" id="{CFC67EC8-7105-4011-94F8-96367E090A4C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900" name="灯片编号占位符 3">
            <a:extLst>
              <a:ext uri="{FF2B5EF4-FFF2-40B4-BE49-F238E27FC236}">
                <a16:creationId xmlns:a16="http://schemas.microsoft.com/office/drawing/2014/main" id="{B53120A3-1D1F-45AA-BAAC-DC14DF6E3AF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8D9DEC2C-6EE4-430B-A510-2AC77802733D}" type="slidenum">
              <a:rPr lang="zh-CN" altLang="en-US">
                <a:latin typeface="Calibri" panose="020F0502020204030204" pitchFamily="34" charset="0"/>
              </a:rPr>
              <a:pPr/>
              <a:t>132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幻灯片图像占位符 1">
            <a:extLst>
              <a:ext uri="{FF2B5EF4-FFF2-40B4-BE49-F238E27FC236}">
                <a16:creationId xmlns:a16="http://schemas.microsoft.com/office/drawing/2014/main" id="{2C2781D5-4BE0-4213-9BA2-5ED557FDA05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1923" name="备注占位符 2">
            <a:extLst>
              <a:ext uri="{FF2B5EF4-FFF2-40B4-BE49-F238E27FC236}">
                <a16:creationId xmlns:a16="http://schemas.microsoft.com/office/drawing/2014/main" id="{48A48737-1555-4E67-8689-A6FC095DA4B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924" name="灯片编号占位符 3">
            <a:extLst>
              <a:ext uri="{FF2B5EF4-FFF2-40B4-BE49-F238E27FC236}">
                <a16:creationId xmlns:a16="http://schemas.microsoft.com/office/drawing/2014/main" id="{9D588A1F-4318-4537-9377-F64E8657710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ACCF8214-456B-4A6E-99F6-010BF42A096A}" type="slidenum">
              <a:rPr lang="zh-CN" altLang="en-US">
                <a:latin typeface="Calibri" panose="020F0502020204030204" pitchFamily="34" charset="0"/>
              </a:rPr>
              <a:pPr/>
              <a:t>133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幻灯片图像占位符 1">
            <a:extLst>
              <a:ext uri="{FF2B5EF4-FFF2-40B4-BE49-F238E27FC236}">
                <a16:creationId xmlns:a16="http://schemas.microsoft.com/office/drawing/2014/main" id="{AED7097A-0242-4309-9606-A32AA7090D1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2947" name="备注占位符 2">
            <a:extLst>
              <a:ext uri="{FF2B5EF4-FFF2-40B4-BE49-F238E27FC236}">
                <a16:creationId xmlns:a16="http://schemas.microsoft.com/office/drawing/2014/main" id="{FBE1761B-2826-463C-867B-2AF01BE0995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948" name="灯片编号占位符 3">
            <a:extLst>
              <a:ext uri="{FF2B5EF4-FFF2-40B4-BE49-F238E27FC236}">
                <a16:creationId xmlns:a16="http://schemas.microsoft.com/office/drawing/2014/main" id="{3892FB36-6345-45EC-A355-8F3B1B994F4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EE0D0AC7-4D45-4477-9997-ABE5DE1C49D1}" type="slidenum">
              <a:rPr lang="zh-CN" altLang="en-US">
                <a:latin typeface="Calibri" panose="020F0502020204030204" pitchFamily="34" charset="0"/>
              </a:rPr>
              <a:pPr/>
              <a:t>134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幻灯片图像占位符 1">
            <a:extLst>
              <a:ext uri="{FF2B5EF4-FFF2-40B4-BE49-F238E27FC236}">
                <a16:creationId xmlns:a16="http://schemas.microsoft.com/office/drawing/2014/main" id="{DFFB9645-4B7A-4886-81D9-52D623802AE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3971" name="备注占位符 2">
            <a:extLst>
              <a:ext uri="{FF2B5EF4-FFF2-40B4-BE49-F238E27FC236}">
                <a16:creationId xmlns:a16="http://schemas.microsoft.com/office/drawing/2014/main" id="{BC315612-5A5B-4612-A55E-B7DDF2DB34B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972" name="灯片编号占位符 3">
            <a:extLst>
              <a:ext uri="{FF2B5EF4-FFF2-40B4-BE49-F238E27FC236}">
                <a16:creationId xmlns:a16="http://schemas.microsoft.com/office/drawing/2014/main" id="{EF6720E6-0FAD-4EB8-B15B-4297198B00F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511E660-1565-4C86-B499-F8934EB4C579}" type="slidenum">
              <a:rPr lang="zh-CN" altLang="en-US">
                <a:latin typeface="Calibri" panose="020F0502020204030204" pitchFamily="34" charset="0"/>
              </a:rPr>
              <a:pPr/>
              <a:t>135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幻灯片图像占位符 1">
            <a:extLst>
              <a:ext uri="{FF2B5EF4-FFF2-40B4-BE49-F238E27FC236}">
                <a16:creationId xmlns:a16="http://schemas.microsoft.com/office/drawing/2014/main" id="{6F63BC12-61CE-4A3C-9027-A001C207870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4995" name="备注占位符 2">
            <a:extLst>
              <a:ext uri="{FF2B5EF4-FFF2-40B4-BE49-F238E27FC236}">
                <a16:creationId xmlns:a16="http://schemas.microsoft.com/office/drawing/2014/main" id="{9C307C6A-F9CA-4CA1-B7AB-7EF4CF1EEE9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996" name="灯片编号占位符 3">
            <a:extLst>
              <a:ext uri="{FF2B5EF4-FFF2-40B4-BE49-F238E27FC236}">
                <a16:creationId xmlns:a16="http://schemas.microsoft.com/office/drawing/2014/main" id="{E8D38D70-7D32-4177-A656-98CF7C081EC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48CAE78-4B85-42CE-ACF3-1878FF93A22E}" type="slidenum">
              <a:rPr lang="zh-CN" altLang="en-US">
                <a:latin typeface="Calibri" panose="020F0502020204030204" pitchFamily="34" charset="0"/>
              </a:rPr>
              <a:pPr/>
              <a:t>136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幻灯片图像占位符 1">
            <a:extLst>
              <a:ext uri="{FF2B5EF4-FFF2-40B4-BE49-F238E27FC236}">
                <a16:creationId xmlns:a16="http://schemas.microsoft.com/office/drawing/2014/main" id="{63AC45F5-D8C8-4C45-91B2-72D1A43A2A7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6019" name="备注占位符 2">
            <a:extLst>
              <a:ext uri="{FF2B5EF4-FFF2-40B4-BE49-F238E27FC236}">
                <a16:creationId xmlns:a16="http://schemas.microsoft.com/office/drawing/2014/main" id="{24E1474E-8D71-4E89-9736-991C3B46225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020" name="灯片编号占位符 3">
            <a:extLst>
              <a:ext uri="{FF2B5EF4-FFF2-40B4-BE49-F238E27FC236}">
                <a16:creationId xmlns:a16="http://schemas.microsoft.com/office/drawing/2014/main" id="{3076A813-A26C-48BB-97AA-491710C9D53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AD6D5C32-692B-4BB2-AE6B-F30E6E877E23}" type="slidenum">
              <a:rPr lang="zh-CN" altLang="en-US">
                <a:latin typeface="Calibri" panose="020F0502020204030204" pitchFamily="34" charset="0"/>
              </a:rPr>
              <a:pPr/>
              <a:t>137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幻灯片图像占位符 1">
            <a:extLst>
              <a:ext uri="{FF2B5EF4-FFF2-40B4-BE49-F238E27FC236}">
                <a16:creationId xmlns:a16="http://schemas.microsoft.com/office/drawing/2014/main" id="{DA610930-9D93-40CD-B673-2DC3094E3AF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7043" name="备注占位符 2">
            <a:extLst>
              <a:ext uri="{FF2B5EF4-FFF2-40B4-BE49-F238E27FC236}">
                <a16:creationId xmlns:a16="http://schemas.microsoft.com/office/drawing/2014/main" id="{46EB92C5-2A11-4388-BE8A-50EC223988B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044" name="灯片编号占位符 3">
            <a:extLst>
              <a:ext uri="{FF2B5EF4-FFF2-40B4-BE49-F238E27FC236}">
                <a16:creationId xmlns:a16="http://schemas.microsoft.com/office/drawing/2014/main" id="{3DB12678-9706-4596-8AD0-5512F33579D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74F6658-8900-4CFA-AE25-F08C5D53CCE8}" type="slidenum">
              <a:rPr lang="zh-CN" altLang="en-US">
                <a:latin typeface="Calibri" panose="020F0502020204030204" pitchFamily="34" charset="0"/>
              </a:rPr>
              <a:pPr/>
              <a:t>138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幻灯片图像占位符 1">
            <a:extLst>
              <a:ext uri="{FF2B5EF4-FFF2-40B4-BE49-F238E27FC236}">
                <a16:creationId xmlns:a16="http://schemas.microsoft.com/office/drawing/2014/main" id="{89B21CB5-EA1B-4834-A97C-C3A9B093886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8067" name="备注占位符 2">
            <a:extLst>
              <a:ext uri="{FF2B5EF4-FFF2-40B4-BE49-F238E27FC236}">
                <a16:creationId xmlns:a16="http://schemas.microsoft.com/office/drawing/2014/main" id="{B48A3EE3-89C8-43A7-A40B-C801D481642C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068" name="灯片编号占位符 3">
            <a:extLst>
              <a:ext uri="{FF2B5EF4-FFF2-40B4-BE49-F238E27FC236}">
                <a16:creationId xmlns:a16="http://schemas.microsoft.com/office/drawing/2014/main" id="{77418195-BF96-4F91-B34A-FB3A451601A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4C483DC2-C3D7-4652-831F-BC615D3DB388}" type="slidenum">
              <a:rPr lang="zh-CN" altLang="en-US">
                <a:latin typeface="Calibri" panose="020F0502020204030204" pitchFamily="34" charset="0"/>
              </a:rPr>
              <a:pPr/>
              <a:t>139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Principle of CPU 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6A5A8C-90CC-4D91-B7E4-DA0C0EA7570D}" type="slidenum">
              <a:rPr lang="zh-CN" altLang="en-US" smtClean="0"/>
              <a:pPr/>
              <a:t>140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11485039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幻灯片图像占位符 1">
            <a:extLst>
              <a:ext uri="{FF2B5EF4-FFF2-40B4-BE49-F238E27FC236}">
                <a16:creationId xmlns:a16="http://schemas.microsoft.com/office/drawing/2014/main" id="{67C9402E-3DFB-4EB4-950B-6D88A8CB6F8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4083" name="备注占位符 2">
            <a:extLst>
              <a:ext uri="{FF2B5EF4-FFF2-40B4-BE49-F238E27FC236}">
                <a16:creationId xmlns:a16="http://schemas.microsoft.com/office/drawing/2014/main" id="{6C98F63E-368A-4D52-9D3C-C17ABE8B82C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4084" name="灯片编号占位符 3">
            <a:extLst>
              <a:ext uri="{FF2B5EF4-FFF2-40B4-BE49-F238E27FC236}">
                <a16:creationId xmlns:a16="http://schemas.microsoft.com/office/drawing/2014/main" id="{E91E665D-EF09-4770-8B37-B3841E5C07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F086A51-E23D-4279-8906-2DEB2274DDE2}" type="slidenum">
              <a:rPr lang="zh-CN" altLang="en-US">
                <a:latin typeface="Calibri" panose="020F0502020204030204" pitchFamily="34" charset="0"/>
              </a:rPr>
              <a:pPr/>
              <a:t>143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幻灯片图像占位符 1">
            <a:extLst>
              <a:ext uri="{FF2B5EF4-FFF2-40B4-BE49-F238E27FC236}">
                <a16:creationId xmlns:a16="http://schemas.microsoft.com/office/drawing/2014/main" id="{8A5AB342-DE9A-4B5A-B78E-B3E6FCAF15D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5107" name="备注占位符 2">
            <a:extLst>
              <a:ext uri="{FF2B5EF4-FFF2-40B4-BE49-F238E27FC236}">
                <a16:creationId xmlns:a16="http://schemas.microsoft.com/office/drawing/2014/main" id="{8EE255A0-4EA2-46AE-9C37-FBBAA17F16C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5108" name="灯片编号占位符 3">
            <a:extLst>
              <a:ext uri="{FF2B5EF4-FFF2-40B4-BE49-F238E27FC236}">
                <a16:creationId xmlns:a16="http://schemas.microsoft.com/office/drawing/2014/main" id="{1671AE72-160C-4C1F-AC5D-0DFFAB8437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603223CF-DE8D-4101-ACC9-55178898B8F2}" type="slidenum">
              <a:rPr lang="zh-CN" altLang="en-US">
                <a:latin typeface="Calibri" panose="020F0502020204030204" pitchFamily="34" charset="0"/>
              </a:rPr>
              <a:pPr/>
              <a:t>145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幻灯片图像占位符 1">
            <a:extLst>
              <a:ext uri="{FF2B5EF4-FFF2-40B4-BE49-F238E27FC236}">
                <a16:creationId xmlns:a16="http://schemas.microsoft.com/office/drawing/2014/main" id="{A3D70A49-239D-44AC-ADD7-34BAD18DA4C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6131" name="备注占位符 2">
            <a:extLst>
              <a:ext uri="{FF2B5EF4-FFF2-40B4-BE49-F238E27FC236}">
                <a16:creationId xmlns:a16="http://schemas.microsoft.com/office/drawing/2014/main" id="{75E85431-EB54-4907-B0DE-707270A9DCB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  <a:p>
            <a:endParaRPr lang="zh-CN" altLang="en-US"/>
          </a:p>
        </p:txBody>
      </p:sp>
      <p:sp>
        <p:nvSpPr>
          <p:cNvPr id="176132" name="灯片编号占位符 3">
            <a:extLst>
              <a:ext uri="{FF2B5EF4-FFF2-40B4-BE49-F238E27FC236}">
                <a16:creationId xmlns:a16="http://schemas.microsoft.com/office/drawing/2014/main" id="{E678E789-1F48-4F54-85B1-C7B19F27EB1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9887D010-C544-4205-9B5E-AB452538EDDB}" type="slidenum">
              <a:rPr lang="zh-CN" altLang="en-US">
                <a:latin typeface="Calibri" panose="020F0502020204030204" pitchFamily="34" charset="0"/>
              </a:rPr>
              <a:pPr/>
              <a:t>146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幻灯片图像占位符 1">
            <a:extLst>
              <a:ext uri="{FF2B5EF4-FFF2-40B4-BE49-F238E27FC236}">
                <a16:creationId xmlns:a16="http://schemas.microsoft.com/office/drawing/2014/main" id="{2A7B987C-9523-49AB-BE79-AF011BB116A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7155" name="备注占位符 2">
            <a:extLst>
              <a:ext uri="{FF2B5EF4-FFF2-40B4-BE49-F238E27FC236}">
                <a16:creationId xmlns:a16="http://schemas.microsoft.com/office/drawing/2014/main" id="{090FF2D6-EA42-46A9-89F7-F40860E50B0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7156" name="灯片编号占位符 3">
            <a:extLst>
              <a:ext uri="{FF2B5EF4-FFF2-40B4-BE49-F238E27FC236}">
                <a16:creationId xmlns:a16="http://schemas.microsoft.com/office/drawing/2014/main" id="{A00B53DD-C829-49F2-BEF5-35EB56E79A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F10A5DC4-6CCE-4E50-B0DE-67ACB76CA146}" type="slidenum">
              <a:rPr lang="zh-CN" altLang="en-US">
                <a:latin typeface="Calibri" panose="020F0502020204030204" pitchFamily="34" charset="0"/>
              </a:rPr>
              <a:pPr/>
              <a:t>147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幻灯片图像占位符 1">
            <a:extLst>
              <a:ext uri="{FF2B5EF4-FFF2-40B4-BE49-F238E27FC236}">
                <a16:creationId xmlns:a16="http://schemas.microsoft.com/office/drawing/2014/main" id="{684F4075-34C8-4D90-86DE-0E807A5866C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9203" name="备注占位符 2">
            <a:extLst>
              <a:ext uri="{FF2B5EF4-FFF2-40B4-BE49-F238E27FC236}">
                <a16:creationId xmlns:a16="http://schemas.microsoft.com/office/drawing/2014/main" id="{99EC66AD-E07A-4F36-AFC4-AE52F70C688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Char char="•"/>
            </a:pPr>
            <a:endParaRPr lang="zh-CN" altLang="en-US"/>
          </a:p>
          <a:p>
            <a:pPr>
              <a:lnSpc>
                <a:spcPct val="90000"/>
              </a:lnSpc>
              <a:buFontTx/>
              <a:buChar char="•"/>
            </a:pPr>
            <a:endParaRPr lang="en-US" altLang="zh-CN"/>
          </a:p>
          <a:p>
            <a:endParaRPr lang="en-US" altLang="zh-CN"/>
          </a:p>
          <a:p>
            <a:endParaRPr lang="en-US" altLang="zh-CN"/>
          </a:p>
        </p:txBody>
      </p:sp>
      <p:sp>
        <p:nvSpPr>
          <p:cNvPr id="179204" name="灯片编号占位符 3">
            <a:extLst>
              <a:ext uri="{FF2B5EF4-FFF2-40B4-BE49-F238E27FC236}">
                <a16:creationId xmlns:a16="http://schemas.microsoft.com/office/drawing/2014/main" id="{E31691D0-1006-4D26-94DD-F922858C39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3DDA0356-8530-472D-A3B6-E7AB64933CA6}" type="slidenum">
              <a:rPr lang="zh-CN" altLang="en-US">
                <a:latin typeface="Calibri" panose="020F0502020204030204" pitchFamily="34" charset="0"/>
              </a:rPr>
              <a:pPr/>
              <a:t>149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E2D0D7-499E-84B1-BE21-BC36DCE2EC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C5DE99FA-B0FC-1770-F342-1EBBCB6016D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FB9436A2-F96A-F193-953C-4D7739621E3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A87A2745-29DD-49D9-2E8A-F9DAFDEEFF1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775430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C064A4-63CB-2B68-1FB2-8D27FDE21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3C93C347-4739-9C26-FCA0-DAF508A419C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220A7D4D-2F3D-17C8-B7AF-EAC0C6E1681C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40EBF904-3FE7-BC91-159C-0FF1AEEC78F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152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1045604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091AD3-21CA-C0FA-C339-F2EB96D001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E8A71565-182C-64D2-CB63-32441CABA07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D29038DD-59B3-23B3-B44E-180207C699D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4308231F-FB4D-5BE4-34F0-A5D43A763A2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4578768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517FA7-7ABA-14C4-0C43-0AF72BC50D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009E9412-B763-9E2C-DE0C-A3EC7A0B221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737048D7-26FB-3F53-5CEB-4A26DE09491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6449D6F3-D4C9-CE1D-4784-F629693DCCF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435578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7EC4CF-2B5C-C2DF-E793-0FFB784E04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ED231F2A-53D6-7B5C-51D9-B42AB0E423D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6FDBCA05-6F9E-EEEE-4962-DC88C34A191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DEC26979-1099-B57E-2D77-979FE65707B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567265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D94ECB-B5D4-BABD-69DF-C4D1C82FE8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AB38CABE-F674-C978-AB64-7E69DB80266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A7A08504-67A8-B381-434A-1F353D31C397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B33D27DC-36F6-5605-BDBD-895C82D00F7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4327359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78A446-63D9-8BCF-530D-5479DE74FA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71D525F9-8077-BE66-6F7A-CF6A96796A1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0A72D545-C92C-CEB1-3DE3-4078F379082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35DECC7D-C232-EE9F-0A71-BDA113EEA16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699699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DF0E11-550E-8092-BF80-2CCFA20B6D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F7B91104-51A9-ECB0-DAEE-8403A0877B3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389600F9-141F-0912-7A93-F8E7B4E2AC2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AF651651-281E-6347-D590-5963BA70051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0014419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B9F8A2-8B42-865D-AAD1-62D1535872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607173AC-4718-F204-C783-3EE441A35EF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B4C54C61-6B63-CCB4-66A1-F1FA920CF47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C129C15A-36BC-9AE6-39EE-11A9075FB75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159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1408526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D299A-562C-2BCF-ED83-1935DCF5FC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C4D03E85-FA8D-14EB-9ADB-CB1713207E4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5D70A345-B98C-6004-CEB4-FF22F8842F5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D0AE2A0C-7081-7296-7B43-2AA4A229B2D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2784830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8BABDB-68F5-7746-0959-4C9622573D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A094A54E-E3A3-0630-6E96-5F347839772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25D5ECFE-A159-1E7F-E18E-769BF79732C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DBACF225-4E48-EA69-91EA-1930718E58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994741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BC4CFD-B35D-D0D9-A96F-9C54802EE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1F9D9313-54B6-24E2-C463-3B9ADCDCE80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174C1C50-93BA-0460-E7F9-E24DCA319E5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57420E07-B6EE-0340-D70F-0B96B3D26F2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162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2334433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04CA63-4D34-6DFE-7F8F-644C0ED164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93EF26C2-1496-BB71-D768-37D0BD94123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BE5AA6CC-A75A-41D7-874C-0C183DBFB3B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0D74D22D-4EEA-9C0D-B44B-328E85786CD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37788294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5893F1-DFAE-BAE2-6C2D-84C3CEE06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C05F741A-8D22-CAC0-2C39-3AABF5078AA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CD3B2523-442C-3EA5-B561-1BF7B2995FC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93F033B2-2D18-80ED-3789-0B585011A86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8115317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8C44D2-6F99-56CA-B366-2E7F63C886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8F9C2DCB-339A-42C2-3CD9-32AE9A18106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75520747-EC35-A2F1-0387-89DEC6D1FBB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6BC50985-ED8C-AD9B-262D-B0FF3829DFC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7852543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BC2816-A009-0E57-06F2-AAC311DDC6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380D34E9-69E4-12B6-1674-0B24A49FF79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8DFAA1F8-4143-D96C-8E44-1B89ED8A9947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B60874A4-5EC1-1153-0B63-7B9377E33C7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7405790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幻灯片图像占位符 1">
            <a:extLst>
              <a:ext uri="{FF2B5EF4-FFF2-40B4-BE49-F238E27FC236}">
                <a16:creationId xmlns:a16="http://schemas.microsoft.com/office/drawing/2014/main" id="{8B10F6D6-F832-4D93-971B-BC32D89B7D3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03" name="备注占位符 2">
            <a:extLst>
              <a:ext uri="{FF2B5EF4-FFF2-40B4-BE49-F238E27FC236}">
                <a16:creationId xmlns:a16="http://schemas.microsoft.com/office/drawing/2014/main" id="{2FA0092A-10BE-40C5-B76F-1CDEB278CC0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04" name="灯片编号占位符 3">
            <a:extLst>
              <a:ext uri="{FF2B5EF4-FFF2-40B4-BE49-F238E27FC236}">
                <a16:creationId xmlns:a16="http://schemas.microsoft.com/office/drawing/2014/main" id="{C94AC814-3776-4FED-8FBF-AC628FBC878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D8287D14-0FC1-4211-8B37-4A28895689D2}" type="slidenum">
              <a:rPr lang="zh-CN" altLang="en-US">
                <a:latin typeface="Calibri" panose="020F0502020204030204" pitchFamily="34" charset="0"/>
              </a:rPr>
              <a:pPr/>
              <a:t>167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1736483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6C2902-5082-B7E0-5F66-CA32799516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02CB7851-6AF6-FFF2-90F4-C83F604A41D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B243285D-EBA8-8923-CDEB-E6AD8FB6B43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50CD6E25-8632-0CFE-3745-9078CBDAFC6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173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448882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D95B0-4A4D-86BB-972C-3362777DB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726459C7-D2A8-7CFC-CF34-9132CE56D88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06CD5D59-E1B4-A949-07B0-50977919D9D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F879B373-BB29-5506-8BF0-907F65A4CD2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174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66724961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6053F6-3C96-0915-0FB4-1615D87768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05B220AF-7734-2D92-0129-5845C393905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09445BF9-EDFC-EF3B-2F30-9F8E83B491B3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741DD0BA-2F52-58B9-438C-8DB04439976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175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0155061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33432A-D330-921C-476D-3CD55373B4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424C9F6F-5B73-3037-268D-24A36854673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76EAFE75-8365-621B-8567-4E1576044BC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1BBFE82D-462F-1DB8-3A6B-20A369619EF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176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440832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461641-C5A0-C157-078E-2C0A7FA8DA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E1359744-93A2-AB25-2934-33E745AAEFE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C75DDB0F-542B-99A1-06D1-6EAAD80EAD5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56FDAC3B-D408-6D17-3368-D3017758458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177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463700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2DEB74-3D96-EB20-0B28-4D15D7E3A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D3BDE87C-37D1-50E9-943E-1C83A8E3548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20065714-A684-2E2B-3413-0F946D20D84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DE094BC4-71AD-DD2C-9C7D-6E1E0BA52CA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178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0659957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22A6E-41E3-B7CD-9850-73ADF6A50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24B49347-CB42-8AD7-C08F-7932298A713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65FFF7F2-BFD2-048A-3B28-6B1F28AB81A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6D784C62-D773-7BEB-02A3-D4D6348148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183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638732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幻灯片图像占位符 1">
            <a:extLst>
              <a:ext uri="{FF2B5EF4-FFF2-40B4-BE49-F238E27FC236}">
                <a16:creationId xmlns:a16="http://schemas.microsoft.com/office/drawing/2014/main" id="{C3D97A32-AE64-4730-B065-E991809FD3C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0355" name="备注占位符 2">
            <a:extLst>
              <a:ext uri="{FF2B5EF4-FFF2-40B4-BE49-F238E27FC236}">
                <a16:creationId xmlns:a16="http://schemas.microsoft.com/office/drawing/2014/main" id="{44B8A52B-CD7C-420B-99B8-3A11306DBA07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356" name="灯片编号占位符 3">
            <a:extLst>
              <a:ext uri="{FF2B5EF4-FFF2-40B4-BE49-F238E27FC236}">
                <a16:creationId xmlns:a16="http://schemas.microsoft.com/office/drawing/2014/main" id="{317F25B8-17CE-491F-958E-DEC92786920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273C67AA-ADE1-4F66-BBB6-C85D60FF3C39}" type="slidenum">
              <a:rPr lang="zh-CN" altLang="en-US">
                <a:latin typeface="Calibri" panose="020F0502020204030204" pitchFamily="34" charset="0"/>
              </a:rPr>
              <a:pPr/>
              <a:t>184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7BA6B0CD-5883-46E1-B3D1-18BC495C6F7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ABFFE3B1-CD6C-4CB0-83EE-EE455E9B84A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7B73613A-7CC7-4022-9A57-8A953AE5B7D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190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2F0A0-3791-7144-78A8-23AF062E3E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>
            <a:extLst>
              <a:ext uri="{FF2B5EF4-FFF2-40B4-BE49-F238E27FC236}">
                <a16:creationId xmlns:a16="http://schemas.microsoft.com/office/drawing/2014/main" id="{C95BD1BC-C6A6-DB05-4BF8-56ECF0CCDAE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1379" name="备注占位符 2">
            <a:extLst>
              <a:ext uri="{FF2B5EF4-FFF2-40B4-BE49-F238E27FC236}">
                <a16:creationId xmlns:a16="http://schemas.microsoft.com/office/drawing/2014/main" id="{AA57D328-6373-EA65-DEAA-F2B187651D8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80" name="灯片编号占位符 3">
            <a:extLst>
              <a:ext uri="{FF2B5EF4-FFF2-40B4-BE49-F238E27FC236}">
                <a16:creationId xmlns:a16="http://schemas.microsoft.com/office/drawing/2014/main" id="{766BE28B-12AF-C1AB-4D01-F08868EAB4A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B8D10BCA-1B11-4442-9AD8-995CE60F3360}" type="slidenum">
              <a:rPr lang="zh-CN" altLang="en-US">
                <a:latin typeface="Calibri" panose="020F0502020204030204" pitchFamily="34" charset="0"/>
              </a:rPr>
              <a:pPr/>
              <a:t>191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6254852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幻灯片图像占位符 1">
            <a:extLst>
              <a:ext uri="{FF2B5EF4-FFF2-40B4-BE49-F238E27FC236}">
                <a16:creationId xmlns:a16="http://schemas.microsoft.com/office/drawing/2014/main" id="{F6D8676A-5CC4-4A87-ACA1-6A0D05B6B41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7" name="备注占位符 2">
            <a:extLst>
              <a:ext uri="{FF2B5EF4-FFF2-40B4-BE49-F238E27FC236}">
                <a16:creationId xmlns:a16="http://schemas.microsoft.com/office/drawing/2014/main" id="{385F5388-6B19-4280-9E98-05F99E93FC4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zh-CN" i="1">
              <a:ea typeface="MS PGothic" panose="020B0600070205080204" pitchFamily="34" charset="-128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AA03602-A87F-4371-BC84-7383A42398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fld id="{8E8C3E95-33C5-446C-907D-2CB444FA1EED}" type="slidenum">
              <a:rPr lang="zh-CN" altLang="en-US">
                <a:latin typeface="Calibri" panose="020F0502020204030204" pitchFamily="34" charset="0"/>
              </a:rPr>
              <a:pPr eaLnBrk="1" hangingPunct="1"/>
              <a:t>193</a:t>
            </a:fld>
            <a:endParaRPr lang="zh-CN" altLang="en-US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2BB71879-6D58-41D0-9EC9-C108A14570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B5FC73A-DE8C-4597-924E-AB92D095EF66}" type="datetime1">
              <a:rPr lang="zh-CN" altLang="en-US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5" name="灯片编号占位符 5">
            <a:extLst>
              <a:ext uri="{FF2B5EF4-FFF2-40B4-BE49-F238E27FC236}">
                <a16:creationId xmlns:a16="http://schemas.microsoft.com/office/drawing/2014/main" id="{782BD9BF-E733-470D-9E45-E032862EDA2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1C7DD9A-A7D5-453A-AA81-873E1E677D1A}" type="slidenum">
              <a:rPr lang="zh-CN" altLang="en-US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46702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EC58F760-2F29-4F33-BE8B-260EFDDD99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5C8937-133E-4499-AA0D-D83FD1433A84}" type="datetime1">
              <a:rPr lang="zh-CN" altLang="en-US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5" name="灯片编号占位符 5">
            <a:extLst>
              <a:ext uri="{FF2B5EF4-FFF2-40B4-BE49-F238E27FC236}">
                <a16:creationId xmlns:a16="http://schemas.microsoft.com/office/drawing/2014/main" id="{0454C9C8-E604-4DCE-8773-0A1B8A6CD7E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F1A21988-2207-4C07-A157-7A10257AC85A}" type="slidenum">
              <a:rPr lang="zh-CN" altLang="en-US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67803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3">
            <a:extLst>
              <a:ext uri="{FF2B5EF4-FFF2-40B4-BE49-F238E27FC236}">
                <a16:creationId xmlns:a16="http://schemas.microsoft.com/office/drawing/2014/main" id="{7D9E9B74-2A2F-467E-82B8-961490E7232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2BC4A64-5275-4D0F-BD5A-0273A1B6A3B9}" type="datetime1">
              <a:rPr lang="zh-CN" altLang="en-US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4C5DA9AA-FD70-4F36-9C60-03F1D76C8C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28433C9-4A25-4EFF-A13E-677ED709B907}" type="slidenum">
              <a:rPr lang="zh-CN" altLang="en-US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4895119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3">
            <a:extLst>
              <a:ext uri="{FF2B5EF4-FFF2-40B4-BE49-F238E27FC236}">
                <a16:creationId xmlns:a16="http://schemas.microsoft.com/office/drawing/2014/main" id="{A824EBB0-73D0-4462-AEC3-6A73EA2385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00655FB-DFCE-497F-A235-9E3646EB587A}" type="datetime1">
              <a:rPr lang="zh-CN" altLang="en-US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3" name="灯片编号占位符 5">
            <a:extLst>
              <a:ext uri="{FF2B5EF4-FFF2-40B4-BE49-F238E27FC236}">
                <a16:creationId xmlns:a16="http://schemas.microsoft.com/office/drawing/2014/main" id="{B2FEA045-DD8F-4D99-9975-27CB42D01A1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7C7969DA-D03B-4F47-9030-27A39CF291AB}" type="slidenum">
              <a:rPr lang="zh-CN" altLang="en-US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460020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65F87B47-F726-47F3-8F53-FC5CC52CA6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D7D2AA4-4AEA-4733-B63F-098A9134EF24}" type="datetime1">
              <a:rPr lang="zh-CN" altLang="en-US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5" name="灯片编号占位符 5">
            <a:extLst>
              <a:ext uri="{FF2B5EF4-FFF2-40B4-BE49-F238E27FC236}">
                <a16:creationId xmlns:a16="http://schemas.microsoft.com/office/drawing/2014/main" id="{D0083989-81FB-4F00-BD70-73934E05216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0983361-C3BE-40BC-9463-D5525791A08B}" type="slidenum">
              <a:rPr lang="zh-CN" altLang="en-US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520046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461460C-8388-4A19-9F90-2522AB79C8D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A07B9F07-F910-4890-951A-6779E71856B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AD8D64F-0760-463C-8DB7-0151855D3D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FDAA0C-AA96-4D1D-AFB6-D93A6D8F048D}" type="datetimeFigureOut">
              <a:rPr lang="zh-CN" altLang="en-US" smtClean="0"/>
              <a:t>2026-08-30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2ACE55AE-F821-4371-8EC2-73AE431700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49689F1-5AF9-4C7A-B664-01A0A2A9BC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82DABA9-E330-4F0D-99AE-86390361E1C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248508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250827" y="1341439"/>
            <a:ext cx="8713663" cy="5183187"/>
          </a:xfrm>
        </p:spPr>
        <p:txBody>
          <a:bodyPr/>
          <a:lstStyle>
            <a:lvl1pPr>
              <a:defRPr sz="2800">
                <a:latin typeface="Arial" pitchFamily="34" charset="0"/>
                <a:ea typeface="幼圆" pitchFamily="49" charset="-122"/>
                <a:cs typeface="Arial" pitchFamily="34" charset="0"/>
              </a:defRPr>
            </a:lvl1pPr>
            <a:lvl2pPr>
              <a:defRPr sz="2400">
                <a:latin typeface="Arial" pitchFamily="34" charset="0"/>
                <a:ea typeface="幼圆" pitchFamily="49" charset="-122"/>
                <a:cs typeface="Arial" pitchFamily="34" charset="0"/>
              </a:defRPr>
            </a:lvl2pPr>
            <a:lvl3pPr>
              <a:defRPr sz="2000">
                <a:latin typeface="Arial" pitchFamily="34" charset="0"/>
                <a:ea typeface="幼圆" pitchFamily="49" charset="-122"/>
                <a:cs typeface="Arial" pitchFamily="34" charset="0"/>
              </a:defRPr>
            </a:lvl3pPr>
            <a:lvl4pPr>
              <a:defRPr sz="1800">
                <a:latin typeface="Arial" pitchFamily="34" charset="0"/>
                <a:ea typeface="幼圆" pitchFamily="49" charset="-122"/>
                <a:cs typeface="Arial" pitchFamily="34" charset="0"/>
              </a:defRPr>
            </a:lvl4pPr>
            <a:lvl5pPr>
              <a:defRPr sz="1800">
                <a:latin typeface="Arial" pitchFamily="34" charset="0"/>
                <a:ea typeface="幼圆" pitchFamily="49" charset="-122"/>
                <a:cs typeface="Arial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6822744-908B-4914-AD30-CEE633D6654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E29E4AA-BE10-4FA3-9D34-4D4D8E4BBAB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5225"/>
            <a:ext cx="2895600" cy="476251"/>
          </a:xfrm>
          <a:prstGeom prst="rect">
            <a:avLst/>
          </a:prstGeom>
        </p:spPr>
        <p:txBody>
          <a:bodyPr/>
          <a:lstStyle>
            <a:lvl1pPr>
              <a:defRPr>
                <a:latin typeface="Arial" charset="0"/>
                <a:ea typeface="宋体" charset="-122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E5FB8E4-611C-45DE-B953-4EDCF639F9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3BB721B-6BBA-4A29-9B66-F474C0FCAD92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9978427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3BD5D66-39FB-4A09-B09F-6B941EF8E9F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E4EF8887-32EE-4047-970B-18803453CBF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85B46703-F402-4B8C-89BE-656F175256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855C6FA5-BEBB-4A53-A146-98D7872F9A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4362CA69-1773-4AAC-A095-E4FBB0E290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380010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15E489C-EBC2-48A9-8668-B94202A239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65A8F27C-F757-4C88-9194-B774564AF2F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B754E8E7-355C-474E-8E14-DC1005AD86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E856E49-1F79-4982-9AB9-48F59D2FE4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4969E890-7290-4AAE-A64B-2B28CEA244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21419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25A01F7-175B-437E-AA2C-87A21A81A9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2623659-487C-4053-B2D2-94A62AEA2BC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F99356B3-CA83-483B-A137-2797C43AAE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6D200D5A-829D-4B4A-B522-8C993D7D66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F5FB776-7C0C-4C70-90B4-EEEEE47EEF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937332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0F49E4C-2E1A-4BF6-AC52-3AA2D9096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58CED41-999F-4781-BA92-A8E3623270B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8BDB0433-4AD6-4C9E-AB6D-CD3113F52FD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59F0B340-E3A3-4675-9B23-AB93129731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830B8C2C-ECFF-4BB1-A461-9EF0F4C023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D34521AE-5E9F-407E-92F3-66E8A9FC76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68951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2B50FC4-C718-468F-8265-937417A46F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445B705-A883-4488-8F88-C976AFC4CE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167CE148-F04E-4EF5-88C9-55A8BEB7153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74E32EA5-0307-4ABE-85E5-7E1199ACF1D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02319157-31C1-49D4-A141-D7C0D57D468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28592B3A-3B9F-4AFA-A526-18F76A5B8C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06C9B3BF-438E-4BF1-8E22-DD373AA873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A5A55D0A-EDAD-41C9-912A-7E80473BAA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664272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D8A857D-3346-49C9-8BFE-86C22B3C1A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FDAC7171-23EC-4A12-A91A-D961AFA4BA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DF7A5878-870E-4702-8E83-6BF81CC0CC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05F66AA5-C833-47FF-AA0C-FDC4818258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943504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242D3AA4-C64F-4DAC-861D-39056F50E5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1330AD80-F23A-4961-B2E4-125B55B713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9CFEF75D-0AEB-49EE-8DC1-F5E5052D94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799529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697F29E-E024-4EC7-96B1-58B59A0B5C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B5E0280-9738-4FCB-BDC8-8FE7D476AE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73FA9EFF-F799-45CB-B28F-B57BB52302B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0FCF16B8-A149-4B37-AC69-12C1268E82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7F8C1326-BFF1-4F17-B60B-636D85378C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3C268404-0068-4D5A-B30B-2503821ECB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902060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CA7CD17-8E28-4EE6-A0BD-36403A4784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8F1F4352-D051-443B-ADA1-A7EA82D0AF3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9238718E-1326-452C-9740-0954D8811CB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2EACAF7D-54AE-4936-B557-66070C6CF0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D2EF0FC3-7D99-482C-9B69-CCBA6BA031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5D6EC553-82DC-4831-AEDD-F195CCD4C4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080312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BABEF31-F5EB-4AF9-9C12-2C83F8E3EA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24B6B9EB-5A6A-4055-A7E6-B168F84FC5E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B101EDD1-F8B1-4341-A331-85180D4554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3E988B15-08CE-4588-BEAF-C30829B354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D032FA1E-3EB9-4AC6-8396-BF560CA7C7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84543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741ED82B-5D4D-4173-8508-68447150D29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E34C1B5C-8CC8-47BF-9CD0-78075FB0660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E73738C2-94A8-4965-A135-AFF16B1DCB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9EE1AE14-F2D9-488C-873F-9D0EE57410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C6D8250B-D66F-43D0-8A92-CE5D98F4E7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7793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ags" Target="../tags/tag4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ags" Target="../tags/tag3.xml"/><Relationship Id="rId5" Type="http://schemas.openxmlformats.org/officeDocument/2006/relationships/slideLayout" Target="../slideLayouts/slideLayout5.xml"/><Relationship Id="rId10" Type="http://schemas.openxmlformats.org/officeDocument/2006/relationships/tags" Target="../tags/tag2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slideLayout" Target="../slideLayouts/slideLayout10.xml"/><Relationship Id="rId7" Type="http://schemas.openxmlformats.org/officeDocument/2006/relationships/slideLayout" Target="../slideLayouts/slideLayout14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0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矩形 12">
            <a:extLst>
              <a:ext uri="{FF2B5EF4-FFF2-40B4-BE49-F238E27FC236}">
                <a16:creationId xmlns:a16="http://schemas.microsoft.com/office/drawing/2014/main" id="{693C46B2-3DA6-4F5F-8AEE-61B1C0F1B5CA}"/>
              </a:ext>
            </a:extLst>
          </p:cNvPr>
          <p:cNvSpPr/>
          <p:nvPr userDrawn="1">
            <p:custDataLst>
              <p:tags r:id="rId9"/>
            </p:custDataLst>
          </p:nvPr>
        </p:nvSpPr>
        <p:spPr>
          <a:xfrm>
            <a:off x="0" y="6237288"/>
            <a:ext cx="9144000" cy="620712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ysClr val="window" lastClr="FFFFFF"/>
              </a:solidFill>
              <a:latin typeface="+mn-lt"/>
              <a:ea typeface="+mn-ea"/>
            </a:endParaRPr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3182E317-2C19-4355-8ABF-41305A1309C2}"/>
              </a:ext>
            </a:extLst>
          </p:cNvPr>
          <p:cNvSpPr/>
          <p:nvPr userDrawn="1">
            <p:custDataLst>
              <p:tags r:id="rId10"/>
            </p:custDataLst>
          </p:nvPr>
        </p:nvSpPr>
        <p:spPr>
          <a:xfrm>
            <a:off x="0" y="0"/>
            <a:ext cx="9144000" cy="90805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ysClr val="window" lastClr="FFFFFF"/>
              </a:solidFill>
              <a:latin typeface="+mn-lt"/>
              <a:ea typeface="+mn-ea"/>
            </a:endParaRPr>
          </a:p>
        </p:txBody>
      </p:sp>
      <p:sp>
        <p:nvSpPr>
          <p:cNvPr id="9" name="椭圆 8">
            <a:extLst>
              <a:ext uri="{FF2B5EF4-FFF2-40B4-BE49-F238E27FC236}">
                <a16:creationId xmlns:a16="http://schemas.microsoft.com/office/drawing/2014/main" id="{5BE71D6C-A040-4592-A918-DF8597896281}"/>
              </a:ext>
            </a:extLst>
          </p:cNvPr>
          <p:cNvSpPr/>
          <p:nvPr userDrawn="1"/>
        </p:nvSpPr>
        <p:spPr>
          <a:xfrm>
            <a:off x="8358188" y="6357938"/>
            <a:ext cx="360362" cy="360362"/>
          </a:xfrm>
          <a:prstGeom prst="ellipse">
            <a:avLst/>
          </a:prstGeom>
          <a:solidFill>
            <a:srgbClr val="0A419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400" dirty="0">
              <a:solidFill>
                <a:prstClr val="white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29" name="标题占位符 1">
            <a:extLst>
              <a:ext uri="{FF2B5EF4-FFF2-40B4-BE49-F238E27FC236}">
                <a16:creationId xmlns:a16="http://schemas.microsoft.com/office/drawing/2014/main" id="{FA5106F3-F592-4C6B-AD4F-3F94E9A339C1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23838"/>
            <a:ext cx="65436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单击此处编辑母版标题样式</a:t>
            </a:r>
          </a:p>
        </p:txBody>
      </p:sp>
      <p:sp>
        <p:nvSpPr>
          <p:cNvPr id="1030" name="文本占位符 2">
            <a:extLst>
              <a:ext uri="{FF2B5EF4-FFF2-40B4-BE49-F238E27FC236}">
                <a16:creationId xmlns:a16="http://schemas.microsoft.com/office/drawing/2014/main" id="{ACF0C440-A8B1-4E28-81EF-878A9EFF53E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341438"/>
            <a:ext cx="8229600" cy="475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254D8901-1B71-4918-A2C0-D47DE887237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400" b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1pPr>
          </a:lstStyle>
          <a:p>
            <a:pPr>
              <a:defRPr/>
            </a:pPr>
            <a:fld id="{6CE669AE-EDE6-490F-9D1D-2E78B692EC2F}" type="datetime1">
              <a:rPr lang="zh-CN" altLang="en-US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B46E77F-A295-4251-90FF-DDCCFD12C64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B9D4BDC8-807A-4F0C-9EC2-604D48271C34}" type="slidenum">
              <a:rPr lang="zh-CN" altLang="en-US"/>
              <a:pPr/>
              <a:t>‹#›</a:t>
            </a:fld>
            <a:endParaRPr lang="zh-CN" altLang="en-US"/>
          </a:p>
        </p:txBody>
      </p:sp>
      <p:sp>
        <p:nvSpPr>
          <p:cNvPr id="1033" name="矩形 14">
            <a:extLst>
              <a:ext uri="{FF2B5EF4-FFF2-40B4-BE49-F238E27FC236}">
                <a16:creationId xmlns:a16="http://schemas.microsoft.com/office/drawing/2014/main" id="{C76E66B5-3C79-4CB7-B454-4848B4EB9917}"/>
              </a:ext>
            </a:extLst>
          </p:cNvPr>
          <p:cNvSpPr>
            <a:spLocks noChangeArrowheads="1"/>
          </p:cNvSpPr>
          <p:nvPr userDrawn="1">
            <p:custDataLst>
              <p:tags r:id="rId11"/>
            </p:custDataLst>
          </p:nvPr>
        </p:nvSpPr>
        <p:spPr bwMode="auto">
          <a:xfrm>
            <a:off x="-1588" y="908050"/>
            <a:ext cx="9145588" cy="36513"/>
          </a:xfrm>
          <a:prstGeom prst="rect">
            <a:avLst/>
          </a:prstGeom>
          <a:solidFill>
            <a:srgbClr val="0A419B"/>
          </a:solidFill>
          <a:ln>
            <a:noFill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9pPr>
          </a:lstStyle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1034" name="矩形 18">
            <a:extLst>
              <a:ext uri="{FF2B5EF4-FFF2-40B4-BE49-F238E27FC236}">
                <a16:creationId xmlns:a16="http://schemas.microsoft.com/office/drawing/2014/main" id="{28CF0BF8-4A77-41C4-B81F-FC509EE66554}"/>
              </a:ext>
            </a:extLst>
          </p:cNvPr>
          <p:cNvSpPr>
            <a:spLocks noChangeArrowheads="1"/>
          </p:cNvSpPr>
          <p:nvPr userDrawn="1">
            <p:custDataLst>
              <p:tags r:id="rId12"/>
            </p:custDataLst>
          </p:nvPr>
        </p:nvSpPr>
        <p:spPr bwMode="auto">
          <a:xfrm>
            <a:off x="-1588" y="6200775"/>
            <a:ext cx="9145588" cy="34925"/>
          </a:xfrm>
          <a:prstGeom prst="rect">
            <a:avLst/>
          </a:prstGeom>
          <a:solidFill>
            <a:srgbClr val="0A419B"/>
          </a:solidFill>
          <a:ln>
            <a:noFill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9pPr>
          </a:lstStyle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1035" name="页脚占位符 16">
            <a:extLst>
              <a:ext uri="{FF2B5EF4-FFF2-40B4-BE49-F238E27FC236}">
                <a16:creationId xmlns:a16="http://schemas.microsoft.com/office/drawing/2014/main" id="{6F2B957D-3E99-4381-BC37-9BD725085172}"/>
              </a:ext>
            </a:extLst>
          </p:cNvPr>
          <p:cNvSpPr txBox="1">
            <a:spLocks/>
          </p:cNvSpPr>
          <p:nvPr userDrawn="1"/>
        </p:nvSpPr>
        <p:spPr bwMode="auto">
          <a:xfrm>
            <a:off x="3419475" y="6356350"/>
            <a:ext cx="4824413" cy="50165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宋体" pitchFamily="2" charset="-122"/>
              </a:defRPr>
            </a:lvl9pPr>
          </a:lstStyle>
          <a:p>
            <a:pPr eaLnBrk="1" hangingPunct="1">
              <a:defRPr/>
            </a:pPr>
            <a:r>
              <a:rPr lang="en-US" altLang="zh-CN" sz="160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rPr>
              <a:t>Digital Logic Design and Application, by Yan Bo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54" r:id="rId1"/>
    <p:sldLayoutId id="2147483855" r:id="rId2"/>
    <p:sldLayoutId id="2147483856" r:id="rId3"/>
    <p:sldLayoutId id="2147483857" r:id="rId4"/>
    <p:sldLayoutId id="2147483858" r:id="rId5"/>
    <p:sldLayoutId id="2147483859" r:id="rId6"/>
    <p:sldLayoutId id="2147483872" r:id="rId7"/>
  </p:sldLayoutIdLst>
  <p:hf hd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 b="1" kern="1200">
          <a:solidFill>
            <a:srgbClr val="0A419B"/>
          </a:solidFill>
          <a:latin typeface="微软雅黑" pitchFamily="34" charset="-122"/>
          <a:ea typeface="微软雅黑" pitchFamily="34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3200" b="1">
          <a:solidFill>
            <a:srgbClr val="0A419B"/>
          </a:solidFill>
          <a:latin typeface="微软雅黑" pitchFamily="34" charset="-122"/>
          <a:ea typeface="微软雅黑" pitchFamily="34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微软雅黑" pitchFamily="34" charset="-122"/>
          <a:ea typeface="微软雅黑" pitchFamily="34" charset="-122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400" kern="1200">
          <a:solidFill>
            <a:schemeClr val="tx1"/>
          </a:solidFill>
          <a:latin typeface="微软雅黑" pitchFamily="34" charset="-122"/>
          <a:ea typeface="微软雅黑" pitchFamily="34" charset="-122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微软雅黑" pitchFamily="34" charset="-122"/>
          <a:ea typeface="微软雅黑" pitchFamily="34" charset="-122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微软雅黑" pitchFamily="34" charset="-122"/>
          <a:ea typeface="微软雅黑" pitchFamily="34" charset="-122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微软雅黑" pitchFamily="34" charset="-122"/>
          <a:ea typeface="微软雅黑" pitchFamily="34" charset="-122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1438AF39-2697-4537-8D60-7D50CBC7A3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AA31C9E0-185B-4C76-A66C-3631AD2407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AFB6505D-7C4B-4412-9969-980900C195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fld id="{0FFCCE3A-5868-4ADD-9377-93E7AA419A7F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  <a:latin typeface="等线" panose="020F0502020204030204"/>
                <a:ea typeface="等线"/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t>2026-08-30</a:t>
            </a:fld>
            <a:endParaRPr lang="zh-CN" altLang="en-US">
              <a:solidFill>
                <a:prstClr val="black">
                  <a:tint val="75000"/>
                </a:prstClr>
              </a:solidFill>
              <a:latin typeface="等线" panose="020F0502020204030204"/>
              <a:ea typeface="等线"/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57F423C8-C18C-4A81-B34D-5BEEC8161A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zh-CN" altLang="en-US">
              <a:solidFill>
                <a:prstClr val="black">
                  <a:tint val="75000"/>
                </a:prstClr>
              </a:solidFill>
              <a:latin typeface="等线" panose="020F0502020204030204"/>
              <a:ea typeface="等线"/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D9D4F5A2-2FED-4C4B-9AFD-00B98A4DAB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fld id="{A58E01CA-9B3B-41D6-A2FD-0D10048EA03D}" type="slidenum">
              <a:rPr lang="zh-CN" altLang="en-US" smtClean="0">
                <a:solidFill>
                  <a:prstClr val="black">
                    <a:tint val="75000"/>
                  </a:prstClr>
                </a:solidFill>
                <a:latin typeface="等线" panose="020F0502020204030204"/>
                <a:ea typeface="等线"/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  <a:latin typeface="等线" panose="020F0502020204030204"/>
              <a:ea typeface="等线"/>
            </a:endParaRPr>
          </a:p>
        </p:txBody>
      </p:sp>
    </p:spTree>
    <p:extLst>
      <p:ext uri="{BB962C8B-B14F-4D97-AF65-F5344CB8AC3E}">
        <p14:creationId xmlns:p14="http://schemas.microsoft.com/office/powerpoint/2010/main" val="19645835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1" r:id="rId1"/>
    <p:sldLayoutId id="2147483862" r:id="rId2"/>
    <p:sldLayoutId id="2147483863" r:id="rId3"/>
    <p:sldLayoutId id="2147483864" r:id="rId4"/>
    <p:sldLayoutId id="2147483865" r:id="rId5"/>
    <p:sldLayoutId id="2147483866" r:id="rId6"/>
    <p:sldLayoutId id="2147483867" r:id="rId7"/>
    <p:sldLayoutId id="2147483868" r:id="rId8"/>
    <p:sldLayoutId id="2147483869" r:id="rId9"/>
    <p:sldLayoutId id="2147483870" r:id="rId10"/>
    <p:sldLayoutId id="21474838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jpeg"/><Relationship Id="rId3" Type="http://schemas.openxmlformats.org/officeDocument/2006/relationships/tags" Target="../tags/tag7.xml"/><Relationship Id="rId7" Type="http://schemas.openxmlformats.org/officeDocument/2006/relationships/image" Target="../media/image2.jpeg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6" Type="http://schemas.openxmlformats.org/officeDocument/2006/relationships/image" Target="../media/image1.png"/><Relationship Id="rId5" Type="http://schemas.openxmlformats.org/officeDocument/2006/relationships/notesSlide" Target="../notesSlides/notesSlide1.xml"/><Relationship Id="rId4" Type="http://schemas.openxmlformats.org/officeDocument/2006/relationships/slideLayout" Target="../slideLayouts/slideLayout5.xml"/><Relationship Id="rId9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8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9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0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7" Type="http://schemas.openxmlformats.org/officeDocument/2006/relationships/image" Target="../media/image16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1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jpe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notesSlide" Target="../notesSlides/notesSlide7.xml"/><Relationship Id="rId7" Type="http://schemas.openxmlformats.org/officeDocument/2006/relationships/image" Target="../media/image17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2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jpeg"/><Relationship Id="rId9" Type="http://schemas.openxmlformats.org/officeDocument/2006/relationships/image" Target="../media/image16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notesSlide" Target="../notesSlides/notesSlide8.xml"/><Relationship Id="rId7" Type="http://schemas.openxmlformats.org/officeDocument/2006/relationships/image" Target="../media/image14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3.xml"/><Relationship Id="rId6" Type="http://schemas.openxmlformats.org/officeDocument/2006/relationships/image" Target="../media/image20.png"/><Relationship Id="rId11" Type="http://schemas.openxmlformats.org/officeDocument/2006/relationships/image" Target="../media/image16.png"/><Relationship Id="rId5" Type="http://schemas.openxmlformats.org/officeDocument/2006/relationships/image" Target="../media/image13.jpeg"/><Relationship Id="rId10" Type="http://schemas.openxmlformats.org/officeDocument/2006/relationships/image" Target="../media/image18.png"/><Relationship Id="rId4" Type="http://schemas.openxmlformats.org/officeDocument/2006/relationships/image" Target="../media/image19.jpeg"/><Relationship Id="rId9" Type="http://schemas.openxmlformats.org/officeDocument/2006/relationships/image" Target="../media/image17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notesSlide" Target="../notesSlides/notesSlide9.xml"/><Relationship Id="rId7" Type="http://schemas.openxmlformats.org/officeDocument/2006/relationships/image" Target="../media/image21.png"/><Relationship Id="rId12" Type="http://schemas.openxmlformats.org/officeDocument/2006/relationships/image" Target="../media/image16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4.xml"/><Relationship Id="rId6" Type="http://schemas.openxmlformats.org/officeDocument/2006/relationships/image" Target="../media/image20.png"/><Relationship Id="rId11" Type="http://schemas.openxmlformats.org/officeDocument/2006/relationships/image" Target="../media/image18.png"/><Relationship Id="rId5" Type="http://schemas.openxmlformats.org/officeDocument/2006/relationships/image" Target="../media/image13.jpeg"/><Relationship Id="rId10" Type="http://schemas.openxmlformats.org/officeDocument/2006/relationships/image" Target="../media/image17.png"/><Relationship Id="rId4" Type="http://schemas.openxmlformats.org/officeDocument/2006/relationships/image" Target="../media/image19.jpeg"/><Relationship Id="rId9" Type="http://schemas.openxmlformats.org/officeDocument/2006/relationships/image" Target="../media/image15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16.png"/><Relationship Id="rId3" Type="http://schemas.openxmlformats.org/officeDocument/2006/relationships/notesSlide" Target="../notesSlides/notesSlide10.xml"/><Relationship Id="rId7" Type="http://schemas.openxmlformats.org/officeDocument/2006/relationships/image" Target="../media/image20.png"/><Relationship Id="rId12" Type="http://schemas.openxmlformats.org/officeDocument/2006/relationships/image" Target="../media/image18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5.xml"/><Relationship Id="rId6" Type="http://schemas.openxmlformats.org/officeDocument/2006/relationships/image" Target="../media/image22.jpeg"/><Relationship Id="rId11" Type="http://schemas.openxmlformats.org/officeDocument/2006/relationships/image" Target="../media/image17.png"/><Relationship Id="rId5" Type="http://schemas.openxmlformats.org/officeDocument/2006/relationships/image" Target="../media/image13.jpeg"/><Relationship Id="rId10" Type="http://schemas.openxmlformats.org/officeDocument/2006/relationships/image" Target="../media/image15.png"/><Relationship Id="rId4" Type="http://schemas.openxmlformats.org/officeDocument/2006/relationships/image" Target="../media/image19.jpeg"/><Relationship Id="rId9" Type="http://schemas.openxmlformats.org/officeDocument/2006/relationships/image" Target="../media/image14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16.png"/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20.png"/><Relationship Id="rId12" Type="http://schemas.openxmlformats.org/officeDocument/2006/relationships/image" Target="../media/image18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6.xml"/><Relationship Id="rId6" Type="http://schemas.openxmlformats.org/officeDocument/2006/relationships/image" Target="../media/image22.jpeg"/><Relationship Id="rId11" Type="http://schemas.openxmlformats.org/officeDocument/2006/relationships/image" Target="../media/image17.png"/><Relationship Id="rId5" Type="http://schemas.openxmlformats.org/officeDocument/2006/relationships/image" Target="../media/image13.jpeg"/><Relationship Id="rId10" Type="http://schemas.openxmlformats.org/officeDocument/2006/relationships/image" Target="../media/image15.png"/><Relationship Id="rId4" Type="http://schemas.openxmlformats.org/officeDocument/2006/relationships/image" Target="../media/image19.jpeg"/><Relationship Id="rId9" Type="http://schemas.openxmlformats.org/officeDocument/2006/relationships/image" Target="../media/image14.png"/><Relationship Id="rId14" Type="http://schemas.openxmlformats.org/officeDocument/2006/relationships/image" Target="../media/image23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18.png"/><Relationship Id="rId3" Type="http://schemas.openxmlformats.org/officeDocument/2006/relationships/notesSlide" Target="../notesSlides/notesSlide12.xml"/><Relationship Id="rId7" Type="http://schemas.openxmlformats.org/officeDocument/2006/relationships/image" Target="../media/image24.jpeg"/><Relationship Id="rId12" Type="http://schemas.openxmlformats.org/officeDocument/2006/relationships/image" Target="../media/image17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7.xml"/><Relationship Id="rId6" Type="http://schemas.openxmlformats.org/officeDocument/2006/relationships/image" Target="../media/image22.jpeg"/><Relationship Id="rId11" Type="http://schemas.openxmlformats.org/officeDocument/2006/relationships/image" Target="../media/image15.png"/><Relationship Id="rId5" Type="http://schemas.openxmlformats.org/officeDocument/2006/relationships/image" Target="../media/image13.jpeg"/><Relationship Id="rId15" Type="http://schemas.openxmlformats.org/officeDocument/2006/relationships/image" Target="../media/image23.png"/><Relationship Id="rId10" Type="http://schemas.openxmlformats.org/officeDocument/2006/relationships/image" Target="../media/image14.png"/><Relationship Id="rId4" Type="http://schemas.openxmlformats.org/officeDocument/2006/relationships/image" Target="../media/image19.jpeg"/><Relationship Id="rId9" Type="http://schemas.openxmlformats.org/officeDocument/2006/relationships/image" Target="../media/image21.png"/><Relationship Id="rId14" Type="http://schemas.openxmlformats.org/officeDocument/2006/relationships/image" Target="../media/image16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8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6.jpe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6.jpeg"/><Relationship Id="rId4" Type="http://schemas.openxmlformats.org/officeDocument/2006/relationships/image" Target="../media/image28.jpe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9.jpeg"/><Relationship Id="rId5" Type="http://schemas.openxmlformats.org/officeDocument/2006/relationships/image" Target="../media/image26.jpeg"/><Relationship Id="rId4" Type="http://schemas.openxmlformats.org/officeDocument/2006/relationships/image" Target="../media/image28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jpeg"/><Relationship Id="rId3" Type="http://schemas.openxmlformats.org/officeDocument/2006/relationships/image" Target="../media/image30.jpeg"/><Relationship Id="rId7" Type="http://schemas.openxmlformats.org/officeDocument/2006/relationships/image" Target="../media/image26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8.jpeg"/><Relationship Id="rId5" Type="http://schemas.openxmlformats.org/officeDocument/2006/relationships/image" Target="../media/image27.jpeg"/><Relationship Id="rId4" Type="http://schemas.openxmlformats.org/officeDocument/2006/relationships/image" Target="../media/image31.jpe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3.jpe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4.jpeg"/><Relationship Id="rId4" Type="http://schemas.openxmlformats.org/officeDocument/2006/relationships/image" Target="../media/image33.jpe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7" Type="http://schemas.openxmlformats.org/officeDocument/2006/relationships/image" Target="../media/image36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5.jpeg"/><Relationship Id="rId5" Type="http://schemas.openxmlformats.org/officeDocument/2006/relationships/image" Target="../media/image34.jpeg"/><Relationship Id="rId4" Type="http://schemas.openxmlformats.org/officeDocument/2006/relationships/image" Target="../media/image33.jpe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32.jpeg"/><Relationship Id="rId7" Type="http://schemas.openxmlformats.org/officeDocument/2006/relationships/image" Target="../media/image36.jpe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5.jpeg"/><Relationship Id="rId5" Type="http://schemas.openxmlformats.org/officeDocument/2006/relationships/image" Target="../media/image34.jpeg"/><Relationship Id="rId4" Type="http://schemas.openxmlformats.org/officeDocument/2006/relationships/image" Target="../media/image33.jpe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32.jpeg"/><Relationship Id="rId7" Type="http://schemas.openxmlformats.org/officeDocument/2006/relationships/image" Target="../media/image36.jpe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5.jpeg"/><Relationship Id="rId5" Type="http://schemas.openxmlformats.org/officeDocument/2006/relationships/image" Target="../media/image34.jpeg"/><Relationship Id="rId10" Type="http://schemas.openxmlformats.org/officeDocument/2006/relationships/image" Target="../media/image39.png"/><Relationship Id="rId4" Type="http://schemas.openxmlformats.org/officeDocument/2006/relationships/image" Target="../media/image33.jpeg"/><Relationship Id="rId9" Type="http://schemas.openxmlformats.org/officeDocument/2006/relationships/image" Target="../media/image38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1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3.jpe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3.jpe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7" Type="http://schemas.openxmlformats.org/officeDocument/2006/relationships/image" Target="../media/image44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3.jpe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7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9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0.xml"/><Relationship Id="rId4" Type="http://schemas.openxmlformats.org/officeDocument/2006/relationships/image" Target="../media/image45.jpe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9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1.xml"/><Relationship Id="rId5" Type="http://schemas.openxmlformats.org/officeDocument/2006/relationships/image" Target="../media/image46.jpeg"/><Relationship Id="rId4" Type="http://schemas.openxmlformats.org/officeDocument/2006/relationships/image" Target="../media/image45.jpe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0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2.xml"/><Relationship Id="rId6" Type="http://schemas.openxmlformats.org/officeDocument/2006/relationships/image" Target="../media/image46.jpeg"/><Relationship Id="rId5" Type="http://schemas.openxmlformats.org/officeDocument/2006/relationships/image" Target="../media/image47.jpeg"/><Relationship Id="rId4" Type="http://schemas.openxmlformats.org/officeDocument/2006/relationships/image" Target="../media/image45.jpe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1.xml"/><Relationship Id="rId7" Type="http://schemas.openxmlformats.org/officeDocument/2006/relationships/image" Target="../media/image48.jpe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3.xml"/><Relationship Id="rId6" Type="http://schemas.openxmlformats.org/officeDocument/2006/relationships/image" Target="../media/image46.jpeg"/><Relationship Id="rId5" Type="http://schemas.openxmlformats.org/officeDocument/2006/relationships/image" Target="../media/image47.jpeg"/><Relationship Id="rId4" Type="http://schemas.openxmlformats.org/officeDocument/2006/relationships/image" Target="../media/image45.jpe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jpeg"/><Relationship Id="rId3" Type="http://schemas.openxmlformats.org/officeDocument/2006/relationships/notesSlide" Target="../notesSlides/notesSlide52.xml"/><Relationship Id="rId7" Type="http://schemas.openxmlformats.org/officeDocument/2006/relationships/image" Target="../media/image48.jpe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4.xml"/><Relationship Id="rId6" Type="http://schemas.openxmlformats.org/officeDocument/2006/relationships/image" Target="../media/image46.jpeg"/><Relationship Id="rId5" Type="http://schemas.openxmlformats.org/officeDocument/2006/relationships/image" Target="../media/image47.jpeg"/><Relationship Id="rId4" Type="http://schemas.openxmlformats.org/officeDocument/2006/relationships/image" Target="../media/image45.jpe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0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5.xml"/><Relationship Id="rId7" Type="http://schemas.microsoft.com/office/2007/relationships/diagramDrawing" Target="../diagrams/drawing5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5.xml"/><Relationship Id="rId6" Type="http://schemas.openxmlformats.org/officeDocument/2006/relationships/diagramColors" Target="../diagrams/colors5.xml"/><Relationship Id="rId5" Type="http://schemas.openxmlformats.org/officeDocument/2006/relationships/diagramQuickStyle" Target="../diagrams/quickStyle5.xml"/><Relationship Id="rId4" Type="http://schemas.openxmlformats.org/officeDocument/2006/relationships/diagramLayout" Target="../diagrams/layout5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.xml"/><Relationship Id="rId7" Type="http://schemas.microsoft.com/office/2007/relationships/diagramDrawing" Target="../diagrams/drawing6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6.xml"/><Relationship Id="rId6" Type="http://schemas.openxmlformats.org/officeDocument/2006/relationships/diagramColors" Target="../diagrams/colors6.xml"/><Relationship Id="rId5" Type="http://schemas.openxmlformats.org/officeDocument/2006/relationships/diagramQuickStyle" Target="../diagrams/quickStyle6.xml"/><Relationship Id="rId4" Type="http://schemas.openxmlformats.org/officeDocument/2006/relationships/diagramLayout" Target="../diagrams/layout6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ustomXml" Target="../ink/ink1.xm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61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3" Type="http://schemas.openxmlformats.org/officeDocument/2006/relationships/customXml" Target="../ink/ink2.xml"/><Relationship Id="rId7" Type="http://schemas.openxmlformats.org/officeDocument/2006/relationships/customXml" Target="../ink/ink4.xml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10.png"/><Relationship Id="rId5" Type="http://schemas.openxmlformats.org/officeDocument/2006/relationships/customXml" Target="../ink/ink3.xml"/><Relationship Id="rId10" Type="http://schemas.openxmlformats.org/officeDocument/2006/relationships/image" Target="../media/image51.png"/><Relationship Id="rId4" Type="http://schemas.openxmlformats.org/officeDocument/2006/relationships/image" Target="../media/image61.png"/><Relationship Id="rId9" Type="http://schemas.openxmlformats.org/officeDocument/2006/relationships/customXml" Target="../ink/ink5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customXml" Target="../ink/ink6.xml"/><Relationship Id="rId7" Type="http://schemas.openxmlformats.org/officeDocument/2006/relationships/customXml" Target="../ink/ink8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6.png"/><Relationship Id="rId5" Type="http://schemas.openxmlformats.org/officeDocument/2006/relationships/customXml" Target="../ink/ink7.xml"/><Relationship Id="rId10" Type="http://schemas.openxmlformats.org/officeDocument/2006/relationships/image" Target="../media/image58.png"/><Relationship Id="rId4" Type="http://schemas.openxmlformats.org/officeDocument/2006/relationships/image" Target="../media/image55.png"/><Relationship Id="rId9" Type="http://schemas.openxmlformats.org/officeDocument/2006/relationships/customXml" Target="../ink/ink9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customXml" Target="../ink/ink13.xml"/><Relationship Id="rId3" Type="http://schemas.openxmlformats.org/officeDocument/2006/relationships/image" Target="../media/image61.png"/><Relationship Id="rId7" Type="http://schemas.openxmlformats.org/officeDocument/2006/relationships/image" Target="../media/image85.png"/><Relationship Id="rId2" Type="http://schemas.openxmlformats.org/officeDocument/2006/relationships/customXml" Target="../ink/ink10.xml"/><Relationship Id="rId1" Type="http://schemas.openxmlformats.org/officeDocument/2006/relationships/slideLayout" Target="../slideLayouts/slideLayout3.xml"/><Relationship Id="rId6" Type="http://schemas.openxmlformats.org/officeDocument/2006/relationships/customXml" Target="../ink/ink12.xml"/><Relationship Id="rId5" Type="http://schemas.openxmlformats.org/officeDocument/2006/relationships/image" Target="../media/image710.png"/><Relationship Id="rId4" Type="http://schemas.openxmlformats.org/officeDocument/2006/relationships/customXml" Target="../ink/ink11.xml"/><Relationship Id="rId9" Type="http://schemas.openxmlformats.org/officeDocument/2006/relationships/image" Target="../media/image51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7.xml"/><Relationship Id="rId4" Type="http://schemas.openxmlformats.org/officeDocument/2006/relationships/image" Target="../media/image59.png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4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8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5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9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0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7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1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9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3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0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4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1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5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2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6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e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.jpg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7.xml"/><Relationship Id="rId6" Type="http://schemas.openxmlformats.org/officeDocument/2006/relationships/image" Target="../media/image71.png"/><Relationship Id="rId5" Type="http://schemas.openxmlformats.org/officeDocument/2006/relationships/image" Target="../media/image70.png"/><Relationship Id="rId4" Type="http://schemas.openxmlformats.org/officeDocument/2006/relationships/image" Target="../media/image69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8.xml"/><Relationship Id="rId6" Type="http://schemas.openxmlformats.org/officeDocument/2006/relationships/image" Target="../media/image71.png"/><Relationship Id="rId5" Type="http://schemas.openxmlformats.org/officeDocument/2006/relationships/image" Target="../media/image73.png"/><Relationship Id="rId4" Type="http://schemas.openxmlformats.org/officeDocument/2006/relationships/image" Target="../media/image72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icourse163.org/" TargetMode="Externa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9.xml"/><Relationship Id="rId5" Type="http://schemas.openxmlformats.org/officeDocument/2006/relationships/hyperlink" Target="https://www.icourse163.org/course/UESTC-234015" TargetMode="External"/><Relationship Id="rId4" Type="http://schemas.openxmlformats.org/officeDocument/2006/relationships/hyperlink" Target="https://www.icourse163.org/course/UESTC-234014" TargetMode="Externa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hyperlink" Target="mailto:yanboyu@uestc.edu.cn" TargetMode="External"/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.xml"/><Relationship Id="rId7" Type="http://schemas.microsoft.com/office/2007/relationships/diagramDrawing" Target="../diagrams/drawing7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0.xml"/><Relationship Id="rId6" Type="http://schemas.openxmlformats.org/officeDocument/2006/relationships/diagramColors" Target="../diagrams/colors7.xml"/><Relationship Id="rId5" Type="http://schemas.openxmlformats.org/officeDocument/2006/relationships/diagramQuickStyle" Target="../diagrams/quickStyle7.xml"/><Relationship Id="rId4" Type="http://schemas.openxmlformats.org/officeDocument/2006/relationships/diagramLayout" Target="../diagrams/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41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3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4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5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6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8.xml"/><Relationship Id="rId4" Type="http://schemas.openxmlformats.org/officeDocument/2006/relationships/image" Target="../media/image74.pn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9.xml"/><Relationship Id="rId4" Type="http://schemas.openxmlformats.org/officeDocument/2006/relationships/image" Target="../media/image74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0.xml"/><Relationship Id="rId4" Type="http://schemas.openxmlformats.org/officeDocument/2006/relationships/image" Target="../media/image74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1.xml"/><Relationship Id="rId4" Type="http://schemas.openxmlformats.org/officeDocument/2006/relationships/image" Target="../media/image74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2.xml"/><Relationship Id="rId4" Type="http://schemas.openxmlformats.org/officeDocument/2006/relationships/image" Target="../media/image74.png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3.xml"/><Relationship Id="rId4" Type="http://schemas.openxmlformats.org/officeDocument/2006/relationships/image" Target="../media/image74.pn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4.xml"/><Relationship Id="rId4" Type="http://schemas.openxmlformats.org/officeDocument/2006/relationships/image" Target="../media/image74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5.xml"/><Relationship Id="rId4" Type="http://schemas.openxmlformats.org/officeDocument/2006/relationships/image" Target="../media/image74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8.xml"/><Relationship Id="rId7" Type="http://schemas.microsoft.com/office/2007/relationships/diagramDrawing" Target="../diagrams/drawing8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6.xml"/><Relationship Id="rId6" Type="http://schemas.openxmlformats.org/officeDocument/2006/relationships/diagramColors" Target="../diagrams/colors8.xml"/><Relationship Id="rId5" Type="http://schemas.openxmlformats.org/officeDocument/2006/relationships/diagramQuickStyle" Target="../diagrams/quickStyle8.xml"/><Relationship Id="rId4" Type="http://schemas.openxmlformats.org/officeDocument/2006/relationships/diagramLayout" Target="../diagrams/layout8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7.xml"/><Relationship Id="rId4" Type="http://schemas.openxmlformats.org/officeDocument/2006/relationships/image" Target="../media/image59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8.xml"/><Relationship Id="rId4" Type="http://schemas.openxmlformats.org/officeDocument/2006/relationships/image" Target="../media/image59.pn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9.xml"/><Relationship Id="rId4" Type="http://schemas.openxmlformats.org/officeDocument/2006/relationships/image" Target="../media/image59.png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0.xml"/><Relationship Id="rId4" Type="http://schemas.openxmlformats.org/officeDocument/2006/relationships/image" Target="../media/image59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1.xml"/><Relationship Id="rId4" Type="http://schemas.openxmlformats.org/officeDocument/2006/relationships/image" Target="../media/image59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2.xml"/><Relationship Id="rId4" Type="http://schemas.openxmlformats.org/officeDocument/2006/relationships/image" Target="../media/image59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1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3.xml"/><Relationship Id="rId4" Type="http://schemas.openxmlformats.org/officeDocument/2006/relationships/image" Target="../media/image59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2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4.xml"/><Relationship Id="rId4" Type="http://schemas.openxmlformats.org/officeDocument/2006/relationships/image" Target="../media/image59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5.xml"/><Relationship Id="rId4" Type="http://schemas.openxmlformats.org/officeDocument/2006/relationships/image" Target="../media/image59.png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9.xml"/><Relationship Id="rId7" Type="http://schemas.microsoft.com/office/2007/relationships/diagramDrawing" Target="../diagrams/drawing9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66.xml"/><Relationship Id="rId6" Type="http://schemas.openxmlformats.org/officeDocument/2006/relationships/diagramColors" Target="../diagrams/colors9.xml"/><Relationship Id="rId5" Type="http://schemas.openxmlformats.org/officeDocument/2006/relationships/diagramQuickStyle" Target="../diagrams/quickStyle9.xml"/><Relationship Id="rId4" Type="http://schemas.openxmlformats.org/officeDocument/2006/relationships/diagramLayout" Target="../diagrams/layout9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0.xml"/><Relationship Id="rId7" Type="http://schemas.microsoft.com/office/2007/relationships/diagramDrawing" Target="../diagrams/drawing10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67.xml"/><Relationship Id="rId6" Type="http://schemas.openxmlformats.org/officeDocument/2006/relationships/diagramColors" Target="../diagrams/colors10.xml"/><Relationship Id="rId5" Type="http://schemas.openxmlformats.org/officeDocument/2006/relationships/diagramQuickStyle" Target="../diagrams/quickStyle10.xml"/><Relationship Id="rId4" Type="http://schemas.openxmlformats.org/officeDocument/2006/relationships/diagramLayout" Target="../diagrams/layout10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1.xml"/><Relationship Id="rId7" Type="http://schemas.microsoft.com/office/2007/relationships/diagramDrawing" Target="../diagrams/drawing1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68.xml"/><Relationship Id="rId6" Type="http://schemas.openxmlformats.org/officeDocument/2006/relationships/diagramColors" Target="../diagrams/colors11.xml"/><Relationship Id="rId5" Type="http://schemas.openxmlformats.org/officeDocument/2006/relationships/diagramQuickStyle" Target="../diagrams/quickStyle11.xml"/><Relationship Id="rId4" Type="http://schemas.openxmlformats.org/officeDocument/2006/relationships/diagramLayout" Target="../diagrams/layout11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3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3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3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3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3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3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3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3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3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3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3.xml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1.png"/><Relationship Id="rId5" Type="http://schemas.openxmlformats.org/officeDocument/2006/relationships/image" Target="../media/image80.png"/><Relationship Id="rId4" Type="http://schemas.openxmlformats.org/officeDocument/2006/relationships/image" Target="../media/image79.png"/><Relationship Id="rId9" Type="http://schemas.openxmlformats.org/officeDocument/2006/relationships/image" Target="../media/image84.png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1.png"/><Relationship Id="rId5" Type="http://schemas.openxmlformats.org/officeDocument/2006/relationships/image" Target="../media/image80.png"/><Relationship Id="rId10" Type="http://schemas.openxmlformats.org/officeDocument/2006/relationships/image" Target="../media/image86.png"/><Relationship Id="rId4" Type="http://schemas.openxmlformats.org/officeDocument/2006/relationships/image" Target="../media/image79.png"/><Relationship Id="rId9" Type="http://schemas.openxmlformats.org/officeDocument/2006/relationships/image" Target="../media/image84.pn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1.png"/><Relationship Id="rId11" Type="http://schemas.openxmlformats.org/officeDocument/2006/relationships/image" Target="../media/image87.png"/><Relationship Id="rId5" Type="http://schemas.openxmlformats.org/officeDocument/2006/relationships/image" Target="../media/image80.png"/><Relationship Id="rId10" Type="http://schemas.openxmlformats.org/officeDocument/2006/relationships/image" Target="../media/image86.png"/><Relationship Id="rId4" Type="http://schemas.openxmlformats.org/officeDocument/2006/relationships/image" Target="../media/image79.png"/><Relationship Id="rId9" Type="http://schemas.openxmlformats.org/officeDocument/2006/relationships/image" Target="../media/image84.pn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13" Type="http://schemas.openxmlformats.org/officeDocument/2006/relationships/image" Target="../media/image87.pn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12" Type="http://schemas.openxmlformats.org/officeDocument/2006/relationships/image" Target="../media/image88.emf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1.png"/><Relationship Id="rId11" Type="http://schemas.openxmlformats.org/officeDocument/2006/relationships/oleObject" Target="../embeddings/oleObject1.bin"/><Relationship Id="rId5" Type="http://schemas.openxmlformats.org/officeDocument/2006/relationships/image" Target="../media/image80.png"/><Relationship Id="rId10" Type="http://schemas.openxmlformats.org/officeDocument/2006/relationships/image" Target="../media/image86.png"/><Relationship Id="rId4" Type="http://schemas.openxmlformats.org/officeDocument/2006/relationships/image" Target="../media/image79.png"/><Relationship Id="rId9" Type="http://schemas.openxmlformats.org/officeDocument/2006/relationships/image" Target="../media/image84.png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13" Type="http://schemas.openxmlformats.org/officeDocument/2006/relationships/image" Target="../media/image87.png"/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12" Type="http://schemas.openxmlformats.org/officeDocument/2006/relationships/image" Target="../media/image88.emf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1.png"/><Relationship Id="rId11" Type="http://schemas.openxmlformats.org/officeDocument/2006/relationships/oleObject" Target="../embeddings/oleObject1.bin"/><Relationship Id="rId5" Type="http://schemas.openxmlformats.org/officeDocument/2006/relationships/image" Target="../media/image80.png"/><Relationship Id="rId10" Type="http://schemas.openxmlformats.org/officeDocument/2006/relationships/image" Target="../media/image86.png"/><Relationship Id="rId4" Type="http://schemas.openxmlformats.org/officeDocument/2006/relationships/image" Target="../media/image79.png"/><Relationship Id="rId9" Type="http://schemas.openxmlformats.org/officeDocument/2006/relationships/image" Target="../media/image84.png"/><Relationship Id="rId14" Type="http://schemas.openxmlformats.org/officeDocument/2006/relationships/image" Target="../media/image89.jpe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69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70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71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72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7" Type="http://schemas.openxmlformats.org/officeDocument/2006/relationships/image" Target="../media/image95.pn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73.xml"/><Relationship Id="rId6" Type="http://schemas.openxmlformats.org/officeDocument/2006/relationships/image" Target="../media/image94.png"/><Relationship Id="rId5" Type="http://schemas.openxmlformats.org/officeDocument/2006/relationships/image" Target="../media/image93.png"/><Relationship Id="rId4" Type="http://schemas.openxmlformats.org/officeDocument/2006/relationships/image" Target="../media/image92.png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tags" Target="../tags/tag76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6" Type="http://schemas.openxmlformats.org/officeDocument/2006/relationships/image" Target="../media/image2.jpeg"/><Relationship Id="rId5" Type="http://schemas.openxmlformats.org/officeDocument/2006/relationships/image" Target="../media/image1.png"/><Relationship Id="rId4" Type="http://schemas.openxmlformats.org/officeDocument/2006/relationships/slideLayout" Target="../slideLayouts/slideLayout5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13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9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>
            <a:extLst>
              <a:ext uri="{FF2B5EF4-FFF2-40B4-BE49-F238E27FC236}">
                <a16:creationId xmlns:a16="http://schemas.microsoft.com/office/drawing/2014/main" id="{F49785B7-83D4-4654-96F5-73B882C6A3E1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0" y="935038"/>
            <a:ext cx="9123363" cy="3559175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ysClr val="window" lastClr="FFFFFF"/>
              </a:solidFill>
              <a:latin typeface="Calibri"/>
              <a:ea typeface="宋体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3C0CC1A0-8EB4-4C4F-A1D2-23AC1C1E1409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7938" y="1052513"/>
            <a:ext cx="9136062" cy="3249612"/>
          </a:xfrm>
          <a:prstGeom prst="rect">
            <a:avLst/>
          </a:prstGeom>
          <a:solidFill>
            <a:srgbClr val="0A419B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ysClr val="window" lastClr="FFFFFF"/>
              </a:solidFill>
              <a:latin typeface="Calibri"/>
              <a:ea typeface="宋体"/>
            </a:endParaRPr>
          </a:p>
        </p:txBody>
      </p:sp>
      <p:cxnSp>
        <p:nvCxnSpPr>
          <p:cNvPr id="3076" name="直接连接符 5">
            <a:extLst>
              <a:ext uri="{FF2B5EF4-FFF2-40B4-BE49-F238E27FC236}">
                <a16:creationId xmlns:a16="http://schemas.microsoft.com/office/drawing/2014/main" id="{C0D98E4A-45C9-4939-A521-80FF585EF4B3}"/>
              </a:ext>
            </a:extLst>
          </p:cNvPr>
          <p:cNvCxnSpPr>
            <a:cxnSpLocks noChangeShapeType="1"/>
          </p:cNvCxnSpPr>
          <p:nvPr>
            <p:custDataLst>
              <p:tags r:id="rId3"/>
            </p:custDataLst>
          </p:nvPr>
        </p:nvCxnSpPr>
        <p:spPr bwMode="auto">
          <a:xfrm>
            <a:off x="2593975" y="2578100"/>
            <a:ext cx="6030913" cy="0"/>
          </a:xfrm>
          <a:prstGeom prst="line">
            <a:avLst/>
          </a:prstGeom>
          <a:noFill/>
          <a:ln w="9525" algn="ctr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77" name="Rectangle 19">
            <a:extLst>
              <a:ext uri="{FF2B5EF4-FFF2-40B4-BE49-F238E27FC236}">
                <a16:creationId xmlns:a16="http://schemas.microsoft.com/office/drawing/2014/main" id="{C08B10AC-FF91-41AA-B9C6-15701EAF2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875" y="1196975"/>
            <a:ext cx="7967663" cy="295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3200" b="1" dirty="0">
                <a:solidFill>
                  <a:srgbClr val="FFFF00"/>
                </a:solidFill>
              </a:rPr>
              <a:t>Digital Logic Design and Application</a:t>
            </a:r>
          </a:p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3200" b="1" dirty="0">
                <a:solidFill>
                  <a:srgbClr val="FFFF00"/>
                </a:solidFill>
              </a:rPr>
              <a:t>Topic 1  - Introduction</a:t>
            </a:r>
            <a:br>
              <a:rPr lang="zh-CN" altLang="en-US" sz="3200" b="1" dirty="0">
                <a:solidFill>
                  <a:srgbClr val="FFFF00"/>
                </a:solidFill>
              </a:rPr>
            </a:br>
            <a:r>
              <a:rPr lang="en-US" altLang="zh-CN" sz="2400" b="1" dirty="0">
                <a:solidFill>
                  <a:schemeClr val="bg1"/>
                </a:solidFill>
              </a:rPr>
              <a:t> Yan Bo</a:t>
            </a:r>
          </a:p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2000" b="1" dirty="0">
                <a:solidFill>
                  <a:schemeClr val="bg1"/>
                </a:solidFill>
              </a:rPr>
              <a:t>School of Information &amp; Communication Engineering, UESTC</a:t>
            </a:r>
            <a:endParaRPr lang="zh-CN" altLang="en-US" sz="2000" b="1" dirty="0">
              <a:solidFill>
                <a:schemeClr val="bg1"/>
              </a:solidFill>
            </a:endParaRPr>
          </a:p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2000" b="1" dirty="0">
                <a:solidFill>
                  <a:schemeClr val="bg1"/>
                </a:solidFill>
              </a:rPr>
              <a:t>Email: yanboyu@uestc.edu.cn</a:t>
            </a:r>
            <a:endParaRPr lang="zh-CN" altLang="en-US" sz="2000" b="1" dirty="0">
              <a:solidFill>
                <a:schemeClr val="bg1"/>
              </a:solidFill>
            </a:endParaRPr>
          </a:p>
        </p:txBody>
      </p:sp>
      <p:pic>
        <p:nvPicPr>
          <p:cNvPr id="3078" name="Picture 2" descr="http://www.polyomics.gla.ac.uk/images/uni_glasgow_logo.png">
            <a:extLst>
              <a:ext uri="{FF2B5EF4-FFF2-40B4-BE49-F238E27FC236}">
                <a16:creationId xmlns:a16="http://schemas.microsoft.com/office/drawing/2014/main" id="{F6CBEBBC-919E-4075-B6BD-959A36505B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7982"/>
          <a:stretch>
            <a:fillRect/>
          </a:stretch>
        </p:blipFill>
        <p:spPr bwMode="auto">
          <a:xfrm>
            <a:off x="8172450" y="44450"/>
            <a:ext cx="576263" cy="81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9" name="Picture 4" descr="UESTC logo.jpg">
            <a:extLst>
              <a:ext uri="{FF2B5EF4-FFF2-40B4-BE49-F238E27FC236}">
                <a16:creationId xmlns:a16="http://schemas.microsoft.com/office/drawing/2014/main" id="{7E5DE5A2-9B8F-4FBF-9735-AABB614A6D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1363" y="41275"/>
            <a:ext cx="865187" cy="866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36" name="Picture 12" descr="http://doktorspinn.com/wp-content/uploads/2013/04/digital-tunnel-wallpaper1.jpg">
            <a:extLst>
              <a:ext uri="{FF2B5EF4-FFF2-40B4-BE49-F238E27FC236}">
                <a16:creationId xmlns:a16="http://schemas.microsoft.com/office/drawing/2014/main" id="{F8071F8E-D8F9-4FF2-815A-5738AE0F0D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323528" y="4493985"/>
            <a:ext cx="3428868" cy="1928738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550594A5-7C19-49AA-AD3F-67114CA01530}"/>
              </a:ext>
            </a:extLst>
          </p:cNvPr>
          <p:cNvPicPr>
            <a:picLocks noChangeAspect="1"/>
          </p:cNvPicPr>
          <p:nvPr/>
        </p:nvPicPr>
        <p:blipFill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4140200" y="4660900"/>
            <a:ext cx="4489450" cy="1928813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 advTm="671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9D8D1143-CDC7-10DA-6BC0-4E23B1F5B0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800655FB-DFCE-497F-A235-9E3646EB587A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A1509194-434C-98CB-E077-10C743DAE4F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C7969DA-D03B-4F47-9030-27A39CF291AB}" type="slidenum">
              <a:rPr lang="zh-CN" altLang="en-US" sz="1100" smtClean="0"/>
              <a:pPr/>
              <a:t>1</a:t>
            </a:fld>
            <a:endParaRPr lang="zh-CN" altLang="en-US" sz="1100" dirty="0"/>
          </a:p>
        </p:txBody>
      </p:sp>
      <p:sp>
        <p:nvSpPr>
          <p:cNvPr id="6" name="标题 1">
            <a:extLst>
              <a:ext uri="{FF2B5EF4-FFF2-40B4-BE49-F238E27FC236}">
                <a16:creationId xmlns:a16="http://schemas.microsoft.com/office/drawing/2014/main" id="{C22B8544-DFF0-AE1B-DD12-417CCD7931F7}"/>
              </a:ext>
            </a:extLst>
          </p:cNvPr>
          <p:cNvSpPr txBox="1">
            <a:spLocks/>
          </p:cNvSpPr>
          <p:nvPr/>
        </p:nvSpPr>
        <p:spPr>
          <a:xfrm>
            <a:off x="457200" y="223838"/>
            <a:ext cx="6543675" cy="615950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3200" b="1" kern="120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/>
            <a:r>
              <a:rPr lang="en-US" altLang="zh-CN" dirty="0"/>
              <a:t>QQ Group</a:t>
            </a:r>
            <a:endParaRPr lang="zh-CN" alt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695FA80B-A422-2E03-2CAD-B4CA2C7A6B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3502" y="1017564"/>
            <a:ext cx="2724444" cy="3585136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24794682-F3A7-AD66-A78F-B2D19AA6D3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32170" y="2612025"/>
            <a:ext cx="2654452" cy="3526719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D1E62F5A-2141-FCDB-8CF0-F9ECB2D6F99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05142" y="1017564"/>
            <a:ext cx="2654452" cy="33578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223161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452FB683-91FE-466C-B852-C0A7E7F0E7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64BDDC62-05E7-4520-8C6E-F49ACCE3DBA2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98C6019D-EF32-49A0-9FAD-2842E50B7D8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9BBF2557-467F-4457-926C-AEFBB0657AF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498455AB-9020-4C12-BBD7-E491438D6D8A}" type="slidenum">
              <a:rPr lang="zh-CN" altLang="en-US" sz="1100"/>
              <a:pPr/>
              <a:t>2</a:t>
            </a:fld>
            <a:endParaRPr lang="zh-CN" altLang="en-US" sz="1100" dirty="0"/>
          </a:p>
        </p:txBody>
      </p:sp>
    </p:spTree>
    <p:custDataLst>
      <p:tags r:id="rId1"/>
    </p:custDataLst>
  </p:cSld>
  <p:clrMapOvr>
    <a:masterClrMapping/>
  </p:clrMapOvr>
  <p:transition advTm="235"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D3B74F-B89A-5F59-DDDB-6DF6AFE538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49BB6829-EEF3-1581-7F75-D9A8699C57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3182A155-4935-DE30-C200-556AFD17DA42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16CCA091-35DB-9E4F-5482-E92A9912C2E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B42DE56C-4E05-E57E-F1C0-B326284FCE7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498455AB-9020-4C12-BBD7-E491438D6D8A}" type="slidenum">
              <a:rPr lang="zh-CN" altLang="en-US" sz="1100"/>
              <a:pPr/>
              <a:t>3</a:t>
            </a:fld>
            <a:endParaRPr lang="zh-CN" altLang="en-US" sz="110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37091917"/>
      </p:ext>
    </p:extLst>
  </p:cSld>
  <p:clrMapOvr>
    <a:masterClrMapping/>
  </p:clrMapOvr>
  <p:transition advTm="235"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21324E-B16A-0D5C-7BE4-F8E8D11231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C40FEFBF-EF79-776B-C046-E35BB370A8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AF80B9F8-3D50-B109-206A-517096913D8A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2ED3B964-C05F-DDBA-CCB7-7BDF0177EBF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A24B1A2E-42AA-1DAD-05CA-A5A739DABD2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498455AB-9020-4C12-BBD7-E491438D6D8A}" type="slidenum">
              <a:rPr lang="zh-CN" altLang="en-US" sz="1100"/>
              <a:pPr/>
              <a:t>4</a:t>
            </a:fld>
            <a:endParaRPr lang="zh-CN" altLang="en-US" sz="110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25462908"/>
      </p:ext>
    </p:extLst>
  </p:cSld>
  <p:clrMapOvr>
    <a:masterClrMapping/>
  </p:clrMapOvr>
  <p:transition advTm="235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标题 1">
            <a:extLst>
              <a:ext uri="{FF2B5EF4-FFF2-40B4-BE49-F238E27FC236}">
                <a16:creationId xmlns:a16="http://schemas.microsoft.com/office/drawing/2014/main" id="{CF2AE7A1-2AF4-442E-9331-5F1F084B23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499350" cy="615950"/>
          </a:xfrm>
        </p:spPr>
        <p:txBody>
          <a:bodyPr/>
          <a:lstStyle/>
          <a:p>
            <a:r>
              <a:rPr lang="en-US" altLang="zh-CN"/>
              <a:t>What are you thinking about </a:t>
            </a:r>
            <a:r>
              <a:rPr lang="zh-CN" altLang="en-US"/>
              <a:t>？</a:t>
            </a:r>
            <a:r>
              <a:rPr lang="en-US" altLang="zh-CN"/>
              <a:t> </a:t>
            </a:r>
            <a:endParaRPr lang="zh-CN" altLang="en-US"/>
          </a:p>
        </p:txBody>
      </p:sp>
      <p:sp>
        <p:nvSpPr>
          <p:cNvPr id="7171" name="日期占位符 2">
            <a:extLst>
              <a:ext uri="{FF2B5EF4-FFF2-40B4-BE49-F238E27FC236}">
                <a16:creationId xmlns:a16="http://schemas.microsoft.com/office/drawing/2014/main" id="{EBD39428-40F5-40A6-81E3-7B7BDE1B046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C981F0-6FD6-416C-AE48-0E4E2ACD9EA1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7172" name="灯片编号占位符 3">
            <a:extLst>
              <a:ext uri="{FF2B5EF4-FFF2-40B4-BE49-F238E27FC236}">
                <a16:creationId xmlns:a16="http://schemas.microsoft.com/office/drawing/2014/main" id="{A1949F94-2AE7-4CFB-9049-E0D4E1C9227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EF28C370-8350-4097-AA1F-ABB8D458C428}" type="slidenum">
              <a:rPr lang="zh-CN" altLang="en-US" sz="1100"/>
              <a:pPr/>
              <a:t>5</a:t>
            </a:fld>
            <a:endParaRPr lang="zh-CN" altLang="en-US" sz="1100" dirty="0"/>
          </a:p>
        </p:txBody>
      </p:sp>
      <p:sp>
        <p:nvSpPr>
          <p:cNvPr id="7173" name="TextBox 4">
            <a:extLst>
              <a:ext uri="{FF2B5EF4-FFF2-40B4-BE49-F238E27FC236}">
                <a16:creationId xmlns:a16="http://schemas.microsoft.com/office/drawing/2014/main" id="{40F50CAC-0538-4E35-A988-AA6ACA2F92A1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116013" y="1268413"/>
            <a:ext cx="6335712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b="1">
                <a:solidFill>
                  <a:srgbClr val="7030A0"/>
                </a:solidFill>
                <a:latin typeface="Bradley Hand ITC" panose="03070402050302030203" pitchFamily="66" charset="0"/>
                <a:ea typeface="宋体" panose="02010600030101010101" pitchFamily="2" charset="-122"/>
              </a:rPr>
              <a:t>Digital circuit,   Logic circuit</a:t>
            </a:r>
            <a:endParaRPr lang="zh-CN" altLang="en-US" sz="3600" b="1">
              <a:solidFill>
                <a:srgbClr val="7030A0"/>
              </a:solidFill>
              <a:latin typeface="Bradley Hand ITC" panose="03070402050302030203" pitchFamily="66" charset="0"/>
              <a:ea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b="1">
                <a:solidFill>
                  <a:srgbClr val="7030A0"/>
                </a:solidFill>
                <a:latin typeface="Bradley Hand ITC" panose="03070402050302030203" pitchFamily="66" charset="0"/>
                <a:ea typeface="宋体" panose="02010600030101010101" pitchFamily="2" charset="-122"/>
              </a:rPr>
              <a:t>Digital system,  Logic system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B9ECB9-5223-3C06-82C9-2B8FC0A0E4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标题 1">
            <a:extLst>
              <a:ext uri="{FF2B5EF4-FFF2-40B4-BE49-F238E27FC236}">
                <a16:creationId xmlns:a16="http://schemas.microsoft.com/office/drawing/2014/main" id="{E1256156-8587-56CB-9740-63B521E23A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499350" cy="615950"/>
          </a:xfrm>
        </p:spPr>
        <p:txBody>
          <a:bodyPr/>
          <a:lstStyle/>
          <a:p>
            <a:r>
              <a:rPr lang="en-US" altLang="zh-CN"/>
              <a:t>What are you thinking about </a:t>
            </a:r>
            <a:r>
              <a:rPr lang="zh-CN" altLang="en-US"/>
              <a:t>？</a:t>
            </a:r>
            <a:r>
              <a:rPr lang="en-US" altLang="zh-CN"/>
              <a:t> </a:t>
            </a:r>
            <a:endParaRPr lang="zh-CN" altLang="en-US"/>
          </a:p>
        </p:txBody>
      </p:sp>
      <p:sp>
        <p:nvSpPr>
          <p:cNvPr id="7171" name="日期占位符 2">
            <a:extLst>
              <a:ext uri="{FF2B5EF4-FFF2-40B4-BE49-F238E27FC236}">
                <a16:creationId xmlns:a16="http://schemas.microsoft.com/office/drawing/2014/main" id="{E2021EE3-FCCE-BDED-C489-F04F7FA516E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C981F0-6FD6-416C-AE48-0E4E2ACD9EA1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7172" name="灯片编号占位符 3">
            <a:extLst>
              <a:ext uri="{FF2B5EF4-FFF2-40B4-BE49-F238E27FC236}">
                <a16:creationId xmlns:a16="http://schemas.microsoft.com/office/drawing/2014/main" id="{7C39FE2C-8C5F-B8E2-8F85-348D531C122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EF28C370-8350-4097-AA1F-ABB8D458C428}" type="slidenum">
              <a:rPr lang="zh-CN" altLang="en-US" sz="1100"/>
              <a:pPr/>
              <a:t>6</a:t>
            </a:fld>
            <a:endParaRPr lang="zh-CN" altLang="en-US" sz="1100" dirty="0"/>
          </a:p>
        </p:txBody>
      </p:sp>
      <p:sp>
        <p:nvSpPr>
          <p:cNvPr id="7173" name="TextBox 4">
            <a:extLst>
              <a:ext uri="{FF2B5EF4-FFF2-40B4-BE49-F238E27FC236}">
                <a16:creationId xmlns:a16="http://schemas.microsoft.com/office/drawing/2014/main" id="{D18A70BB-37EF-CD30-F816-998712E12AF4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116013" y="1268413"/>
            <a:ext cx="6335712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b="1">
                <a:solidFill>
                  <a:srgbClr val="7030A0"/>
                </a:solidFill>
                <a:latin typeface="Bradley Hand ITC" panose="03070402050302030203" pitchFamily="66" charset="0"/>
                <a:ea typeface="宋体" panose="02010600030101010101" pitchFamily="2" charset="-122"/>
              </a:rPr>
              <a:t>Digital circuit,   Logic circuit</a:t>
            </a:r>
            <a:endParaRPr lang="zh-CN" altLang="en-US" sz="3600" b="1">
              <a:solidFill>
                <a:srgbClr val="7030A0"/>
              </a:solidFill>
              <a:latin typeface="Bradley Hand ITC" panose="03070402050302030203" pitchFamily="66" charset="0"/>
              <a:ea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b="1">
                <a:solidFill>
                  <a:srgbClr val="7030A0"/>
                </a:solidFill>
                <a:latin typeface="Bradley Hand ITC" panose="03070402050302030203" pitchFamily="66" charset="0"/>
                <a:ea typeface="宋体" panose="02010600030101010101" pitchFamily="2" charset="-122"/>
              </a:rPr>
              <a:t>Digital system,  Logic system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56FF8810-7FDB-3596-6F53-8242472D1975}"/>
              </a:ext>
            </a:extLst>
          </p:cNvPr>
          <p:cNvSpPr/>
          <p:nvPr/>
        </p:nvSpPr>
        <p:spPr>
          <a:xfrm>
            <a:off x="3476639" y="2670723"/>
            <a:ext cx="1736629" cy="58105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lnSpc>
                <a:spcPct val="150000"/>
              </a:lnSpc>
            </a:pPr>
            <a:r>
              <a:rPr lang="en-US" altLang="zh-CN" sz="24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Computer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6E42BE7C-44B8-F4D9-8231-C06A114C2607}"/>
              </a:ext>
            </a:extLst>
          </p:cNvPr>
          <p:cNvSpPr/>
          <p:nvPr/>
        </p:nvSpPr>
        <p:spPr>
          <a:xfrm>
            <a:off x="2091713" y="3136432"/>
            <a:ext cx="4694170" cy="58105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lnSpc>
                <a:spcPct val="150000"/>
              </a:lnSpc>
            </a:pPr>
            <a:r>
              <a:rPr lang="en-US" altLang="zh-CN" sz="24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Embedded Computer System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6D6F5CCA-A2AF-B472-F296-D4DE3152869D}"/>
              </a:ext>
            </a:extLst>
          </p:cNvPr>
          <p:cNvSpPr/>
          <p:nvPr/>
        </p:nvSpPr>
        <p:spPr>
          <a:xfrm>
            <a:off x="2819535" y="3562782"/>
            <a:ext cx="3050835" cy="58105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lnSpc>
                <a:spcPct val="150000"/>
              </a:lnSpc>
            </a:pPr>
            <a:r>
              <a:rPr lang="en-US" altLang="zh-CN" sz="24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Embedded System</a:t>
            </a:r>
          </a:p>
        </p:txBody>
      </p:sp>
    </p:spTree>
    <p:extLst>
      <p:ext uri="{BB962C8B-B14F-4D97-AF65-F5344CB8AC3E}">
        <p14:creationId xmlns:p14="http://schemas.microsoft.com/office/powerpoint/2010/main" val="154938783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8CEA66-403E-D838-B2A7-C66304B89D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标题 1">
            <a:extLst>
              <a:ext uri="{FF2B5EF4-FFF2-40B4-BE49-F238E27FC236}">
                <a16:creationId xmlns:a16="http://schemas.microsoft.com/office/drawing/2014/main" id="{BC02E6E1-A798-121E-C46E-CEDCB3C0DE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499350" cy="615950"/>
          </a:xfrm>
        </p:spPr>
        <p:txBody>
          <a:bodyPr/>
          <a:lstStyle/>
          <a:p>
            <a:r>
              <a:rPr lang="en-US" altLang="zh-CN"/>
              <a:t>What are you thinking about </a:t>
            </a:r>
            <a:r>
              <a:rPr lang="zh-CN" altLang="en-US"/>
              <a:t>？</a:t>
            </a:r>
            <a:r>
              <a:rPr lang="en-US" altLang="zh-CN"/>
              <a:t> </a:t>
            </a:r>
            <a:endParaRPr lang="zh-CN" altLang="en-US"/>
          </a:p>
        </p:txBody>
      </p:sp>
      <p:sp>
        <p:nvSpPr>
          <p:cNvPr id="7171" name="日期占位符 2">
            <a:extLst>
              <a:ext uri="{FF2B5EF4-FFF2-40B4-BE49-F238E27FC236}">
                <a16:creationId xmlns:a16="http://schemas.microsoft.com/office/drawing/2014/main" id="{EACE2DAF-5AF8-0A95-8BC6-BBEA97CC2AF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C981F0-6FD6-416C-AE48-0E4E2ACD9EA1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7172" name="灯片编号占位符 3">
            <a:extLst>
              <a:ext uri="{FF2B5EF4-FFF2-40B4-BE49-F238E27FC236}">
                <a16:creationId xmlns:a16="http://schemas.microsoft.com/office/drawing/2014/main" id="{A23797A4-F7F3-B4B3-F173-FDF9D7F5F52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EF28C370-8350-4097-AA1F-ABB8D458C428}" type="slidenum">
              <a:rPr lang="zh-CN" altLang="en-US" sz="1100"/>
              <a:pPr/>
              <a:t>7</a:t>
            </a:fld>
            <a:endParaRPr lang="zh-CN" altLang="en-US" sz="1100" dirty="0"/>
          </a:p>
        </p:txBody>
      </p:sp>
      <p:sp>
        <p:nvSpPr>
          <p:cNvPr id="7173" name="TextBox 4">
            <a:extLst>
              <a:ext uri="{FF2B5EF4-FFF2-40B4-BE49-F238E27FC236}">
                <a16:creationId xmlns:a16="http://schemas.microsoft.com/office/drawing/2014/main" id="{01D2C29D-ABE5-A61A-C967-08D00982F664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116013" y="1268413"/>
            <a:ext cx="6335712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b="1">
                <a:solidFill>
                  <a:srgbClr val="7030A0"/>
                </a:solidFill>
                <a:latin typeface="Bradley Hand ITC" panose="03070402050302030203" pitchFamily="66" charset="0"/>
                <a:ea typeface="宋体" panose="02010600030101010101" pitchFamily="2" charset="-122"/>
              </a:rPr>
              <a:t>Digital circuit,   Logic circuit</a:t>
            </a:r>
            <a:endParaRPr lang="zh-CN" altLang="en-US" sz="3600" b="1">
              <a:solidFill>
                <a:srgbClr val="7030A0"/>
              </a:solidFill>
              <a:latin typeface="Bradley Hand ITC" panose="03070402050302030203" pitchFamily="66" charset="0"/>
              <a:ea typeface="宋体" panose="02010600030101010101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b="1">
                <a:solidFill>
                  <a:srgbClr val="7030A0"/>
                </a:solidFill>
                <a:latin typeface="Bradley Hand ITC" panose="03070402050302030203" pitchFamily="66" charset="0"/>
                <a:ea typeface="宋体" panose="02010600030101010101" pitchFamily="2" charset="-122"/>
              </a:rPr>
              <a:t>Digital system,  Logic system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6D8FBD0D-2467-8186-303C-34943AAA4A1E}"/>
              </a:ext>
            </a:extLst>
          </p:cNvPr>
          <p:cNvSpPr/>
          <p:nvPr/>
        </p:nvSpPr>
        <p:spPr>
          <a:xfrm>
            <a:off x="3476639" y="2670723"/>
            <a:ext cx="1736629" cy="58105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lnSpc>
                <a:spcPct val="150000"/>
              </a:lnSpc>
            </a:pPr>
            <a:r>
              <a:rPr lang="en-US" altLang="zh-CN" sz="24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Computer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502801BE-7824-B41E-706B-554778DB73C8}"/>
              </a:ext>
            </a:extLst>
          </p:cNvPr>
          <p:cNvSpPr/>
          <p:nvPr/>
        </p:nvSpPr>
        <p:spPr>
          <a:xfrm>
            <a:off x="2091713" y="3136432"/>
            <a:ext cx="4694170" cy="58105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lnSpc>
                <a:spcPct val="150000"/>
              </a:lnSpc>
            </a:pPr>
            <a:r>
              <a:rPr lang="en-US" altLang="zh-CN" sz="24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Embedded Computer System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AD7901E2-9F45-7F02-076C-54A72F407D80}"/>
              </a:ext>
            </a:extLst>
          </p:cNvPr>
          <p:cNvSpPr/>
          <p:nvPr/>
        </p:nvSpPr>
        <p:spPr>
          <a:xfrm>
            <a:off x="2819535" y="3562782"/>
            <a:ext cx="3050835" cy="58105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lnSpc>
                <a:spcPct val="150000"/>
              </a:lnSpc>
            </a:pPr>
            <a:r>
              <a:rPr lang="en-US" altLang="zh-CN" sz="24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Embedded System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F3AA73-E92A-23AC-5B36-09ED30B3CD09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209857" y="4299498"/>
            <a:ext cx="6335712" cy="5810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lnSpc>
                <a:spcPct val="150000"/>
              </a:lnSpc>
              <a:spcBef>
                <a:spcPct val="0"/>
              </a:spcBef>
              <a:buNone/>
            </a:pPr>
            <a:r>
              <a:rPr lang="en-US" altLang="zh-CN" sz="2400" b="1" dirty="0">
                <a:solidFill>
                  <a:srgbClr val="00B0F0"/>
                </a:solidFill>
              </a:rPr>
              <a:t>Smart Device</a:t>
            </a:r>
          </a:p>
        </p:txBody>
      </p:sp>
      <p:sp>
        <p:nvSpPr>
          <p:cNvPr id="6" name="TextBox 4">
            <a:extLst>
              <a:ext uri="{FF2B5EF4-FFF2-40B4-BE49-F238E27FC236}">
                <a16:creationId xmlns:a16="http://schemas.microsoft.com/office/drawing/2014/main" id="{0A659058-9E9B-2011-E74E-4D7A5718BF54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292502" y="4740025"/>
            <a:ext cx="6335712" cy="5810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lnSpc>
                <a:spcPct val="150000"/>
              </a:lnSpc>
              <a:spcBef>
                <a:spcPct val="0"/>
              </a:spcBef>
              <a:buNone/>
            </a:pPr>
            <a:r>
              <a:rPr lang="en-US" altLang="zh-CN" sz="2400" b="1" dirty="0">
                <a:solidFill>
                  <a:srgbClr val="00B0F0"/>
                </a:solidFill>
              </a:rPr>
              <a:t>Unmanned…  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367DA3AC-E5A9-3C9E-B968-D85AEA3976E6}"/>
              </a:ext>
            </a:extLst>
          </p:cNvPr>
          <p:cNvSpPr txBox="1"/>
          <p:nvPr/>
        </p:nvSpPr>
        <p:spPr>
          <a:xfrm>
            <a:off x="2091713" y="5118304"/>
            <a:ext cx="4572000" cy="5810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algn="ctr" eaLnBrk="1" hangingPunct="1">
              <a:lnSpc>
                <a:spcPct val="150000"/>
              </a:lnSpc>
              <a:buFont typeface="Arial" panose="020B0604020202020204" pitchFamily="34" charset="0"/>
              <a:buNone/>
              <a:defRPr sz="2400" b="1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r>
              <a:rPr lang="en-US" altLang="zh-CN" dirty="0"/>
              <a:t> Auto…    </a:t>
            </a:r>
            <a:endParaRPr lang="zh-CN" altLang="en-US" dirty="0"/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20595FE4-5E3D-F2FF-B6E1-E4B7AFEC25C0}"/>
              </a:ext>
            </a:extLst>
          </p:cNvPr>
          <p:cNvSpPr txBox="1"/>
          <p:nvPr/>
        </p:nvSpPr>
        <p:spPr>
          <a:xfrm>
            <a:off x="2091713" y="5537544"/>
            <a:ext cx="4572000" cy="5810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algn="ctr" eaLnBrk="1" hangingPunct="1">
              <a:lnSpc>
                <a:spcPct val="150000"/>
              </a:lnSpc>
              <a:buFont typeface="Arial" panose="020B0604020202020204" pitchFamily="34" charset="0"/>
              <a:buNone/>
              <a:defRPr sz="2400" b="1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r>
              <a:rPr lang="en-US" altLang="zh-CN" dirty="0"/>
              <a:t> AI…    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92330274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0BCFA-F6C8-518B-D68B-378BD76EDB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1F5EBB1D-B591-E6D3-619C-3C5643DAEA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5027C5C7-90F1-E02B-185E-118CFDFB291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1CED4BE9-FA65-6AD2-0575-AF18CC9859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8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5124659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C9BC65-9BF0-7CD2-602F-FAF1A1111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F2052428-42A5-EF7B-5664-C8B9A3276B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pic>
        <p:nvPicPr>
          <p:cNvPr id="9220" name="Picture 5">
            <a:extLst>
              <a:ext uri="{FF2B5EF4-FFF2-40B4-BE49-F238E27FC236}">
                <a16:creationId xmlns:a16="http://schemas.microsoft.com/office/drawing/2014/main" id="{AB2188DE-B7E5-1C4A-8B33-59CEF7AEB0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0"/>
            <a:ext cx="7200900" cy="4656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6FA824A4-91E6-BDDD-1F2A-80DEE7EA0A4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5834A8B7-20F6-561A-B4AF-502ED14BEB1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9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52947350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5B7243-9AF4-CCD6-D3E1-5E8648DFB5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3F72F095-63F1-922C-6A32-C376B0FA85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pic>
        <p:nvPicPr>
          <p:cNvPr id="9220" name="Picture 5">
            <a:extLst>
              <a:ext uri="{FF2B5EF4-FFF2-40B4-BE49-F238E27FC236}">
                <a16:creationId xmlns:a16="http://schemas.microsoft.com/office/drawing/2014/main" id="{2744153B-315B-4392-9CDF-B74185479F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0"/>
            <a:ext cx="7200900" cy="4656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BC9F1D7-2C7C-8609-F7F3-B09C32E1FA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1052513"/>
            <a:ext cx="1530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Windows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2A836FE4-F7F9-EE7F-0187-B4792454056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1DBA4754-F5CE-61DA-FA02-EDB2088EB44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10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208642035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8BD91E-75E5-D0BE-21FA-323FCDB526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B61D0F50-ED69-F77E-2A09-4F61CAC014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pic>
        <p:nvPicPr>
          <p:cNvPr id="9220" name="Picture 5">
            <a:extLst>
              <a:ext uri="{FF2B5EF4-FFF2-40B4-BE49-F238E27FC236}">
                <a16:creationId xmlns:a16="http://schemas.microsoft.com/office/drawing/2014/main" id="{15D609C5-69A1-7E3F-B1AB-935E026B66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0"/>
            <a:ext cx="7200900" cy="4656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E0B71F6-45BA-8423-5179-8EB1093BC2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1052513"/>
            <a:ext cx="1530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Windows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D5B1B82-2BE0-A715-864D-C125D5A082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4365625"/>
            <a:ext cx="17748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Door locks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6965E3E6-DA41-6A00-B7B1-CF32B5C50BF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89C324ED-1634-5486-93F5-703F380743A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11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23078784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826257-3E48-71F4-5172-B119EFBE3E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B9741CD3-4221-9A24-D403-099A58912F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pic>
        <p:nvPicPr>
          <p:cNvPr id="9220" name="Picture 5">
            <a:extLst>
              <a:ext uri="{FF2B5EF4-FFF2-40B4-BE49-F238E27FC236}">
                <a16:creationId xmlns:a16="http://schemas.microsoft.com/office/drawing/2014/main" id="{AC1DDD42-32EC-E07B-A543-D2A6E9A87E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0"/>
            <a:ext cx="7200900" cy="4656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93BC2C0-D62E-11A6-E773-CC78847A5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1052513"/>
            <a:ext cx="1530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Windows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BDC1484-9F05-6FB4-92A9-6E8DC1FE1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4365625"/>
            <a:ext cx="17748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Door locks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75A0581-1B8B-9259-FBED-D7A6004441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0338" y="2060575"/>
            <a:ext cx="8334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GPS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74CB8127-A515-9CAA-08FD-857303CDB2F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1624C6BD-474D-EB2C-1D71-2ACD5413F3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12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11164539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266FC-ADF4-2DAF-BEEB-BE9B34CD31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5140EE26-FD0A-1FB0-32F6-EF8E22B6F2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pic>
        <p:nvPicPr>
          <p:cNvPr id="9220" name="Picture 5">
            <a:extLst>
              <a:ext uri="{FF2B5EF4-FFF2-40B4-BE49-F238E27FC236}">
                <a16:creationId xmlns:a16="http://schemas.microsoft.com/office/drawing/2014/main" id="{C9A8D6E8-D709-022D-3BD7-AB3161D1BE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0"/>
            <a:ext cx="7200900" cy="4656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6" name="TextBox 4">
            <a:extLst>
              <a:ext uri="{FF2B5EF4-FFF2-40B4-BE49-F238E27FC236}">
                <a16:creationId xmlns:a16="http://schemas.microsoft.com/office/drawing/2014/main" id="{19DDCD84-784B-53A1-3E08-31C5E1F80A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1989138"/>
            <a:ext cx="1857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ED77F5F-4D78-0A5D-E77F-99BA78CD5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1052513"/>
            <a:ext cx="1530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Windows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2F3CF6D-87DE-E8A8-4D26-64592C2EF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4365625"/>
            <a:ext cx="17748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Door locks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8918650-E900-22EC-BC16-F775099B53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3284538"/>
            <a:ext cx="11064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Lights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896233F-3D65-82B2-EB73-C9A7EDE475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0338" y="2060575"/>
            <a:ext cx="8334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GPS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96BEF51D-8181-00A9-402E-C959E7B35FB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845B8F83-D1F4-767C-1FE2-92CC954FAE7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13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23515064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E8EBF6-4787-9588-1FB4-83CBFF70DE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AC3C68EF-2273-DAE0-D063-C0A90AE5D3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pic>
        <p:nvPicPr>
          <p:cNvPr id="9220" name="Picture 5">
            <a:extLst>
              <a:ext uri="{FF2B5EF4-FFF2-40B4-BE49-F238E27FC236}">
                <a16:creationId xmlns:a16="http://schemas.microsoft.com/office/drawing/2014/main" id="{E45EDD79-8E49-478E-57B0-99EFDCC6EF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0"/>
            <a:ext cx="7200900" cy="4656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6" name="TextBox 4">
            <a:extLst>
              <a:ext uri="{FF2B5EF4-FFF2-40B4-BE49-F238E27FC236}">
                <a16:creationId xmlns:a16="http://schemas.microsoft.com/office/drawing/2014/main" id="{8D64587A-AB78-AE5B-1287-1A8E5872A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1989138"/>
            <a:ext cx="1857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8942AB3-2918-5355-1C71-4916BAF6E6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1052513"/>
            <a:ext cx="1530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Windows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98EFBE2-8308-40A6-B0EA-78D1FC03F8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4365625"/>
            <a:ext cx="17748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Door locks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4E741F9-1252-36EA-B610-79D604C2BF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3284538"/>
            <a:ext cx="11064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Lights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BF6387B-6C3B-8392-6ADD-F3877CBFF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0363" y="5630863"/>
            <a:ext cx="1743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 dirty="0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Anti-Brake</a:t>
            </a:r>
            <a:endParaRPr lang="zh-CN" altLang="en-US" sz="2400" b="1" dirty="0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7890FC7-6CAD-6C22-4374-767B9035C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0338" y="2060575"/>
            <a:ext cx="8334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GPS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20570831-7673-15B9-DA74-6414D95A43F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A9334E56-4A17-4F5E-5625-96BC383D55B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14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93479850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0A6EFB4A-6B84-40EF-B4DE-FF1A9AD390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r>
              <a:rPr lang="en-US" altLang="zh-CN"/>
              <a:t>The digital systems in a normal car</a:t>
            </a:r>
            <a:endParaRPr lang="zh-CN" altLang="en-US"/>
          </a:p>
        </p:txBody>
      </p:sp>
      <p:pic>
        <p:nvPicPr>
          <p:cNvPr id="9220" name="Picture 5">
            <a:extLst>
              <a:ext uri="{FF2B5EF4-FFF2-40B4-BE49-F238E27FC236}">
                <a16:creationId xmlns:a16="http://schemas.microsoft.com/office/drawing/2014/main" id="{71F2498C-7AA0-49BE-ACB1-2037C660C7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0"/>
            <a:ext cx="7200900" cy="4656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6" name="TextBox 4">
            <a:extLst>
              <a:ext uri="{FF2B5EF4-FFF2-40B4-BE49-F238E27FC236}">
                <a16:creationId xmlns:a16="http://schemas.microsoft.com/office/drawing/2014/main" id="{3111A29D-082A-4462-AFA8-E62229547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1989138"/>
            <a:ext cx="1857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869058-7302-4B5F-8741-0CAAC7D52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1052513"/>
            <a:ext cx="15303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Windows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02F9715-112B-4801-A6AA-FC69DB61DF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4365625"/>
            <a:ext cx="17748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Door locks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D5114E4-99C2-4939-86D6-F2019AE8F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3284538"/>
            <a:ext cx="11064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Lights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779C51-AD4D-488C-84B7-AE59F5C199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0363" y="5630863"/>
            <a:ext cx="1743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Anti-Brake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169AF29-596E-4C54-B900-9809F4380E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5229225"/>
            <a:ext cx="26654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Centre controller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FE5D275-2CB8-4902-8F8A-D5BA0FF1B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0338" y="2060575"/>
            <a:ext cx="8334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GPS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66F5C0F9-E558-42FB-BBC5-852955AB8C7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C92EB63C-88B1-4C66-98C9-796479BECE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15</a:t>
            </a:fld>
            <a:endParaRPr lang="zh-CN" altLang="en-US" sz="1100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>
            <a:extLst>
              <a:ext uri="{FF2B5EF4-FFF2-40B4-BE49-F238E27FC236}">
                <a16:creationId xmlns:a16="http://schemas.microsoft.com/office/drawing/2014/main" id="{0A6EFB4A-6B84-40EF-B4DE-FF1A9AD390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199" y="223838"/>
            <a:ext cx="8577263" cy="615950"/>
          </a:xfrm>
        </p:spPr>
        <p:txBody>
          <a:bodyPr/>
          <a:lstStyle/>
          <a:p>
            <a:r>
              <a:rPr lang="en-US" altLang="zh-CN" dirty="0"/>
              <a:t>More digital systems in a self-driving car</a:t>
            </a:r>
            <a:endParaRPr lang="zh-CN" altLang="en-US" dirty="0"/>
          </a:p>
        </p:txBody>
      </p:sp>
      <p:sp>
        <p:nvSpPr>
          <p:cNvPr id="8203" name="日期占位符 2">
            <a:extLst>
              <a:ext uri="{FF2B5EF4-FFF2-40B4-BE49-F238E27FC236}">
                <a16:creationId xmlns:a16="http://schemas.microsoft.com/office/drawing/2014/main" id="{66F5C0F9-E558-42FB-BBC5-852955AB8C7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65683DAC-F6A6-45AA-857D-35A9B73046CE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8204" name="灯片编号占位符 3">
            <a:extLst>
              <a:ext uri="{FF2B5EF4-FFF2-40B4-BE49-F238E27FC236}">
                <a16:creationId xmlns:a16="http://schemas.microsoft.com/office/drawing/2014/main" id="{C92EB63C-88B1-4C66-98C9-796479BECE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C53D9C1-945B-4C42-9002-71054D534553}" type="slidenum">
              <a:rPr lang="zh-CN" altLang="en-US" sz="1100"/>
              <a:pPr/>
              <a:t>16</a:t>
            </a:fld>
            <a:endParaRPr lang="zh-CN" altLang="en-US" sz="1100" dirty="0"/>
          </a:p>
        </p:txBody>
      </p:sp>
      <p:pic>
        <p:nvPicPr>
          <p:cNvPr id="63490" name="Picture 2" descr="https://file.elecfans.com/web1/M00/E4/39/o4YBAGBIbJ2AF96HAADGiyI6sjU105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051673"/>
            <a:ext cx="9144000" cy="50871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471628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9B25A6-2E04-6A51-C6E5-D33C3DC74D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2AB9196D-EE3A-5C1C-F28A-5B1C4AABD6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88913"/>
            <a:ext cx="8075613" cy="615950"/>
          </a:xfrm>
        </p:spPr>
        <p:txBody>
          <a:bodyPr/>
          <a:lstStyle/>
          <a:p>
            <a:pPr eaLnBrk="1" hangingPunct="1"/>
            <a:r>
              <a:rPr lang="en-US" altLang="zh-CN"/>
              <a:t>Digital systems are everywhere</a:t>
            </a:r>
            <a:endParaRPr lang="zh-CN" altLang="en-US"/>
          </a:p>
        </p:txBody>
      </p:sp>
      <p:sp>
        <p:nvSpPr>
          <p:cNvPr id="9219" name="日期占位符 2">
            <a:extLst>
              <a:ext uri="{FF2B5EF4-FFF2-40B4-BE49-F238E27FC236}">
                <a16:creationId xmlns:a16="http://schemas.microsoft.com/office/drawing/2014/main" id="{3B239B51-3CB8-3B43-AA0D-3A733080DDC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840F81-07F9-44C0-B110-B3EB3BF6049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220" name="灯片编号占位符 3">
            <a:extLst>
              <a:ext uri="{FF2B5EF4-FFF2-40B4-BE49-F238E27FC236}">
                <a16:creationId xmlns:a16="http://schemas.microsoft.com/office/drawing/2014/main" id="{010D68C0-9106-E484-F1E8-CEC1C7A2CDB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5D2C0B5-D705-4B2D-9658-BDA9892A2756}" type="slidenum">
              <a:rPr lang="zh-CN" altLang="en-US" sz="1100"/>
              <a:pPr/>
              <a:t>17</a:t>
            </a:fld>
            <a:endParaRPr lang="zh-CN" altLang="en-US" sz="1100" dirty="0"/>
          </a:p>
        </p:txBody>
      </p:sp>
      <p:pic>
        <p:nvPicPr>
          <p:cNvPr id="17" name="Picture 31" descr="http://blog.qcql.com/attachments/2014/07/5_201407220544415.jpg">
            <a:extLst>
              <a:ext uri="{FF2B5EF4-FFF2-40B4-BE49-F238E27FC236}">
                <a16:creationId xmlns:a16="http://schemas.microsoft.com/office/drawing/2014/main" id="{04EE5D8B-316D-AF2D-B2AA-6E2C58B44B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9899" y="1289629"/>
            <a:ext cx="1943100" cy="287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43D7384A-449B-2DA3-8AC3-28E5C03F5BD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5450" y="4381688"/>
            <a:ext cx="3068887" cy="168117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4F4AEDC3-8D01-DDDB-008D-1422B9FED55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65570" y="4436504"/>
            <a:ext cx="2103566" cy="1626358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C0B9EE30-0AF2-02AD-D827-76B92C6793C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594162" y="4424452"/>
            <a:ext cx="1245478" cy="168117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51231484"/>
      </p:ext>
    </p:extLst>
  </p:cSld>
  <p:clrMapOvr>
    <a:masterClrMapping/>
  </p:clrMapOvr>
  <p:transition advTm="780"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760C7A-7132-694A-9878-ABF4990A4A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C893FC8E-E294-4942-7236-8F91CD6DAD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88913"/>
            <a:ext cx="8075613" cy="615950"/>
          </a:xfrm>
        </p:spPr>
        <p:txBody>
          <a:bodyPr/>
          <a:lstStyle/>
          <a:p>
            <a:pPr eaLnBrk="1" hangingPunct="1"/>
            <a:r>
              <a:rPr lang="en-US" altLang="zh-CN"/>
              <a:t>Digital systems are everywhere</a:t>
            </a:r>
            <a:endParaRPr lang="zh-CN" altLang="en-US"/>
          </a:p>
        </p:txBody>
      </p:sp>
      <p:sp>
        <p:nvSpPr>
          <p:cNvPr id="9219" name="日期占位符 2">
            <a:extLst>
              <a:ext uri="{FF2B5EF4-FFF2-40B4-BE49-F238E27FC236}">
                <a16:creationId xmlns:a16="http://schemas.microsoft.com/office/drawing/2014/main" id="{9607A1FC-D0E0-1CF2-CB0C-47B02181B1E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840F81-07F9-44C0-B110-B3EB3BF6049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220" name="灯片编号占位符 3">
            <a:extLst>
              <a:ext uri="{FF2B5EF4-FFF2-40B4-BE49-F238E27FC236}">
                <a16:creationId xmlns:a16="http://schemas.microsoft.com/office/drawing/2014/main" id="{0D1B4C9D-2F3B-3E80-774E-106661E0633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5D2C0B5-D705-4B2D-9658-BDA9892A2756}" type="slidenum">
              <a:rPr lang="zh-CN" altLang="en-US" sz="1100"/>
              <a:pPr/>
              <a:t>18</a:t>
            </a:fld>
            <a:endParaRPr lang="zh-CN" altLang="en-US" sz="1100" dirty="0"/>
          </a:p>
        </p:txBody>
      </p:sp>
      <p:pic>
        <p:nvPicPr>
          <p:cNvPr id="17" name="Picture 31" descr="http://blog.qcql.com/attachments/2014/07/5_201407220544415.jpg">
            <a:extLst>
              <a:ext uri="{FF2B5EF4-FFF2-40B4-BE49-F238E27FC236}">
                <a16:creationId xmlns:a16="http://schemas.microsoft.com/office/drawing/2014/main" id="{38CDE50C-4A6C-F4E0-A411-CF3867794E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9899" y="1289629"/>
            <a:ext cx="1943100" cy="287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8F18DA50-70E1-9B95-467E-2B15CAB5447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5450" y="4381688"/>
            <a:ext cx="3068887" cy="168117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334DB730-1B69-53B9-C321-C93635A0DE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65570" y="4436504"/>
            <a:ext cx="2103566" cy="162635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0AB21909-02D8-C868-33A1-A1C2AA0C87D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92431" y="3429000"/>
            <a:ext cx="1137326" cy="883347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1D96D304-F87A-3AC0-8186-8C1DB2F362F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33136" y="4483938"/>
            <a:ext cx="1320711" cy="1681174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1149F06F-A19B-EC6E-2277-E5E7B590400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594162" y="4424452"/>
            <a:ext cx="1245478" cy="168117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996287243"/>
      </p:ext>
    </p:extLst>
  </p:cSld>
  <p:clrMapOvr>
    <a:masterClrMapping/>
  </p:clrMapOvr>
  <p:transition advTm="780"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790DD9-AC69-BEE4-AA56-2A15447E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2076AFFD-BB1C-79D2-85E0-3B3A46767D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88913"/>
            <a:ext cx="8075613" cy="615950"/>
          </a:xfrm>
        </p:spPr>
        <p:txBody>
          <a:bodyPr/>
          <a:lstStyle/>
          <a:p>
            <a:pPr eaLnBrk="1" hangingPunct="1"/>
            <a:r>
              <a:rPr lang="en-US" altLang="zh-CN"/>
              <a:t>Digital systems are everywhere</a:t>
            </a:r>
            <a:endParaRPr lang="zh-CN" altLang="en-US"/>
          </a:p>
        </p:txBody>
      </p:sp>
      <p:sp>
        <p:nvSpPr>
          <p:cNvPr id="9219" name="日期占位符 2">
            <a:extLst>
              <a:ext uri="{FF2B5EF4-FFF2-40B4-BE49-F238E27FC236}">
                <a16:creationId xmlns:a16="http://schemas.microsoft.com/office/drawing/2014/main" id="{4F1D899D-CC79-D06D-E73B-42EEA75FCF0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840F81-07F9-44C0-B110-B3EB3BF6049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220" name="灯片编号占位符 3">
            <a:extLst>
              <a:ext uri="{FF2B5EF4-FFF2-40B4-BE49-F238E27FC236}">
                <a16:creationId xmlns:a16="http://schemas.microsoft.com/office/drawing/2014/main" id="{06C5E99E-C43F-7CCA-CC20-725321A6906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5D2C0B5-D705-4B2D-9658-BDA9892A2756}" type="slidenum">
              <a:rPr lang="zh-CN" altLang="en-US" sz="1100"/>
              <a:pPr/>
              <a:t>19</a:t>
            </a:fld>
            <a:endParaRPr lang="zh-CN" altLang="en-US" sz="1100" dirty="0"/>
          </a:p>
        </p:txBody>
      </p:sp>
      <p:pic>
        <p:nvPicPr>
          <p:cNvPr id="14" name="Picture 20" descr="http://img5.cache.netease.com/cnews/2013/8/14/20130814142355a6afd.jpg">
            <a:extLst>
              <a:ext uri="{FF2B5EF4-FFF2-40B4-BE49-F238E27FC236}">
                <a16:creationId xmlns:a16="http://schemas.microsoft.com/office/drawing/2014/main" id="{B58552D1-0675-8D5C-2859-06CF12E0C9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9189" y="2481831"/>
            <a:ext cx="2175970" cy="1681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31" descr="http://blog.qcql.com/attachments/2014/07/5_201407220544415.jpg">
            <a:extLst>
              <a:ext uri="{FF2B5EF4-FFF2-40B4-BE49-F238E27FC236}">
                <a16:creationId xmlns:a16="http://schemas.microsoft.com/office/drawing/2014/main" id="{201391B8-89CF-4B4F-BAC4-1EAC45157D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9899" y="1289629"/>
            <a:ext cx="1943100" cy="287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C6B80EE8-0587-DC74-F767-4407116596F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2463" y="1125538"/>
            <a:ext cx="1646243" cy="1166801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E0A75441-B891-5CAE-F70A-BCD9B96033D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5450" y="4381688"/>
            <a:ext cx="3068887" cy="168117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04D49AE8-5C22-AFD3-8351-FD97A55375A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865570" y="4436504"/>
            <a:ext cx="2103566" cy="162635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C2E304AA-E3E6-F16A-A2DA-0C32B09B77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92431" y="3429000"/>
            <a:ext cx="1137326" cy="883347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0E31EE19-FE37-1344-950C-D49DB36995B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33136" y="4483938"/>
            <a:ext cx="1320711" cy="1681174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93E4E207-E216-412E-2E33-6015C3CFBAA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594162" y="4424452"/>
            <a:ext cx="1245478" cy="168117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352927987"/>
      </p:ext>
    </p:extLst>
  </p:cSld>
  <p:clrMapOvr>
    <a:masterClrMapping/>
  </p:clrMapOvr>
  <p:transition advTm="780"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99A442-EBA4-D9FA-AFF9-A6766E3355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0F4014B9-CE1B-BD02-68F5-350E99091B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88913"/>
            <a:ext cx="8075613" cy="615950"/>
          </a:xfrm>
        </p:spPr>
        <p:txBody>
          <a:bodyPr/>
          <a:lstStyle/>
          <a:p>
            <a:pPr eaLnBrk="1" hangingPunct="1"/>
            <a:r>
              <a:rPr lang="en-US" altLang="zh-CN"/>
              <a:t>Digital systems are everywhere</a:t>
            </a:r>
            <a:endParaRPr lang="zh-CN" altLang="en-US"/>
          </a:p>
        </p:txBody>
      </p:sp>
      <p:sp>
        <p:nvSpPr>
          <p:cNvPr id="9219" name="日期占位符 2">
            <a:extLst>
              <a:ext uri="{FF2B5EF4-FFF2-40B4-BE49-F238E27FC236}">
                <a16:creationId xmlns:a16="http://schemas.microsoft.com/office/drawing/2014/main" id="{CC50B734-FE26-7774-0C4A-5DFA81256AA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840F81-07F9-44C0-B110-B3EB3BF6049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220" name="灯片编号占位符 3">
            <a:extLst>
              <a:ext uri="{FF2B5EF4-FFF2-40B4-BE49-F238E27FC236}">
                <a16:creationId xmlns:a16="http://schemas.microsoft.com/office/drawing/2014/main" id="{D41E87E4-18EF-8E64-7FC4-7F809173033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5D2C0B5-D705-4B2D-9658-BDA9892A2756}" type="slidenum">
              <a:rPr lang="zh-CN" altLang="en-US" sz="1100"/>
              <a:pPr/>
              <a:t>20</a:t>
            </a:fld>
            <a:endParaRPr lang="zh-CN" altLang="en-US" sz="1100" dirty="0"/>
          </a:p>
        </p:txBody>
      </p:sp>
      <p:pic>
        <p:nvPicPr>
          <p:cNvPr id="14" name="Picture 20" descr="http://img5.cache.netease.com/cnews/2013/8/14/20130814142355a6afd.jpg">
            <a:extLst>
              <a:ext uri="{FF2B5EF4-FFF2-40B4-BE49-F238E27FC236}">
                <a16:creationId xmlns:a16="http://schemas.microsoft.com/office/drawing/2014/main" id="{20CBC1B8-A8AA-31BE-69F4-6C06E953FA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9189" y="2481831"/>
            <a:ext cx="2175970" cy="1681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31" descr="http://blog.qcql.com/attachments/2014/07/5_201407220544415.jpg">
            <a:extLst>
              <a:ext uri="{FF2B5EF4-FFF2-40B4-BE49-F238E27FC236}">
                <a16:creationId xmlns:a16="http://schemas.microsoft.com/office/drawing/2014/main" id="{54114E73-5840-A8EB-4C27-56E84672FE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9899" y="1289629"/>
            <a:ext cx="1943100" cy="287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62F7E788-C6CE-F910-F0DD-C85E5A3385A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2463" y="1125538"/>
            <a:ext cx="1646243" cy="1166801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D5375CD1-06E5-BF5A-0BD7-4E40406E2D9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40488" y="2373888"/>
            <a:ext cx="1513359" cy="883347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FE9A8594-BCA6-E0B8-32FC-1FA9E389EA4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15450" y="4381688"/>
            <a:ext cx="3068887" cy="168117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3A0D4359-0C73-CBBA-F679-6B21B7D001D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865570" y="4436504"/>
            <a:ext cx="2103566" cy="162635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F5F9FF57-A3F0-61E0-949E-51E449A4760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92431" y="3429000"/>
            <a:ext cx="1137326" cy="883347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A10326F4-E88A-BC24-6014-3F74BF536E82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233136" y="4483938"/>
            <a:ext cx="1320711" cy="1681174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6464B497-8109-4D50-1347-543BA1FEFA19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594162" y="4424452"/>
            <a:ext cx="1245478" cy="168117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804534649"/>
      </p:ext>
    </p:extLst>
  </p:cSld>
  <p:clrMapOvr>
    <a:masterClrMapping/>
  </p:clrMapOvr>
  <p:transition advTm="780"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D7B84E-EC1B-B4A0-91E2-568EFD34F5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EBC2FBC4-7612-600E-56E0-FC4F0F9DD9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88913"/>
            <a:ext cx="8075613" cy="615950"/>
          </a:xfrm>
        </p:spPr>
        <p:txBody>
          <a:bodyPr/>
          <a:lstStyle/>
          <a:p>
            <a:pPr eaLnBrk="1" hangingPunct="1"/>
            <a:r>
              <a:rPr lang="en-US" altLang="zh-CN"/>
              <a:t>Digital systems are everywhere</a:t>
            </a:r>
            <a:endParaRPr lang="zh-CN" altLang="en-US"/>
          </a:p>
        </p:txBody>
      </p:sp>
      <p:sp>
        <p:nvSpPr>
          <p:cNvPr id="9219" name="日期占位符 2">
            <a:extLst>
              <a:ext uri="{FF2B5EF4-FFF2-40B4-BE49-F238E27FC236}">
                <a16:creationId xmlns:a16="http://schemas.microsoft.com/office/drawing/2014/main" id="{C4F3EC8E-A1FD-4835-EEDE-114CDD8C03E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840F81-07F9-44C0-B110-B3EB3BF6049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220" name="灯片编号占位符 3">
            <a:extLst>
              <a:ext uri="{FF2B5EF4-FFF2-40B4-BE49-F238E27FC236}">
                <a16:creationId xmlns:a16="http://schemas.microsoft.com/office/drawing/2014/main" id="{8DF60CC5-8D9D-3111-5763-C5C14C73F4E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5D2C0B5-D705-4B2D-9658-BDA9892A2756}" type="slidenum">
              <a:rPr lang="zh-CN" altLang="en-US" sz="1100"/>
              <a:pPr/>
              <a:t>21</a:t>
            </a:fld>
            <a:endParaRPr lang="zh-CN" altLang="en-US" sz="1100" dirty="0"/>
          </a:p>
        </p:txBody>
      </p:sp>
      <p:pic>
        <p:nvPicPr>
          <p:cNvPr id="14" name="Picture 20" descr="http://img5.cache.netease.com/cnews/2013/8/14/20130814142355a6afd.jpg">
            <a:extLst>
              <a:ext uri="{FF2B5EF4-FFF2-40B4-BE49-F238E27FC236}">
                <a16:creationId xmlns:a16="http://schemas.microsoft.com/office/drawing/2014/main" id="{0EFDC752-D726-5AB5-AB2E-F40C65F6CF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9189" y="2481831"/>
            <a:ext cx="2175970" cy="1681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31" descr="http://blog.qcql.com/attachments/2014/07/5_201407220544415.jpg">
            <a:extLst>
              <a:ext uri="{FF2B5EF4-FFF2-40B4-BE49-F238E27FC236}">
                <a16:creationId xmlns:a16="http://schemas.microsoft.com/office/drawing/2014/main" id="{286923ED-C7C8-515E-D7F7-28FFDDED68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9899" y="1289629"/>
            <a:ext cx="1943100" cy="287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35" descr="C:\Users\Bobby\Desktop\20110725113055291.jpg">
            <a:extLst>
              <a:ext uri="{FF2B5EF4-FFF2-40B4-BE49-F238E27FC236}">
                <a16:creationId xmlns:a16="http://schemas.microsoft.com/office/drawing/2014/main" id="{9DE2A216-1683-761F-0D6F-BC82643A6F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749579"/>
            <a:ext cx="1800225" cy="147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83CFEF10-ADB6-1B3F-694E-FECB462A972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82463" y="1125538"/>
            <a:ext cx="1646243" cy="1166801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1E52FBCD-90CA-0AEF-5A1A-E578E44BF65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40488" y="2373888"/>
            <a:ext cx="1513359" cy="883347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07F0F58A-0F3C-C890-3DDF-0BE2B2199FA7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15450" y="4381688"/>
            <a:ext cx="3068887" cy="168117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977DBF4C-E10D-6C36-CE52-49F65D44031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65570" y="4436504"/>
            <a:ext cx="2103566" cy="162635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E34643B8-42F1-EEA1-BC69-58D9D5BBFCD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292431" y="3429000"/>
            <a:ext cx="1137326" cy="883347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93269039-D4AB-E50A-380A-6C72174D1A9C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233136" y="4483938"/>
            <a:ext cx="1320711" cy="1681174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3AF62B40-CAAF-7682-3A34-7A433A11FB61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594162" y="4424452"/>
            <a:ext cx="1245478" cy="168117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251662274"/>
      </p:ext>
    </p:extLst>
  </p:cSld>
  <p:clrMapOvr>
    <a:masterClrMapping/>
  </p:clrMapOvr>
  <p:transition advTm="780"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FD1F8D-B178-E763-1834-2ED7E30B3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97F22A29-39C2-B6B3-A101-26C3DB1D8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88913"/>
            <a:ext cx="8075613" cy="615950"/>
          </a:xfrm>
        </p:spPr>
        <p:txBody>
          <a:bodyPr/>
          <a:lstStyle/>
          <a:p>
            <a:pPr eaLnBrk="1" hangingPunct="1"/>
            <a:r>
              <a:rPr lang="en-US" altLang="zh-CN"/>
              <a:t>Digital systems are everywhere</a:t>
            </a:r>
            <a:endParaRPr lang="zh-CN" altLang="en-US"/>
          </a:p>
        </p:txBody>
      </p:sp>
      <p:sp>
        <p:nvSpPr>
          <p:cNvPr id="9219" name="日期占位符 2">
            <a:extLst>
              <a:ext uri="{FF2B5EF4-FFF2-40B4-BE49-F238E27FC236}">
                <a16:creationId xmlns:a16="http://schemas.microsoft.com/office/drawing/2014/main" id="{2E5701A5-BBF1-CD6A-7F13-24E1385AC3C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840F81-07F9-44C0-B110-B3EB3BF6049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220" name="灯片编号占位符 3">
            <a:extLst>
              <a:ext uri="{FF2B5EF4-FFF2-40B4-BE49-F238E27FC236}">
                <a16:creationId xmlns:a16="http://schemas.microsoft.com/office/drawing/2014/main" id="{BBE29B69-EE7D-5F7A-757D-26FBEB650AD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5D2C0B5-D705-4B2D-9658-BDA9892A2756}" type="slidenum">
              <a:rPr lang="zh-CN" altLang="en-US" sz="1100"/>
              <a:pPr/>
              <a:t>22</a:t>
            </a:fld>
            <a:endParaRPr lang="zh-CN" altLang="en-US" sz="1100" dirty="0"/>
          </a:p>
        </p:txBody>
      </p:sp>
      <p:pic>
        <p:nvPicPr>
          <p:cNvPr id="14" name="Picture 20" descr="http://img5.cache.netease.com/cnews/2013/8/14/20130814142355a6afd.jpg">
            <a:extLst>
              <a:ext uri="{FF2B5EF4-FFF2-40B4-BE49-F238E27FC236}">
                <a16:creationId xmlns:a16="http://schemas.microsoft.com/office/drawing/2014/main" id="{C9CAA007-431E-5043-AE82-BCD13DACC0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9189" y="2481831"/>
            <a:ext cx="2175970" cy="1681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31" descr="http://blog.qcql.com/attachments/2014/07/5_201407220544415.jpg">
            <a:extLst>
              <a:ext uri="{FF2B5EF4-FFF2-40B4-BE49-F238E27FC236}">
                <a16:creationId xmlns:a16="http://schemas.microsoft.com/office/drawing/2014/main" id="{5A10DA45-444B-572D-AFB0-FE31F5B89F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9899" y="1289629"/>
            <a:ext cx="1943100" cy="287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35" descr="C:\Users\Bobby\Desktop\20110725113055291.jpg">
            <a:extLst>
              <a:ext uri="{FF2B5EF4-FFF2-40B4-BE49-F238E27FC236}">
                <a16:creationId xmlns:a16="http://schemas.microsoft.com/office/drawing/2014/main" id="{3F225B42-B065-1B21-3817-EF987F504A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749579"/>
            <a:ext cx="1800225" cy="147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73A3AB5C-DD4B-8659-F97A-CB2E0B9BF63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82463" y="1125538"/>
            <a:ext cx="1646243" cy="1166801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4D07EF8C-F506-7167-8D24-1DB4598A1A2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40488" y="2373888"/>
            <a:ext cx="1513359" cy="883347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4ADD5350-D3BA-0770-04B6-FB2CBE5B445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15450" y="4381688"/>
            <a:ext cx="3068887" cy="168117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BA52060D-BB9C-898F-9FA3-53106B6645C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65570" y="4436504"/>
            <a:ext cx="2103566" cy="162635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813AB597-0825-EF25-9BE3-5E28E96E824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292431" y="3429000"/>
            <a:ext cx="1137326" cy="883347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58B41749-FAE3-2907-0D30-B15527D5EF0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233136" y="4483938"/>
            <a:ext cx="1320711" cy="1681174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633CA3DC-41B1-37AC-3123-D57561D3383F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594162" y="4424452"/>
            <a:ext cx="1245478" cy="1681173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14706B7A-E62C-9DA6-6498-4C74C2F01F7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6070" y="1125538"/>
            <a:ext cx="2147711" cy="147968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406669059"/>
      </p:ext>
    </p:extLst>
  </p:cSld>
  <p:clrMapOvr>
    <a:masterClrMapping/>
  </p:clrMapOvr>
  <p:transition advTm="780"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100C74-D612-44EE-0332-C6FF41DC70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>
            <a:extLst>
              <a:ext uri="{FF2B5EF4-FFF2-40B4-BE49-F238E27FC236}">
                <a16:creationId xmlns:a16="http://schemas.microsoft.com/office/drawing/2014/main" id="{62466450-74D8-05BF-ADBC-DACF975A87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88913"/>
            <a:ext cx="8075613" cy="615950"/>
          </a:xfrm>
        </p:spPr>
        <p:txBody>
          <a:bodyPr/>
          <a:lstStyle/>
          <a:p>
            <a:pPr eaLnBrk="1" hangingPunct="1"/>
            <a:r>
              <a:rPr lang="en-US" altLang="zh-CN"/>
              <a:t>Digital systems are everywhere</a:t>
            </a:r>
            <a:endParaRPr lang="zh-CN" altLang="en-US"/>
          </a:p>
        </p:txBody>
      </p:sp>
      <p:sp>
        <p:nvSpPr>
          <p:cNvPr id="9219" name="日期占位符 2">
            <a:extLst>
              <a:ext uri="{FF2B5EF4-FFF2-40B4-BE49-F238E27FC236}">
                <a16:creationId xmlns:a16="http://schemas.microsoft.com/office/drawing/2014/main" id="{F5E3B9B6-34EB-A4E5-CBC8-30C8EBF14BC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840F81-07F9-44C0-B110-B3EB3BF6049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220" name="灯片编号占位符 3">
            <a:extLst>
              <a:ext uri="{FF2B5EF4-FFF2-40B4-BE49-F238E27FC236}">
                <a16:creationId xmlns:a16="http://schemas.microsoft.com/office/drawing/2014/main" id="{0E005C3D-2A2A-A538-86FD-EB9138E2C6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/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5D2C0B5-D705-4B2D-9658-BDA9892A2756}" type="slidenum">
              <a:rPr lang="zh-CN" altLang="en-US" sz="1100"/>
              <a:pPr/>
              <a:t>23</a:t>
            </a:fld>
            <a:endParaRPr lang="zh-CN" altLang="en-US" sz="1100" dirty="0"/>
          </a:p>
        </p:txBody>
      </p:sp>
      <p:pic>
        <p:nvPicPr>
          <p:cNvPr id="14" name="Picture 20" descr="http://img5.cache.netease.com/cnews/2013/8/14/20130814142355a6afd.jpg">
            <a:extLst>
              <a:ext uri="{FF2B5EF4-FFF2-40B4-BE49-F238E27FC236}">
                <a16:creationId xmlns:a16="http://schemas.microsoft.com/office/drawing/2014/main" id="{9189C1D5-28FC-B3CF-80A3-84A31A2CA8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9189" y="2481831"/>
            <a:ext cx="2175970" cy="1681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31" descr="http://blog.qcql.com/attachments/2014/07/5_201407220544415.jpg">
            <a:extLst>
              <a:ext uri="{FF2B5EF4-FFF2-40B4-BE49-F238E27FC236}">
                <a16:creationId xmlns:a16="http://schemas.microsoft.com/office/drawing/2014/main" id="{880B0830-5532-8401-4DB2-C96F0D2C32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9899" y="1289629"/>
            <a:ext cx="1943100" cy="287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35" descr="C:\Users\Bobby\Desktop\20110725113055291.jpg">
            <a:extLst>
              <a:ext uri="{FF2B5EF4-FFF2-40B4-BE49-F238E27FC236}">
                <a16:creationId xmlns:a16="http://schemas.microsoft.com/office/drawing/2014/main" id="{642FE49B-4F5D-975D-8225-8511C0B0F2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749579"/>
            <a:ext cx="1800225" cy="147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10" descr="http://upload.ccidnet.com/attachment/2013/8/2572227.jpg">
            <a:extLst>
              <a:ext uri="{FF2B5EF4-FFF2-40B4-BE49-F238E27FC236}">
                <a16:creationId xmlns:a16="http://schemas.microsoft.com/office/drawing/2014/main" id="{E07FA57C-37DF-D0D1-BC90-3E1FB72F03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9046" y="1136989"/>
            <a:ext cx="1320711" cy="10651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80E598A5-0AAC-9F14-6EB2-D386C534D07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782463" y="1125538"/>
            <a:ext cx="1646243" cy="1166801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745B418D-B576-83F4-A539-ED5A8DB2B8A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040488" y="2373888"/>
            <a:ext cx="1513359" cy="883347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C2C8CC35-1D0C-305B-37E0-EE93A6031122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15450" y="4381688"/>
            <a:ext cx="3068887" cy="168117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6A00CAC7-8464-A11E-D459-1E5F78FBC84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865570" y="4436504"/>
            <a:ext cx="2103566" cy="162635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34FA2F62-5FD2-2CD8-14A1-1B848D666E3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292431" y="3429000"/>
            <a:ext cx="1137326" cy="883347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D4C359F9-4F37-83A4-250D-EA0574D68CF2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33136" y="4483938"/>
            <a:ext cx="1320711" cy="1681174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697EEA73-0997-BB9D-454B-CB9DA8A34162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3594162" y="4424452"/>
            <a:ext cx="1245478" cy="1681173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56715B6A-D42F-D814-C531-1D1816835670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86070" y="1125538"/>
            <a:ext cx="2147711" cy="147968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961880640"/>
      </p:ext>
    </p:extLst>
  </p:cSld>
  <p:clrMapOvr>
    <a:masterClrMapping/>
  </p:clrMapOvr>
  <p:transition advTm="780"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3C6A8D-BDFD-D0AA-1FB2-AF4A6C627A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012C7701-2DF9-BC3F-FAFB-8E868A4C92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D68395EA-2E73-397B-9D56-1B36051D4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339CF725-01F8-FD6F-AC87-4B85D4CE044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E3E1F429-9C27-857E-921C-E6BCAC58C3CB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59C2B50C-C3A4-4162-1E14-3A51C4B4E375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24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814848243"/>
      </p:ext>
    </p:extLst>
  </p:cSld>
  <p:clrMapOvr>
    <a:masterClrMapping/>
  </p:clrMapOvr>
  <p:transition advTm="108982"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A3F5D-E7D5-1220-EF50-15FCBC6CF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AA6E1E13-5707-5470-5D81-73A9BB7E7A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68EEB751-E554-960C-6946-12C2CC28D5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72EC9325-8623-97B4-D477-D5091C6AA8C0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C953E239-E309-6B51-9B30-A7BEF9FD1B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5483C05-BFBF-0091-0020-DE5112ACE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A328E451-6D1A-7FEF-6B98-79C41F61813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4DE5535B-0F29-9DFB-555E-7D685170569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081533B8-CF73-47C5-A340-3A31803D3352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9C9B5857-D3ED-2390-4505-D02283E95D9F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25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618883196"/>
      </p:ext>
    </p:extLst>
  </p:cSld>
  <p:clrMapOvr>
    <a:masterClrMapping/>
  </p:clrMapOvr>
  <p:transition advTm="108982"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47AB5A-ACFF-B750-BD49-01F6F20F4E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B132D380-2B18-BDE8-0190-2E87555483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E46912A4-6E89-370F-611E-5031FA9D5D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F7FB5FF5-D44F-36D0-4CF9-A3DEB6F0DDE3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E7D1E412-C546-5679-0A86-39109B3C5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0480817-9271-AF68-11CB-FE7CAAA67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4EC0525A-620C-1F87-D5D8-3B7D77181BA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0806DCB1-AA5D-35CB-C34A-AD6A15A33790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78654D66-3A72-8A38-B871-433FD772E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490DE8AB-C52A-42F3-F068-735FF66B2449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A847BC98-F87C-22EB-C361-EF16DD45515D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26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617357580"/>
      </p:ext>
    </p:extLst>
  </p:cSld>
  <p:clrMapOvr>
    <a:masterClrMapping/>
  </p:clrMapOvr>
  <p:transition advTm="108982"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5680A8-6275-4E1C-39FA-C150BFF224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1E2F7DBE-134C-0929-30B0-24A8A06CE7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3FA5EE08-0AB3-BBE9-00F9-F11EBA3A48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2BB0845D-AA83-CEC2-2442-4655B01FF71F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B410B324-A98B-01BD-0FC2-D614CFFC2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E2221CD-B143-619D-E865-14550F9BBA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006A6951-FB71-BFB0-EB4E-77BCE6384BF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689D9DB0-B634-F95A-9EFA-C232AD032DFE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CEC5D964-63C5-9874-8EFC-91CB73DFE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86A76967-134D-FC6D-A80B-9B4D2B062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 dirty="0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D2AA0FC0-A15B-E0E4-F152-F01CF50C9124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7667E0EA-CA31-CB07-E48F-16830E459B68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27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747339345"/>
      </p:ext>
    </p:extLst>
  </p:cSld>
  <p:clrMapOvr>
    <a:masterClrMapping/>
  </p:clrMapOvr>
  <p:transition advTm="108982"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C2D81-522B-07C1-8D62-38BD3570E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F4103D17-AB56-7984-205A-874C66FDF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DC624030-25E9-87A3-B983-A7CD563ED4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0CF27651-A26A-9F7C-193F-D4976DC41B2E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6C7F6770-8405-B8AD-8C60-6049F10B5D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3533DB4-D9C6-222D-17E4-DDDC94F5B0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A4BCDD9F-2EF0-2393-A8E1-A918367D0EF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0DB83816-4582-5D6D-6FD9-CC0C17D80089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1" name="灯片编号占位符 5">
            <a:extLst>
              <a:ext uri="{FF2B5EF4-FFF2-40B4-BE49-F238E27FC236}">
                <a16:creationId xmlns:a16="http://schemas.microsoft.com/office/drawing/2014/main" id="{4A5A8023-A25A-D506-07EC-53AF1AD6EBB3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28</a:t>
            </a:fld>
            <a:endParaRPr lang="zh-CN" altLang="en-US" dirty="0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CFDFCE6E-37CC-7251-F69D-C6860F1CB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67C6B106-C016-6B81-BABB-CD6EE8507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730219BD-6600-A00C-80A8-F7EFC66E9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13DF03E3-7C79-8D06-68EF-67EEEB103854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14621708"/>
      </p:ext>
    </p:extLst>
  </p:cSld>
  <p:clrMapOvr>
    <a:masterClrMapping/>
  </p:clrMapOvr>
  <p:transition advTm="108982"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49E02A-2CB5-A797-C2AE-0081E1719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62F1543F-6AC4-BCBA-8C7D-96F217197F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FA35E9F6-DFC4-91C4-EB82-D1A412321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CD9E8AB1-A47E-A734-4DFA-751467CFC756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DA0D5409-8663-09DE-19AE-5A47E5CFE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ADAF3B8-11F1-E0E2-FA0E-56D4F3931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E8940328-EF5A-7CF1-292C-63E058B8D7B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7DDB2FAA-4843-CE45-3B82-5B1D4C196CBD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EAD7BE52-BCB8-AB4A-06A0-6D0B0AA8F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0BE957FD-A4EB-52DC-68F1-C79EE130F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C049F8C1-8722-B982-E652-76E12DAF2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DB57A64F-F95A-6BB6-1B90-311487F3F1FF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>
            <a:extLst>
              <a:ext uri="{FF2B5EF4-FFF2-40B4-BE49-F238E27FC236}">
                <a16:creationId xmlns:a16="http://schemas.microsoft.com/office/drawing/2014/main" id="{C7197481-19E9-E837-EAFA-953A1517A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 dirty="0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 dirty="0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3" name="灯片编号占位符 5">
            <a:extLst>
              <a:ext uri="{FF2B5EF4-FFF2-40B4-BE49-F238E27FC236}">
                <a16:creationId xmlns:a16="http://schemas.microsoft.com/office/drawing/2014/main" id="{1247B876-B2E9-760C-E5C2-0783FA663D60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29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567033482"/>
      </p:ext>
    </p:extLst>
  </p:cSld>
  <p:clrMapOvr>
    <a:masterClrMapping/>
  </p:clrMapOvr>
  <p:transition advTm="108982"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222803-C4E2-DD82-3744-51E0481DC0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AE2DC953-B376-31CA-72FC-02BF2D8510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408DEE77-7614-2767-2F97-B5F049F1A3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56AE069C-1270-7BCA-2A1A-86177BA072C7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ECE0B828-0B26-8D5F-7585-3C37B1919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B959AEB-4DAD-B886-FC35-B271727EA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ACCC93B1-6807-FE3D-FB15-7B9987A41AF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D5B4F4C8-5E57-B7EC-D3C0-51A12E060387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1" name="灯片编号占位符 5">
            <a:extLst>
              <a:ext uri="{FF2B5EF4-FFF2-40B4-BE49-F238E27FC236}">
                <a16:creationId xmlns:a16="http://schemas.microsoft.com/office/drawing/2014/main" id="{663BF69A-273A-5A7D-9DE0-945AA13AF66E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30</a:t>
            </a:fld>
            <a:endParaRPr lang="zh-CN" altLang="en-US" dirty="0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E564A840-156E-7AB7-7707-69DD50A31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B4561068-7559-853B-EBDD-AB2D1558B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452713CF-0248-F4F4-AA8C-6C4C9484C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288E373E-412D-E51A-E21B-A80551C0F89E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>
            <a:extLst>
              <a:ext uri="{FF2B5EF4-FFF2-40B4-BE49-F238E27FC236}">
                <a16:creationId xmlns:a16="http://schemas.microsoft.com/office/drawing/2014/main" id="{22706EB0-E2A4-0C39-8FD4-B15CCF6092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 dirty="0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 dirty="0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3" name="直接箭头连接符 2">
            <a:extLst>
              <a:ext uri="{FF2B5EF4-FFF2-40B4-BE49-F238E27FC236}">
                <a16:creationId xmlns:a16="http://schemas.microsoft.com/office/drawing/2014/main" id="{9E77D7EF-C437-B545-BDEF-567FEB6E4E70}"/>
              </a:ext>
            </a:extLst>
          </p:cNvPr>
          <p:cNvCxnSpPr/>
          <p:nvPr/>
        </p:nvCxnSpPr>
        <p:spPr>
          <a:xfrm>
            <a:off x="5143500" y="1714500"/>
            <a:ext cx="2000250" cy="1588"/>
          </a:xfrm>
          <a:prstGeom prst="straightConnector1">
            <a:avLst/>
          </a:prstGeom>
          <a:ln w="25400">
            <a:solidFill>
              <a:srgbClr val="00B05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91544422"/>
      </p:ext>
    </p:extLst>
  </p:cSld>
  <p:clrMapOvr>
    <a:masterClrMapping/>
  </p:clrMapOvr>
  <p:transition advTm="108982"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68AA1-49AE-AE35-BE4D-D2A73FBD44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746B3F58-BF93-E12D-EB6A-9442EFAA1D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68573870-1CE0-6282-77D4-446AF26422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AB74C911-E518-F412-D01E-7259ECE9222E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1A032311-A01F-20CD-2EC5-DA406843B9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7043664-3E5B-B333-532B-D836DCBDEE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08A96592-6F58-3C6D-430A-F4118EC2B01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CE34F900-2175-F7C5-E784-9D51CBF18A40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6A3DA7FA-1F4A-05FB-D806-27564AA4A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A3A92A0C-60B2-5D08-2DAE-1F3F48894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1243013"/>
            <a:ext cx="1785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ADC(Sensors) 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1447B224-6CE8-8752-5AA3-99E72D4ED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2A66CB3C-01B7-9712-114E-032BC4308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760308D6-6707-DC3A-2DE5-A86A60BC4425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>
            <a:extLst>
              <a:ext uri="{FF2B5EF4-FFF2-40B4-BE49-F238E27FC236}">
                <a16:creationId xmlns:a16="http://schemas.microsoft.com/office/drawing/2014/main" id="{EBDB4EDF-E8B7-A2E7-FF51-1F0D881DF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 dirty="0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 dirty="0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C7C0AC2C-6147-EB10-FA50-8307721250B0}"/>
              </a:ext>
            </a:extLst>
          </p:cNvPr>
          <p:cNvCxnSpPr/>
          <p:nvPr/>
        </p:nvCxnSpPr>
        <p:spPr>
          <a:xfrm>
            <a:off x="5143500" y="1714500"/>
            <a:ext cx="2000250" cy="1588"/>
          </a:xfrm>
          <a:prstGeom prst="straightConnector1">
            <a:avLst/>
          </a:prstGeom>
          <a:ln w="25400">
            <a:solidFill>
              <a:srgbClr val="00B05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EFDA078C-935E-BE2B-5B31-8B2B278A48A1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31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807030123"/>
      </p:ext>
    </p:extLst>
  </p:cSld>
  <p:clrMapOvr>
    <a:masterClrMapping/>
  </p:clrMapOvr>
  <p:transition advTm="108982"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27226B-9273-653C-3166-9CE148018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2B3777F5-F133-CE18-F9D1-246CF4CB52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3A1B0680-9E07-274A-17B1-16838BD854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555CBD65-13B9-4B36-6800-D6151C641A1E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770859F4-475B-E59D-DF1D-F11AB8D7F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2F99195-996C-9E31-9A96-9472696DF4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97567A81-63A4-FFFB-25FF-3C88DD3858F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7D915D20-A50C-3103-DD30-965C262EB955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5E7C72FB-AD83-3E5C-7573-0E6BEA7A5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DCFDE9D7-7992-DB57-6EFE-D7FE5F46A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1243013"/>
            <a:ext cx="1785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ADC(Sensors) 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6665485A-1281-DB32-129C-2E36D7D05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459A5C2F-6979-EFB8-5095-67D2D4B51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F5C8C5B5-AAF2-F0FD-782A-5791E756EB29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>
            <a:extLst>
              <a:ext uri="{FF2B5EF4-FFF2-40B4-BE49-F238E27FC236}">
                <a16:creationId xmlns:a16="http://schemas.microsoft.com/office/drawing/2014/main" id="{5181110C-079A-B603-B463-D698318E5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49528178-DA75-9D2A-9D3E-67326B42822F}"/>
              </a:ext>
            </a:extLst>
          </p:cNvPr>
          <p:cNvCxnSpPr/>
          <p:nvPr/>
        </p:nvCxnSpPr>
        <p:spPr>
          <a:xfrm>
            <a:off x="5143500" y="1714500"/>
            <a:ext cx="2000250" cy="1588"/>
          </a:xfrm>
          <a:prstGeom prst="straightConnector1">
            <a:avLst/>
          </a:prstGeom>
          <a:ln w="25400">
            <a:solidFill>
              <a:srgbClr val="00B05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79DDF4CE-4330-4A89-BDFC-FF4CE6841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0" y="1681163"/>
            <a:ext cx="19288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DAC(Actuator)</a:t>
            </a:r>
            <a:r>
              <a:rPr lang="en-US" altLang="zh-CN" sz="2400" b="1">
                <a:solidFill>
                  <a:srgbClr val="00B050"/>
                </a:solidFill>
                <a:latin typeface="Comic Sans MS" panose="030F0702030302020204" pitchFamily="66" charset="0"/>
              </a:rPr>
              <a:t> </a:t>
            </a:r>
            <a:endParaRPr lang="zh-CN" altLang="en-US" sz="24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F89CEAC8-4B4B-8392-C349-0B05E156C14E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32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407637947"/>
      </p:ext>
    </p:extLst>
  </p:cSld>
  <p:clrMapOvr>
    <a:masterClrMapping/>
  </p:clrMapOvr>
  <p:transition advTm="108982"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ABA7CF-4AFA-81E3-13F5-28686C5053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BE209856-32C6-94EB-25C1-A9128B2A31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27CB7A59-83C6-E63B-4395-B256D7357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圆角矩形 9">
            <a:extLst>
              <a:ext uri="{FF2B5EF4-FFF2-40B4-BE49-F238E27FC236}">
                <a16:creationId xmlns:a16="http://schemas.microsoft.com/office/drawing/2014/main" id="{4DF33112-AE6E-3692-9D67-172AA252782F}"/>
              </a:ext>
            </a:extLst>
          </p:cNvPr>
          <p:cNvSpPr/>
          <p:nvPr/>
        </p:nvSpPr>
        <p:spPr>
          <a:xfrm>
            <a:off x="787400" y="2636838"/>
            <a:ext cx="2303463" cy="720725"/>
          </a:xfrm>
          <a:prstGeom prst="roundRect">
            <a:avLst/>
          </a:prstGeom>
          <a:solidFill>
            <a:srgbClr val="FF000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7B1E8AF-CFA9-D4B8-B8A1-C7981A8BB7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763" y="2781300"/>
            <a:ext cx="835026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CPU</a:t>
            </a:r>
            <a:endParaRPr lang="zh-CN" altLang="en-US" sz="2400" b="1">
              <a:solidFill>
                <a:srgbClr val="C0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ED78AD41-FE72-6E3C-B2D0-408CBB34F36A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5760572A-261C-125D-41DA-62F105806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9E452AF-4681-CCCF-25AA-30BE1217FE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69722608-AD61-939D-3A64-B07376E0F61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DD1FFE87-2F2E-8E46-7F5C-6C6431BE228B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E08EDD73-EA90-5EE3-7422-22212108E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7B033612-CB6B-48E9-1367-8FC1BAA3F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1243013"/>
            <a:ext cx="1785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ADC(Sensors) 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C8FC4A05-04CA-746A-3D26-80EA9B0D8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B3357423-0B05-FEEB-240B-F2B10121B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8B1CC14C-D08B-5001-5F37-4084D02689FF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>
            <a:extLst>
              <a:ext uri="{FF2B5EF4-FFF2-40B4-BE49-F238E27FC236}">
                <a16:creationId xmlns:a16="http://schemas.microsoft.com/office/drawing/2014/main" id="{1CBBE808-3D65-36CF-105D-4EB7E373E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B78382F3-834E-937B-8CFC-8FE0AFC153BF}"/>
              </a:ext>
            </a:extLst>
          </p:cNvPr>
          <p:cNvCxnSpPr/>
          <p:nvPr/>
        </p:nvCxnSpPr>
        <p:spPr>
          <a:xfrm>
            <a:off x="5143500" y="1714500"/>
            <a:ext cx="2000250" cy="1588"/>
          </a:xfrm>
          <a:prstGeom prst="straightConnector1">
            <a:avLst/>
          </a:prstGeom>
          <a:ln w="25400">
            <a:solidFill>
              <a:srgbClr val="00B05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6879EAFD-5D69-D423-9A36-9A26BBC83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0" y="1681163"/>
            <a:ext cx="19288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DAC(Actuator)</a:t>
            </a:r>
            <a:r>
              <a:rPr lang="en-US" altLang="zh-CN" sz="2400" b="1">
                <a:solidFill>
                  <a:srgbClr val="00B050"/>
                </a:solidFill>
                <a:latin typeface="Comic Sans MS" panose="030F0702030302020204" pitchFamily="66" charset="0"/>
              </a:rPr>
              <a:t> </a:t>
            </a:r>
            <a:endParaRPr lang="zh-CN" altLang="en-US" sz="24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8E0212A6-6C9B-3E77-3BAE-366AEAD1D5C8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33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490793592"/>
      </p:ext>
    </p:extLst>
  </p:cSld>
  <p:clrMapOvr>
    <a:masterClrMapping/>
  </p:clrMapOvr>
  <p:transition advTm="108982"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6C8C2F-2289-23CB-3CC0-22A9FC0E0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1D50CA25-C4D4-2AF1-8D55-537F531B12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7AF6A674-3293-5380-D108-E3E7962BEE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圆角矩形 9">
            <a:extLst>
              <a:ext uri="{FF2B5EF4-FFF2-40B4-BE49-F238E27FC236}">
                <a16:creationId xmlns:a16="http://schemas.microsoft.com/office/drawing/2014/main" id="{2AA90781-BD34-7126-F927-9A95F8A1410B}"/>
              </a:ext>
            </a:extLst>
          </p:cNvPr>
          <p:cNvSpPr/>
          <p:nvPr/>
        </p:nvSpPr>
        <p:spPr>
          <a:xfrm>
            <a:off x="787400" y="2636838"/>
            <a:ext cx="2303463" cy="720725"/>
          </a:xfrm>
          <a:prstGeom prst="roundRect">
            <a:avLst/>
          </a:prstGeom>
          <a:solidFill>
            <a:srgbClr val="FF000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D061ACB-B7F5-DA61-13FA-EBE968E15D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763" y="2781300"/>
            <a:ext cx="835026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CPU</a:t>
            </a:r>
            <a:endParaRPr lang="zh-CN" altLang="en-US" sz="2400" b="1">
              <a:solidFill>
                <a:srgbClr val="C0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" name="圆角矩形 11">
            <a:extLst>
              <a:ext uri="{FF2B5EF4-FFF2-40B4-BE49-F238E27FC236}">
                <a16:creationId xmlns:a16="http://schemas.microsoft.com/office/drawing/2014/main" id="{4370E2A8-AF87-998D-BA98-4A319B27FEF0}"/>
              </a:ext>
            </a:extLst>
          </p:cNvPr>
          <p:cNvSpPr/>
          <p:nvPr/>
        </p:nvSpPr>
        <p:spPr>
          <a:xfrm>
            <a:off x="787400" y="3429000"/>
            <a:ext cx="2303463" cy="1439863"/>
          </a:xfrm>
          <a:prstGeom prst="roundRect">
            <a:avLst/>
          </a:prstGeom>
          <a:solidFill>
            <a:srgbClr val="0A419B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E3ED64B-B20F-FCE2-CEE8-DF6D3BF2E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3933825"/>
            <a:ext cx="9017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0A419B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MEM</a:t>
            </a:r>
            <a:endParaRPr lang="zh-CN" altLang="en-US" sz="2400" b="1">
              <a:solidFill>
                <a:srgbClr val="0A419B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8143F1CE-DC8B-BBD0-F9D7-9AF05AF6D25A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C7FCBCC2-9F22-35BA-17FE-FE5E70728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71E7350-B625-4E03-2D5B-F8457AB7EF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B28DB81A-71FE-8C41-C813-2A923C4C4C9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7444D590-D8F1-81C1-C690-ECD282B8E2E2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1" name="灯片编号占位符 5">
            <a:extLst>
              <a:ext uri="{FF2B5EF4-FFF2-40B4-BE49-F238E27FC236}">
                <a16:creationId xmlns:a16="http://schemas.microsoft.com/office/drawing/2014/main" id="{11C30314-2D26-E944-787E-A5AF205C74C3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34</a:t>
            </a:fld>
            <a:endParaRPr lang="zh-CN" altLang="en-US" dirty="0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B07C0AFF-1D1B-58B2-E061-2EB084002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F625B0A1-F304-DC79-46B7-EC1F78B67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1243013"/>
            <a:ext cx="1785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ADC(Sensors) 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F1534194-2436-E58F-E573-BC77A271C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83B1AA06-4211-22BF-ED6B-0B1E5E9A8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992F9DEF-9832-2067-269D-B5461F0E4218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>
            <a:extLst>
              <a:ext uri="{FF2B5EF4-FFF2-40B4-BE49-F238E27FC236}">
                <a16:creationId xmlns:a16="http://schemas.microsoft.com/office/drawing/2014/main" id="{60212F78-C055-911C-D133-65C87D567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B78AA61B-1D36-3A60-D926-09A7B920E84D}"/>
              </a:ext>
            </a:extLst>
          </p:cNvPr>
          <p:cNvCxnSpPr/>
          <p:nvPr/>
        </p:nvCxnSpPr>
        <p:spPr>
          <a:xfrm>
            <a:off x="5143500" y="1714500"/>
            <a:ext cx="2000250" cy="1588"/>
          </a:xfrm>
          <a:prstGeom prst="straightConnector1">
            <a:avLst/>
          </a:prstGeom>
          <a:ln w="25400">
            <a:solidFill>
              <a:srgbClr val="00B05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446780B1-3C49-E9FF-ABD5-E9CF77BD3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0" y="1681163"/>
            <a:ext cx="19288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DAC(Actuator)</a:t>
            </a:r>
            <a:r>
              <a:rPr lang="en-US" altLang="zh-CN" sz="2400" b="1">
                <a:solidFill>
                  <a:srgbClr val="00B050"/>
                </a:solidFill>
                <a:latin typeface="Comic Sans MS" panose="030F0702030302020204" pitchFamily="66" charset="0"/>
              </a:rPr>
              <a:t> </a:t>
            </a:r>
            <a:endParaRPr lang="zh-CN" altLang="en-US" sz="24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5623165"/>
      </p:ext>
    </p:extLst>
  </p:cSld>
  <p:clrMapOvr>
    <a:masterClrMapping/>
  </p:clrMapOvr>
  <p:transition advTm="108982"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4E7706-C67C-81AC-1679-2A4E9FD76E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C6116D7F-7CDA-FE87-7C14-593D8E485A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E26557B1-CC9A-4167-3724-E40D0718EA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圆角矩形 9">
            <a:extLst>
              <a:ext uri="{FF2B5EF4-FFF2-40B4-BE49-F238E27FC236}">
                <a16:creationId xmlns:a16="http://schemas.microsoft.com/office/drawing/2014/main" id="{214EDA12-52FE-5D59-8C58-F093D33AB19B}"/>
              </a:ext>
            </a:extLst>
          </p:cNvPr>
          <p:cNvSpPr/>
          <p:nvPr/>
        </p:nvSpPr>
        <p:spPr>
          <a:xfrm>
            <a:off x="787400" y="2636838"/>
            <a:ext cx="2303463" cy="720725"/>
          </a:xfrm>
          <a:prstGeom prst="roundRect">
            <a:avLst/>
          </a:prstGeom>
          <a:solidFill>
            <a:srgbClr val="FF000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C168421-1561-F057-F9B9-479FA24D16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763" y="2781300"/>
            <a:ext cx="835026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CPU</a:t>
            </a:r>
            <a:endParaRPr lang="zh-CN" altLang="en-US" sz="2400" b="1">
              <a:solidFill>
                <a:srgbClr val="C0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" name="圆角矩形 11">
            <a:extLst>
              <a:ext uri="{FF2B5EF4-FFF2-40B4-BE49-F238E27FC236}">
                <a16:creationId xmlns:a16="http://schemas.microsoft.com/office/drawing/2014/main" id="{10F7106F-CA75-AB9A-1CB4-1783FB6B0A2E}"/>
              </a:ext>
            </a:extLst>
          </p:cNvPr>
          <p:cNvSpPr/>
          <p:nvPr/>
        </p:nvSpPr>
        <p:spPr>
          <a:xfrm>
            <a:off x="787400" y="3429000"/>
            <a:ext cx="2303463" cy="1439863"/>
          </a:xfrm>
          <a:prstGeom prst="roundRect">
            <a:avLst/>
          </a:prstGeom>
          <a:solidFill>
            <a:srgbClr val="0A419B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01F59C-822F-F6C9-45D3-1D903EFA0B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3933825"/>
            <a:ext cx="9017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0A419B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MEM</a:t>
            </a:r>
            <a:endParaRPr lang="zh-CN" altLang="en-US" sz="2400" b="1">
              <a:solidFill>
                <a:srgbClr val="0A419B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B1BD5763-D26B-FF26-92A9-661A4ACC3695}"/>
              </a:ext>
            </a:extLst>
          </p:cNvPr>
          <p:cNvSpPr/>
          <p:nvPr/>
        </p:nvSpPr>
        <p:spPr>
          <a:xfrm>
            <a:off x="3956050" y="2781300"/>
            <a:ext cx="1116013" cy="1943100"/>
          </a:xfrm>
          <a:prstGeom prst="roundRect">
            <a:avLst/>
          </a:prstGeom>
          <a:solidFill>
            <a:schemeClr val="bg2">
              <a:lumMod val="50000"/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D85AF66-A850-2AA1-0B0B-57F7CD7685EA}"/>
              </a:ext>
            </a:extLst>
          </p:cNvPr>
          <p:cNvSpPr txBox="1"/>
          <p:nvPr/>
        </p:nvSpPr>
        <p:spPr>
          <a:xfrm>
            <a:off x="4143375" y="2286000"/>
            <a:ext cx="592138" cy="4603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charset="0"/>
              </a:rPr>
              <a:t>I/O</a:t>
            </a:r>
            <a:endParaRPr lang="zh-CN" altLang="en-US" sz="2400" b="1" dirty="0">
              <a:solidFill>
                <a:schemeClr val="tx1">
                  <a:lumMod val="75000"/>
                  <a:lumOff val="25000"/>
                </a:schemeClr>
              </a:solidFill>
              <a:latin typeface="Arial" charset="0"/>
            </a:endParaRPr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C41D0587-94ED-23A7-A1B8-3B824AA39480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2141C2F6-4CAC-3E90-F010-4CACDEBA30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B414AB0-5443-88DD-E47C-B1FEA31554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58728847-A394-66BE-8EB3-32EC6044CE0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40B2B504-6C0C-4031-E2E0-A1F5C99414E5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1" name="灯片编号占位符 5">
            <a:extLst>
              <a:ext uri="{FF2B5EF4-FFF2-40B4-BE49-F238E27FC236}">
                <a16:creationId xmlns:a16="http://schemas.microsoft.com/office/drawing/2014/main" id="{31D65883-DF22-D953-AABE-7156E9D2C3C2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35</a:t>
            </a:fld>
            <a:endParaRPr lang="zh-CN" altLang="en-US" dirty="0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5D5B35BA-3CC4-EC75-C0D9-FAD6E871D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E6F3CF07-C530-EABF-099A-A5D798E3C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1243013"/>
            <a:ext cx="1785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ADC(Sensors) 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632531B2-87E5-F30A-76AB-FA7A6AC2F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A7630B56-A309-F0C5-7D61-E26DD9701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735E52D3-0A32-A29E-D47E-44740B368DE6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>
            <a:extLst>
              <a:ext uri="{FF2B5EF4-FFF2-40B4-BE49-F238E27FC236}">
                <a16:creationId xmlns:a16="http://schemas.microsoft.com/office/drawing/2014/main" id="{062ECC84-714C-6788-AE89-D02234A31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1E325A1C-3E68-23A0-983B-F0A837B73D02}"/>
              </a:ext>
            </a:extLst>
          </p:cNvPr>
          <p:cNvCxnSpPr/>
          <p:nvPr/>
        </p:nvCxnSpPr>
        <p:spPr>
          <a:xfrm>
            <a:off x="5143500" y="1714500"/>
            <a:ext cx="2000250" cy="1588"/>
          </a:xfrm>
          <a:prstGeom prst="straightConnector1">
            <a:avLst/>
          </a:prstGeom>
          <a:ln w="25400">
            <a:solidFill>
              <a:srgbClr val="00B05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09A32C96-0991-5020-1C4A-5B1A3C3C0E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0" y="1681163"/>
            <a:ext cx="19288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DAC(Actuator)</a:t>
            </a:r>
            <a:r>
              <a:rPr lang="en-US" altLang="zh-CN" sz="2400" b="1">
                <a:solidFill>
                  <a:srgbClr val="00B050"/>
                </a:solidFill>
                <a:latin typeface="Comic Sans MS" panose="030F0702030302020204" pitchFamily="66" charset="0"/>
              </a:rPr>
              <a:t> </a:t>
            </a:r>
            <a:endParaRPr lang="zh-CN" altLang="en-US" sz="24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3108177"/>
      </p:ext>
    </p:extLst>
  </p:cSld>
  <p:clrMapOvr>
    <a:masterClrMapping/>
  </p:clrMapOvr>
  <p:transition advTm="108982"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标题 1">
            <a:extLst>
              <a:ext uri="{FF2B5EF4-FFF2-40B4-BE49-F238E27FC236}">
                <a16:creationId xmlns:a16="http://schemas.microsoft.com/office/drawing/2014/main" id="{91B51CC6-61AB-4442-B617-C9BF9C73D2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0"/>
            <a:ext cx="8686800" cy="908050"/>
          </a:xfrm>
        </p:spPr>
        <p:txBody>
          <a:bodyPr/>
          <a:lstStyle/>
          <a:p>
            <a:pPr marL="801688" indent="-801688"/>
            <a:r>
              <a:rPr lang="en-US" altLang="zh-CN"/>
              <a:t>the computer world and the real world</a:t>
            </a:r>
            <a:endParaRPr lang="zh-CN" altLang="en-US"/>
          </a:p>
        </p:txBody>
      </p:sp>
      <p:pic>
        <p:nvPicPr>
          <p:cNvPr id="24582" name="Picture 6">
            <a:extLst>
              <a:ext uri="{FF2B5EF4-FFF2-40B4-BE49-F238E27FC236}">
                <a16:creationId xmlns:a16="http://schemas.microsoft.com/office/drawing/2014/main" id="{4805A486-3A85-4827-934E-322872C570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75" y="2214563"/>
            <a:ext cx="7456488" cy="30972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圆角矩形 9">
            <a:extLst>
              <a:ext uri="{FF2B5EF4-FFF2-40B4-BE49-F238E27FC236}">
                <a16:creationId xmlns:a16="http://schemas.microsoft.com/office/drawing/2014/main" id="{A4D15C8F-4D31-4CA8-8EDB-9C28450BB7DF}"/>
              </a:ext>
            </a:extLst>
          </p:cNvPr>
          <p:cNvSpPr/>
          <p:nvPr/>
        </p:nvSpPr>
        <p:spPr>
          <a:xfrm>
            <a:off x="787400" y="2636838"/>
            <a:ext cx="2303463" cy="720725"/>
          </a:xfrm>
          <a:prstGeom prst="roundRect">
            <a:avLst/>
          </a:prstGeom>
          <a:solidFill>
            <a:srgbClr val="FF000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264F9CD-B09B-4D69-8478-43F8EB7470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763" y="2781300"/>
            <a:ext cx="835026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C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CPU</a:t>
            </a:r>
            <a:endParaRPr lang="zh-CN" altLang="en-US" sz="2400" b="1">
              <a:solidFill>
                <a:srgbClr val="C0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2" name="圆角矩形 11">
            <a:extLst>
              <a:ext uri="{FF2B5EF4-FFF2-40B4-BE49-F238E27FC236}">
                <a16:creationId xmlns:a16="http://schemas.microsoft.com/office/drawing/2014/main" id="{E47D73C7-3B78-4098-B8BA-446216568E6C}"/>
              </a:ext>
            </a:extLst>
          </p:cNvPr>
          <p:cNvSpPr/>
          <p:nvPr/>
        </p:nvSpPr>
        <p:spPr>
          <a:xfrm>
            <a:off x="787400" y="3429000"/>
            <a:ext cx="2303463" cy="1439863"/>
          </a:xfrm>
          <a:prstGeom prst="roundRect">
            <a:avLst/>
          </a:prstGeom>
          <a:solidFill>
            <a:srgbClr val="0A419B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799246A-9698-437D-A464-8035D625A4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3933825"/>
            <a:ext cx="9017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0A419B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MEM</a:t>
            </a:r>
            <a:endParaRPr lang="zh-CN" altLang="en-US" sz="2400" b="1">
              <a:solidFill>
                <a:srgbClr val="0A419B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E173990F-A5A3-411F-92DA-FCB123982F34}"/>
              </a:ext>
            </a:extLst>
          </p:cNvPr>
          <p:cNvSpPr/>
          <p:nvPr/>
        </p:nvSpPr>
        <p:spPr>
          <a:xfrm>
            <a:off x="3956050" y="2781300"/>
            <a:ext cx="1116013" cy="1943100"/>
          </a:xfrm>
          <a:prstGeom prst="roundRect">
            <a:avLst/>
          </a:prstGeom>
          <a:solidFill>
            <a:schemeClr val="bg2">
              <a:lumMod val="50000"/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C6E5A0-405E-4F17-95AD-0B4943949604}"/>
              </a:ext>
            </a:extLst>
          </p:cNvPr>
          <p:cNvSpPr txBox="1"/>
          <p:nvPr/>
        </p:nvSpPr>
        <p:spPr>
          <a:xfrm>
            <a:off x="4143375" y="2286000"/>
            <a:ext cx="592138" cy="4603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charset="0"/>
              </a:rPr>
              <a:t>I/O</a:t>
            </a:r>
            <a:endParaRPr lang="zh-CN" altLang="en-US" sz="2400" b="1" dirty="0">
              <a:solidFill>
                <a:schemeClr val="tx1">
                  <a:lumMod val="75000"/>
                  <a:lumOff val="25000"/>
                </a:schemeClr>
              </a:solidFill>
              <a:latin typeface="Arial" charset="0"/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C3BEA609-06D3-4AA7-B20C-BC37E9E3333E}"/>
              </a:ext>
            </a:extLst>
          </p:cNvPr>
          <p:cNvSpPr/>
          <p:nvPr/>
        </p:nvSpPr>
        <p:spPr>
          <a:xfrm>
            <a:off x="3059113" y="2276475"/>
            <a:ext cx="865187" cy="3097213"/>
          </a:xfrm>
          <a:prstGeom prst="roundRect">
            <a:avLst/>
          </a:prstGeom>
          <a:solidFill>
            <a:srgbClr val="FFFF00">
              <a:alpha val="2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36995ACC-F5BC-4839-9418-CCD14EF66A62}"/>
              </a:ext>
            </a:extLst>
          </p:cNvPr>
          <p:cNvCxnSpPr/>
          <p:nvPr/>
        </p:nvCxnSpPr>
        <p:spPr>
          <a:xfrm>
            <a:off x="7286625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BB814996-1546-40AD-BA73-1EE9A7304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8850" y="5260975"/>
            <a:ext cx="17986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Real 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8F114D1-5F6A-4A0A-966B-FCE98B8589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75" y="5572125"/>
            <a:ext cx="3594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Computer World</a:t>
            </a:r>
            <a:endParaRPr lang="zh-CN" altLang="en-US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1278" name="日期占位符 2">
            <a:extLst>
              <a:ext uri="{FF2B5EF4-FFF2-40B4-BE49-F238E27FC236}">
                <a16:creationId xmlns:a16="http://schemas.microsoft.com/office/drawing/2014/main" id="{BE243AB4-6F81-40C9-AA12-1243E09024C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BB475A71-A52E-4B16-816D-6EBFD2A4B27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0" name="日期占位符 3">
            <a:extLst>
              <a:ext uri="{FF2B5EF4-FFF2-40B4-BE49-F238E27FC236}">
                <a16:creationId xmlns:a16="http://schemas.microsoft.com/office/drawing/2014/main" id="{0976044C-73B8-408D-B0F3-A9DB72D0066A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95DA6E1-5491-4234-A3DC-F1538A0E717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B8BA7B8E-D418-43DF-B3DE-3D873FB7C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5825" y="981075"/>
            <a:ext cx="16208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Sound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Light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Smell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Temperature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Comic Sans MS" panose="030F0702030302020204" pitchFamily="66" charset="0"/>
              </a:rPr>
              <a:t>Pressure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…….</a:t>
            </a:r>
            <a:endParaRPr lang="zh-CN" altLang="en-US" sz="20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0C69928A-A895-4A0F-A653-19140B60F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9700" y="1243013"/>
            <a:ext cx="1785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ADC(Sensors) 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D6F9959E-A1D1-4ECC-83A2-AB51F5F10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188" y="5548313"/>
            <a:ext cx="13033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Digital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044F5CCD-9C5B-47B3-9689-BFB7B6E8B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063" y="4857750"/>
            <a:ext cx="169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1">
                <a:solidFill>
                  <a:srgbClr val="FF0000"/>
                </a:solidFill>
                <a:latin typeface="Comic Sans MS" panose="030F0702030302020204" pitchFamily="66" charset="0"/>
              </a:rPr>
              <a:t>Analogue</a:t>
            </a:r>
            <a:endParaRPr lang="zh-CN" altLang="en-US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24" name="直接连接符 23">
            <a:extLst>
              <a:ext uri="{FF2B5EF4-FFF2-40B4-BE49-F238E27FC236}">
                <a16:creationId xmlns:a16="http://schemas.microsoft.com/office/drawing/2014/main" id="{8BE76C3F-6335-41D8-819A-F1915D64051E}"/>
              </a:ext>
            </a:extLst>
          </p:cNvPr>
          <p:cNvCxnSpPr/>
          <p:nvPr/>
        </p:nvCxnSpPr>
        <p:spPr>
          <a:xfrm>
            <a:off x="4929188" y="1143000"/>
            <a:ext cx="31750" cy="4968875"/>
          </a:xfrm>
          <a:prstGeom prst="line">
            <a:avLst/>
          </a:prstGeom>
          <a:ln w="63500" cap="rnd" cmpd="sng">
            <a:solidFill>
              <a:srgbClr val="FF0000"/>
            </a:solidFill>
            <a:prstDash val="sysDash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>
            <a:extLst>
              <a:ext uri="{FF2B5EF4-FFF2-40B4-BE49-F238E27FC236}">
                <a16:creationId xmlns:a16="http://schemas.microsoft.com/office/drawing/2014/main" id="{60B15DF6-32EB-43D2-9647-A6AF8DEAE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187450"/>
            <a:ext cx="136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Digital Signal</a:t>
            </a:r>
            <a:endParaRPr lang="zh-CN" altLang="en-US" sz="20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28" name="直接箭头连接符 27">
            <a:extLst>
              <a:ext uri="{FF2B5EF4-FFF2-40B4-BE49-F238E27FC236}">
                <a16:creationId xmlns:a16="http://schemas.microsoft.com/office/drawing/2014/main" id="{8A6E1FCF-982D-4969-8F09-1D81704B800F}"/>
              </a:ext>
            </a:extLst>
          </p:cNvPr>
          <p:cNvCxnSpPr/>
          <p:nvPr/>
        </p:nvCxnSpPr>
        <p:spPr>
          <a:xfrm>
            <a:off x="5143500" y="1714500"/>
            <a:ext cx="2000250" cy="1588"/>
          </a:xfrm>
          <a:prstGeom prst="straightConnector1">
            <a:avLst/>
          </a:prstGeom>
          <a:ln w="25400">
            <a:solidFill>
              <a:srgbClr val="00B05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A15BB10F-81D8-42B7-8189-77E29C159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0" y="1681163"/>
            <a:ext cx="19288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rnd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00B050"/>
                </a:solidFill>
                <a:latin typeface="Comic Sans MS" panose="030F0702030302020204" pitchFamily="66" charset="0"/>
              </a:rPr>
              <a:t>DAC(Actuator)</a:t>
            </a:r>
            <a:r>
              <a:rPr lang="en-US" altLang="zh-CN" sz="2400" b="1">
                <a:solidFill>
                  <a:srgbClr val="00B050"/>
                </a:solidFill>
                <a:latin typeface="Comic Sans MS" panose="030F0702030302020204" pitchFamily="66" charset="0"/>
              </a:rPr>
              <a:t> </a:t>
            </a:r>
            <a:endParaRPr lang="zh-CN" altLang="en-US" sz="2400" b="1">
              <a:solidFill>
                <a:srgbClr val="00B050"/>
              </a:solidFill>
              <a:latin typeface="Comic Sans MS" panose="030F0702030302020204" pitchFamily="66" charset="0"/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C81560E8-BCD4-4CEB-8D13-E18619CDFF68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01CFAB93-BBE4-46A3-BBC0-129F64176B66}" type="slidenum">
              <a:rPr lang="zh-CN" altLang="en-US"/>
              <a:pPr/>
              <a:t>36</a:t>
            </a:fld>
            <a:endParaRPr lang="zh-CN" altLang="en-US" dirty="0"/>
          </a:p>
        </p:txBody>
      </p:sp>
    </p:spTree>
  </p:cSld>
  <p:clrMapOvr>
    <a:masterClrMapping/>
  </p:clrMapOvr>
  <p:transition advTm="108982"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6FD373-62AC-1E3E-A2A9-B9838F56E4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5D659691-8C99-C77D-DBDF-379550A053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8B3EA883-7A9C-D5C9-93DE-A0225F927E88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3CAD6FF8-776D-46AC-0BF9-CF9191FC556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46DAD497-0355-2584-D1D8-58BCDB0CC5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98455AB-9020-4C12-BBD7-E491438D6D8A}" type="slidenum">
              <a:rPr lang="zh-CN" altLang="en-US" sz="14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37</a:t>
            </a:fld>
            <a:endParaRPr lang="zh-CN" altLang="en-US" sz="140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71363817"/>
      </p:ext>
    </p:extLst>
  </p:cSld>
  <p:clrMapOvr>
    <a:masterClrMapping/>
  </p:clrMapOvr>
  <p:transition advTm="235"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B63041-2BCC-E0C5-CDF9-AE13D64E9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1">
            <a:extLst>
              <a:ext uri="{FF2B5EF4-FFF2-40B4-BE49-F238E27FC236}">
                <a16:creationId xmlns:a16="http://schemas.microsoft.com/office/drawing/2014/main" id="{B9419455-2715-D38B-C9E2-2B0D1AF9AF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813" y="220663"/>
            <a:ext cx="8686800" cy="615950"/>
          </a:xfrm>
        </p:spPr>
        <p:txBody>
          <a:bodyPr/>
          <a:lstStyle/>
          <a:p>
            <a:r>
              <a:rPr lang="en-US" altLang="zh-CN"/>
              <a:t>Development of Information Process</a:t>
            </a:r>
            <a:endParaRPr lang="zh-CN" altLang="en-US"/>
          </a:p>
        </p:txBody>
      </p:sp>
      <p:sp>
        <p:nvSpPr>
          <p:cNvPr id="14349" name="日期占位符 3">
            <a:extLst>
              <a:ext uri="{FF2B5EF4-FFF2-40B4-BE49-F238E27FC236}">
                <a16:creationId xmlns:a16="http://schemas.microsoft.com/office/drawing/2014/main" id="{6762B67B-2400-5966-93E7-2B938A01273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11222F1F-A63A-4536-9377-EED398E30B3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4350" name="灯片编号占位符 5">
            <a:extLst>
              <a:ext uri="{FF2B5EF4-FFF2-40B4-BE49-F238E27FC236}">
                <a16:creationId xmlns:a16="http://schemas.microsoft.com/office/drawing/2014/main" id="{3EACF888-C970-0DA8-11F7-BDF04CD9189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CE15B41-746C-4677-9047-B25991BAF88A}" type="slidenum">
              <a:rPr lang="zh-CN" altLang="en-US" sz="1100"/>
              <a:pPr/>
              <a:t>38</a:t>
            </a:fld>
            <a:endParaRPr lang="zh-CN" altLang="en-US" sz="1100"/>
          </a:p>
        </p:txBody>
      </p:sp>
    </p:spTree>
    <p:extLst>
      <p:ext uri="{BB962C8B-B14F-4D97-AF65-F5344CB8AC3E}">
        <p14:creationId xmlns:p14="http://schemas.microsoft.com/office/powerpoint/2010/main" val="220314715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058339-1930-6F1C-29BD-011265A343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1">
            <a:extLst>
              <a:ext uri="{FF2B5EF4-FFF2-40B4-BE49-F238E27FC236}">
                <a16:creationId xmlns:a16="http://schemas.microsoft.com/office/drawing/2014/main" id="{66F47C3E-0F72-0355-C8B2-6A57023549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813" y="220663"/>
            <a:ext cx="8686800" cy="615950"/>
          </a:xfrm>
        </p:spPr>
        <p:txBody>
          <a:bodyPr/>
          <a:lstStyle/>
          <a:p>
            <a:r>
              <a:rPr lang="en-US" altLang="zh-CN"/>
              <a:t>Development of Information Process</a:t>
            </a:r>
            <a:endParaRPr lang="zh-CN" altLang="en-US"/>
          </a:p>
        </p:txBody>
      </p:sp>
      <p:pic>
        <p:nvPicPr>
          <p:cNvPr id="7175" name="Picture 2">
            <a:extLst>
              <a:ext uri="{FF2B5EF4-FFF2-40B4-BE49-F238E27FC236}">
                <a16:creationId xmlns:a16="http://schemas.microsoft.com/office/drawing/2014/main" id="{3969D180-4A4E-84D5-CFFC-592ED322BD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1281113"/>
            <a:ext cx="1728788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7" name="TextBox 2">
            <a:extLst>
              <a:ext uri="{FF2B5EF4-FFF2-40B4-BE49-F238E27FC236}">
                <a16:creationId xmlns:a16="http://schemas.microsoft.com/office/drawing/2014/main" id="{0A579F77-C761-8839-7EDA-F680919DB1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425" y="3143250"/>
            <a:ext cx="8937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Stone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4349" name="日期占位符 3">
            <a:extLst>
              <a:ext uri="{FF2B5EF4-FFF2-40B4-BE49-F238E27FC236}">
                <a16:creationId xmlns:a16="http://schemas.microsoft.com/office/drawing/2014/main" id="{1611D227-24C3-FB4C-1949-944F86EA31E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11222F1F-A63A-4536-9377-EED398E30B3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4350" name="灯片编号占位符 5">
            <a:extLst>
              <a:ext uri="{FF2B5EF4-FFF2-40B4-BE49-F238E27FC236}">
                <a16:creationId xmlns:a16="http://schemas.microsoft.com/office/drawing/2014/main" id="{9B264A67-8DB4-DC9A-EEB4-ABBA5347140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CE15B41-746C-4677-9047-B25991BAF88A}" type="slidenum">
              <a:rPr lang="zh-CN" altLang="en-US" sz="1100"/>
              <a:pPr/>
              <a:t>39</a:t>
            </a:fld>
            <a:endParaRPr lang="zh-CN" altLang="en-US" sz="1100"/>
          </a:p>
        </p:txBody>
      </p:sp>
    </p:spTree>
    <p:extLst>
      <p:ext uri="{BB962C8B-B14F-4D97-AF65-F5344CB8AC3E}">
        <p14:creationId xmlns:p14="http://schemas.microsoft.com/office/powerpoint/2010/main" val="396215102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F358E2-EAA8-CF29-0815-79CC5D7D20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1">
            <a:extLst>
              <a:ext uri="{FF2B5EF4-FFF2-40B4-BE49-F238E27FC236}">
                <a16:creationId xmlns:a16="http://schemas.microsoft.com/office/drawing/2014/main" id="{214E0AB3-62DF-6BBF-C8A3-155914C96D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813" y="220663"/>
            <a:ext cx="8686800" cy="615950"/>
          </a:xfrm>
        </p:spPr>
        <p:txBody>
          <a:bodyPr/>
          <a:lstStyle/>
          <a:p>
            <a:r>
              <a:rPr lang="en-US" altLang="zh-CN"/>
              <a:t>Development of Information Process</a:t>
            </a:r>
            <a:endParaRPr lang="zh-CN" altLang="en-US"/>
          </a:p>
        </p:txBody>
      </p:sp>
      <p:pic>
        <p:nvPicPr>
          <p:cNvPr id="7173" name="Picture 12" descr="http://t1.baidu.com/it/u=2154012014,3216087071&amp;fm=23&amp;gp=0.jpg">
            <a:extLst>
              <a:ext uri="{FF2B5EF4-FFF2-40B4-BE49-F238E27FC236}">
                <a16:creationId xmlns:a16="http://schemas.microsoft.com/office/drawing/2014/main" id="{DB3BA716-86D3-D508-AAA7-785473790D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4650" y="1166813"/>
            <a:ext cx="2881313" cy="195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5" name="Picture 2">
            <a:extLst>
              <a:ext uri="{FF2B5EF4-FFF2-40B4-BE49-F238E27FC236}">
                <a16:creationId xmlns:a16="http://schemas.microsoft.com/office/drawing/2014/main" id="{20266702-A497-172C-B13A-8AB42A51CD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1281113"/>
            <a:ext cx="1728788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7" name="TextBox 2">
            <a:extLst>
              <a:ext uri="{FF2B5EF4-FFF2-40B4-BE49-F238E27FC236}">
                <a16:creationId xmlns:a16="http://schemas.microsoft.com/office/drawing/2014/main" id="{1527AA5E-96C0-5B71-2CB6-1C9C33E92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425" y="3143250"/>
            <a:ext cx="8937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Stone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C13A4637-5C39-9143-B724-82EA003380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9525" y="3173413"/>
            <a:ext cx="10556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Abacus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4349" name="日期占位符 3">
            <a:extLst>
              <a:ext uri="{FF2B5EF4-FFF2-40B4-BE49-F238E27FC236}">
                <a16:creationId xmlns:a16="http://schemas.microsoft.com/office/drawing/2014/main" id="{80884CCB-7788-B839-0FB4-828B4A1162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11222F1F-A63A-4536-9377-EED398E30B3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4350" name="灯片编号占位符 5">
            <a:extLst>
              <a:ext uri="{FF2B5EF4-FFF2-40B4-BE49-F238E27FC236}">
                <a16:creationId xmlns:a16="http://schemas.microsoft.com/office/drawing/2014/main" id="{242EE4A1-0A75-8922-C003-65DC8D08BF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CE15B41-746C-4677-9047-B25991BAF88A}" type="slidenum">
              <a:rPr lang="zh-CN" altLang="en-US" sz="1100"/>
              <a:pPr/>
              <a:t>40</a:t>
            </a:fld>
            <a:endParaRPr lang="zh-CN" altLang="en-US" sz="1100"/>
          </a:p>
        </p:txBody>
      </p:sp>
    </p:spTree>
    <p:extLst>
      <p:ext uri="{BB962C8B-B14F-4D97-AF65-F5344CB8AC3E}">
        <p14:creationId xmlns:p14="http://schemas.microsoft.com/office/powerpoint/2010/main" val="147783682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AB9AD2-917F-D24A-A279-2D98B027C3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1">
            <a:extLst>
              <a:ext uri="{FF2B5EF4-FFF2-40B4-BE49-F238E27FC236}">
                <a16:creationId xmlns:a16="http://schemas.microsoft.com/office/drawing/2014/main" id="{73C218BB-B804-1A56-3334-17A0423AF7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813" y="220663"/>
            <a:ext cx="8686800" cy="615950"/>
          </a:xfrm>
        </p:spPr>
        <p:txBody>
          <a:bodyPr/>
          <a:lstStyle/>
          <a:p>
            <a:r>
              <a:rPr lang="en-US" altLang="zh-CN"/>
              <a:t>Development of Information Process</a:t>
            </a:r>
            <a:endParaRPr lang="zh-CN" altLang="en-US"/>
          </a:p>
        </p:txBody>
      </p:sp>
      <p:pic>
        <p:nvPicPr>
          <p:cNvPr id="7173" name="Picture 12" descr="http://t1.baidu.com/it/u=2154012014,3216087071&amp;fm=23&amp;gp=0.jpg">
            <a:extLst>
              <a:ext uri="{FF2B5EF4-FFF2-40B4-BE49-F238E27FC236}">
                <a16:creationId xmlns:a16="http://schemas.microsoft.com/office/drawing/2014/main" id="{296624F1-3F12-05F0-C4EC-0E85C8D391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4650" y="1166813"/>
            <a:ext cx="2881313" cy="195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4" name="Picture 14" descr="http://t3.baidu.com/it/u=1259890000,3480935969&amp;fm=23&amp;gp=0.jpg">
            <a:extLst>
              <a:ext uri="{FF2B5EF4-FFF2-40B4-BE49-F238E27FC236}">
                <a16:creationId xmlns:a16="http://schemas.microsoft.com/office/drawing/2014/main" id="{4FAD2C10-1A32-4DB0-B04E-D6B1B6E48B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9200" y="1268413"/>
            <a:ext cx="2376488" cy="177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5" name="Picture 2">
            <a:extLst>
              <a:ext uri="{FF2B5EF4-FFF2-40B4-BE49-F238E27FC236}">
                <a16:creationId xmlns:a16="http://schemas.microsoft.com/office/drawing/2014/main" id="{345B99A2-6F00-6D5E-AD8E-A68A788B97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1281113"/>
            <a:ext cx="1728788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7" name="TextBox 2">
            <a:extLst>
              <a:ext uri="{FF2B5EF4-FFF2-40B4-BE49-F238E27FC236}">
                <a16:creationId xmlns:a16="http://schemas.microsoft.com/office/drawing/2014/main" id="{F2194497-A3E1-C71A-22F9-D931099E34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425" y="3143250"/>
            <a:ext cx="8937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Stone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7FE59CF7-F836-2AC5-FB78-79AD2DFC9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9525" y="3173413"/>
            <a:ext cx="10556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Abacus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9" name="TextBox 11">
            <a:extLst>
              <a:ext uri="{FF2B5EF4-FFF2-40B4-BE49-F238E27FC236}">
                <a16:creationId xmlns:a16="http://schemas.microsoft.com/office/drawing/2014/main" id="{2ACB416A-E3AA-F3FA-5309-4CA7A0E43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388" y="3100388"/>
            <a:ext cx="14239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Slide Rule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4349" name="日期占位符 3">
            <a:extLst>
              <a:ext uri="{FF2B5EF4-FFF2-40B4-BE49-F238E27FC236}">
                <a16:creationId xmlns:a16="http://schemas.microsoft.com/office/drawing/2014/main" id="{1474B7F3-0258-A710-556C-54F372C1BEE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11222F1F-A63A-4536-9377-EED398E30B3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4350" name="灯片编号占位符 5">
            <a:extLst>
              <a:ext uri="{FF2B5EF4-FFF2-40B4-BE49-F238E27FC236}">
                <a16:creationId xmlns:a16="http://schemas.microsoft.com/office/drawing/2014/main" id="{4CEF301A-6489-BEA3-579C-6FFE5817040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CE15B41-746C-4677-9047-B25991BAF88A}" type="slidenum">
              <a:rPr lang="zh-CN" altLang="en-US" sz="1100"/>
              <a:pPr/>
              <a:t>41</a:t>
            </a:fld>
            <a:endParaRPr lang="zh-CN" altLang="en-US" sz="1100"/>
          </a:p>
        </p:txBody>
      </p:sp>
    </p:spTree>
    <p:extLst>
      <p:ext uri="{BB962C8B-B14F-4D97-AF65-F5344CB8AC3E}">
        <p14:creationId xmlns:p14="http://schemas.microsoft.com/office/powerpoint/2010/main" val="365554876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1BAC3-C518-DF8C-ECD0-76B7E8A79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1">
            <a:extLst>
              <a:ext uri="{FF2B5EF4-FFF2-40B4-BE49-F238E27FC236}">
                <a16:creationId xmlns:a16="http://schemas.microsoft.com/office/drawing/2014/main" id="{83470C0A-2D7C-FF82-94DC-B921D2D8B0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813" y="220663"/>
            <a:ext cx="8686800" cy="615950"/>
          </a:xfrm>
        </p:spPr>
        <p:txBody>
          <a:bodyPr/>
          <a:lstStyle/>
          <a:p>
            <a:r>
              <a:rPr lang="en-US" altLang="zh-CN"/>
              <a:t>Development of Information Process</a:t>
            </a:r>
            <a:endParaRPr lang="zh-CN" altLang="en-US"/>
          </a:p>
        </p:txBody>
      </p:sp>
      <p:pic>
        <p:nvPicPr>
          <p:cNvPr id="7173" name="Picture 12" descr="http://t1.baidu.com/it/u=2154012014,3216087071&amp;fm=23&amp;gp=0.jpg">
            <a:extLst>
              <a:ext uri="{FF2B5EF4-FFF2-40B4-BE49-F238E27FC236}">
                <a16:creationId xmlns:a16="http://schemas.microsoft.com/office/drawing/2014/main" id="{B031FF5A-C720-36C8-5294-C07387EA4B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4650" y="1166813"/>
            <a:ext cx="2881313" cy="195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4" name="Picture 14" descr="http://t3.baidu.com/it/u=1259890000,3480935969&amp;fm=23&amp;gp=0.jpg">
            <a:extLst>
              <a:ext uri="{FF2B5EF4-FFF2-40B4-BE49-F238E27FC236}">
                <a16:creationId xmlns:a16="http://schemas.microsoft.com/office/drawing/2014/main" id="{BA607BB0-8303-A4C1-433D-2AADB2C51A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9200" y="1268413"/>
            <a:ext cx="2376488" cy="177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5" name="Picture 2">
            <a:extLst>
              <a:ext uri="{FF2B5EF4-FFF2-40B4-BE49-F238E27FC236}">
                <a16:creationId xmlns:a16="http://schemas.microsoft.com/office/drawing/2014/main" id="{58C44B6F-0630-9B2D-FC8B-285EE86D74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1281113"/>
            <a:ext cx="1728788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6" name="Picture 9" descr="http://www.techcn.com.cn/uploads/201001/1263038110jVHAcLAh.jpg">
            <a:extLst>
              <a:ext uri="{FF2B5EF4-FFF2-40B4-BE49-F238E27FC236}">
                <a16:creationId xmlns:a16="http://schemas.microsoft.com/office/drawing/2014/main" id="{6A17DCEA-B6EB-5665-4682-ABA3E9153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3933825"/>
            <a:ext cx="2406650" cy="135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7" name="TextBox 2">
            <a:extLst>
              <a:ext uri="{FF2B5EF4-FFF2-40B4-BE49-F238E27FC236}">
                <a16:creationId xmlns:a16="http://schemas.microsoft.com/office/drawing/2014/main" id="{B4F4693D-3D41-1E5A-4812-9448381B46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425" y="3143250"/>
            <a:ext cx="8937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Stone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C728D59C-E3FE-BB6A-E810-BB0CCBAE8B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9525" y="3173413"/>
            <a:ext cx="10556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Abacus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9" name="TextBox 11">
            <a:extLst>
              <a:ext uri="{FF2B5EF4-FFF2-40B4-BE49-F238E27FC236}">
                <a16:creationId xmlns:a16="http://schemas.microsoft.com/office/drawing/2014/main" id="{866AFB86-7CE5-C7B8-C551-5C42C0F38F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388" y="3100388"/>
            <a:ext cx="14239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Slide Rule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80" name="TextBox 12">
            <a:extLst>
              <a:ext uri="{FF2B5EF4-FFF2-40B4-BE49-F238E27FC236}">
                <a16:creationId xmlns:a16="http://schemas.microsoft.com/office/drawing/2014/main" id="{22802E93-CB00-5755-4B6A-75F3E70C8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5457825"/>
            <a:ext cx="273685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20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 Mechanical Calculator (1642)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4349" name="日期占位符 3">
            <a:extLst>
              <a:ext uri="{FF2B5EF4-FFF2-40B4-BE49-F238E27FC236}">
                <a16:creationId xmlns:a16="http://schemas.microsoft.com/office/drawing/2014/main" id="{05F43565-BB19-F094-E8B5-3EF195EAC6A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11222F1F-A63A-4536-9377-EED398E30B3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4350" name="灯片编号占位符 5">
            <a:extLst>
              <a:ext uri="{FF2B5EF4-FFF2-40B4-BE49-F238E27FC236}">
                <a16:creationId xmlns:a16="http://schemas.microsoft.com/office/drawing/2014/main" id="{AB1248A6-DA84-E55F-CE12-CED08E78AF7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CE15B41-746C-4677-9047-B25991BAF88A}" type="slidenum">
              <a:rPr lang="zh-CN" altLang="en-US" sz="1100"/>
              <a:pPr/>
              <a:t>42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2275924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CF4B42-BC10-5138-E2CA-2CDD1B6B29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1">
            <a:extLst>
              <a:ext uri="{FF2B5EF4-FFF2-40B4-BE49-F238E27FC236}">
                <a16:creationId xmlns:a16="http://schemas.microsoft.com/office/drawing/2014/main" id="{AFC0779B-202F-8015-A94C-D10290EDF1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813" y="220663"/>
            <a:ext cx="8686800" cy="615950"/>
          </a:xfrm>
        </p:spPr>
        <p:txBody>
          <a:bodyPr/>
          <a:lstStyle/>
          <a:p>
            <a:r>
              <a:rPr lang="en-US" altLang="zh-CN"/>
              <a:t>Development of Information Process</a:t>
            </a:r>
            <a:endParaRPr lang="zh-CN" altLang="en-US"/>
          </a:p>
        </p:txBody>
      </p:sp>
      <p:pic>
        <p:nvPicPr>
          <p:cNvPr id="7171" name="Picture 2" descr="http://c.hiphotos.baidu.com/baike/pic/item/3801213fb80e7bec169e0b722f2eb9389a506bd8.jpg">
            <a:extLst>
              <a:ext uri="{FF2B5EF4-FFF2-40B4-BE49-F238E27FC236}">
                <a16:creationId xmlns:a16="http://schemas.microsoft.com/office/drawing/2014/main" id="{8FA303A8-73E3-B6A6-8B70-D440E1B59B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6125" y="3806825"/>
            <a:ext cx="3024188" cy="185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2" name="Picture 10" descr="http://c.hiphotos.baidu.com/baike/s%3D200/sign=ce3b74cb01e9390152028a3e4bee54f9/bd3eb13533fa828b14fc5108fd1f4134960a304e241f6242.jpg">
            <a:extLst>
              <a:ext uri="{FF2B5EF4-FFF2-40B4-BE49-F238E27FC236}">
                <a16:creationId xmlns:a16="http://schemas.microsoft.com/office/drawing/2014/main" id="{5F953E8D-32A2-F04C-6D99-2E73F93199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9625" y="3814763"/>
            <a:ext cx="2332038" cy="184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3" name="Picture 12" descr="http://t1.baidu.com/it/u=2154012014,3216087071&amp;fm=23&amp;gp=0.jpg">
            <a:extLst>
              <a:ext uri="{FF2B5EF4-FFF2-40B4-BE49-F238E27FC236}">
                <a16:creationId xmlns:a16="http://schemas.microsoft.com/office/drawing/2014/main" id="{6AE231C8-F46B-E5E2-A965-E13FCA77C8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4650" y="1166813"/>
            <a:ext cx="2881313" cy="195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4" name="Picture 14" descr="http://t3.baidu.com/it/u=1259890000,3480935969&amp;fm=23&amp;gp=0.jpg">
            <a:extLst>
              <a:ext uri="{FF2B5EF4-FFF2-40B4-BE49-F238E27FC236}">
                <a16:creationId xmlns:a16="http://schemas.microsoft.com/office/drawing/2014/main" id="{AA414020-8230-32F4-62A2-DC9680B136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9200" y="1268413"/>
            <a:ext cx="2376488" cy="177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5" name="Picture 2">
            <a:extLst>
              <a:ext uri="{FF2B5EF4-FFF2-40B4-BE49-F238E27FC236}">
                <a16:creationId xmlns:a16="http://schemas.microsoft.com/office/drawing/2014/main" id="{39FE2A49-242E-3D20-18A6-EA5A8B9CBA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1281113"/>
            <a:ext cx="1728788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6" name="Picture 9" descr="http://www.techcn.com.cn/uploads/201001/1263038110jVHAcLAh.jpg">
            <a:extLst>
              <a:ext uri="{FF2B5EF4-FFF2-40B4-BE49-F238E27FC236}">
                <a16:creationId xmlns:a16="http://schemas.microsoft.com/office/drawing/2014/main" id="{61FFEB11-1638-D3AF-146F-847A82041E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3933825"/>
            <a:ext cx="2406650" cy="135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7" name="TextBox 2">
            <a:extLst>
              <a:ext uri="{FF2B5EF4-FFF2-40B4-BE49-F238E27FC236}">
                <a16:creationId xmlns:a16="http://schemas.microsoft.com/office/drawing/2014/main" id="{5C6E6532-49F6-A86E-771B-B65A432C30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425" y="3143250"/>
            <a:ext cx="8937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Stone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2862F217-E043-B710-A765-1D5172788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9525" y="3173413"/>
            <a:ext cx="10556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Abacus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9" name="TextBox 11">
            <a:extLst>
              <a:ext uri="{FF2B5EF4-FFF2-40B4-BE49-F238E27FC236}">
                <a16:creationId xmlns:a16="http://schemas.microsoft.com/office/drawing/2014/main" id="{B1E89EFE-4296-55CB-E2D7-0C4571EC8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388" y="3100388"/>
            <a:ext cx="14239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Slide Rule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80" name="TextBox 12">
            <a:extLst>
              <a:ext uri="{FF2B5EF4-FFF2-40B4-BE49-F238E27FC236}">
                <a16:creationId xmlns:a16="http://schemas.microsoft.com/office/drawing/2014/main" id="{9EF071B1-BD17-C36D-385B-3642AF85D7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5457825"/>
            <a:ext cx="273685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20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 Mechanical Calculator (1642)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4349" name="日期占位符 3">
            <a:extLst>
              <a:ext uri="{FF2B5EF4-FFF2-40B4-BE49-F238E27FC236}">
                <a16:creationId xmlns:a16="http://schemas.microsoft.com/office/drawing/2014/main" id="{4E7929BA-5080-7D00-75B4-099860E7F95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11222F1F-A63A-4536-9377-EED398E30B3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4350" name="灯片编号占位符 5">
            <a:extLst>
              <a:ext uri="{FF2B5EF4-FFF2-40B4-BE49-F238E27FC236}">
                <a16:creationId xmlns:a16="http://schemas.microsoft.com/office/drawing/2014/main" id="{91BEB171-DA5E-555D-CBF8-96E26B255C2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CE15B41-746C-4677-9047-B25991BAF88A}" type="slidenum">
              <a:rPr lang="zh-CN" altLang="en-US" sz="1100"/>
              <a:pPr/>
              <a:t>43</a:t>
            </a:fld>
            <a:endParaRPr lang="zh-CN" altLang="en-US" sz="1100" dirty="0"/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9C11671A-44A1-E6BA-9361-25C39362E6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4663" y="5732463"/>
            <a:ext cx="4127500" cy="401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latin typeface="Comic Sans MS" panose="030F0702030302020204" pitchFamily="66" charset="0"/>
                <a:ea typeface="黑体" panose="02010609060101010101" pitchFamily="49" charset="-122"/>
              </a:rPr>
              <a:t>Improved Mechanical Calculator</a:t>
            </a:r>
            <a:endParaRPr lang="zh-CN" altLang="en-US" sz="20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1914770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E6CC31-F002-765D-C22B-D3BCB64CBE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标题 1">
            <a:extLst>
              <a:ext uri="{FF2B5EF4-FFF2-40B4-BE49-F238E27FC236}">
                <a16:creationId xmlns:a16="http://schemas.microsoft.com/office/drawing/2014/main" id="{3807B272-7BA0-BC46-F614-BB4E860FBD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0663"/>
            <a:ext cx="9144000" cy="615950"/>
          </a:xfrm>
        </p:spPr>
        <p:txBody>
          <a:bodyPr/>
          <a:lstStyle/>
          <a:p>
            <a:r>
              <a:rPr lang="en-US" altLang="zh-CN"/>
              <a:t>Development of  the Electromagnetic Tech.</a:t>
            </a:r>
            <a:endParaRPr lang="zh-CN" altLang="en-US"/>
          </a:p>
        </p:txBody>
      </p:sp>
      <p:sp>
        <p:nvSpPr>
          <p:cNvPr id="15367" name="日期占位符 3">
            <a:extLst>
              <a:ext uri="{FF2B5EF4-FFF2-40B4-BE49-F238E27FC236}">
                <a16:creationId xmlns:a16="http://schemas.microsoft.com/office/drawing/2014/main" id="{431C9195-C055-23B5-0BB9-E3F20121054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317F97E-5E6F-48BD-BD16-06B07C6FAF0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5368" name="灯片编号占位符 5">
            <a:extLst>
              <a:ext uri="{FF2B5EF4-FFF2-40B4-BE49-F238E27FC236}">
                <a16:creationId xmlns:a16="http://schemas.microsoft.com/office/drawing/2014/main" id="{BCEF3655-97B2-9226-3A3D-5FBDB3C265A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AC7BA37E-DCFF-4B47-B30F-36B783507D37}" type="slidenum">
              <a:rPr lang="zh-CN" altLang="en-US" sz="1100"/>
              <a:pPr/>
              <a:t>44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425429880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711D0-AE7C-15BD-D4E6-A77B9B835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标题 1">
            <a:extLst>
              <a:ext uri="{FF2B5EF4-FFF2-40B4-BE49-F238E27FC236}">
                <a16:creationId xmlns:a16="http://schemas.microsoft.com/office/drawing/2014/main" id="{BBD4A906-BDBD-0AD8-8E7B-936B620F2E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0663"/>
            <a:ext cx="9144000" cy="615950"/>
          </a:xfrm>
        </p:spPr>
        <p:txBody>
          <a:bodyPr/>
          <a:lstStyle/>
          <a:p>
            <a:r>
              <a:rPr lang="en-US" altLang="zh-CN"/>
              <a:t>Development of  the Electromagnetic Tech.</a:t>
            </a:r>
            <a:endParaRPr lang="zh-CN" altLang="en-US"/>
          </a:p>
        </p:txBody>
      </p:sp>
      <p:sp>
        <p:nvSpPr>
          <p:cNvPr id="7177" name="TextBox 2">
            <a:extLst>
              <a:ext uri="{FF2B5EF4-FFF2-40B4-BE49-F238E27FC236}">
                <a16:creationId xmlns:a16="http://schemas.microsoft.com/office/drawing/2014/main" id="{2BF764D1-1AB6-192E-63D7-EFB83F700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88" y="2997200"/>
            <a:ext cx="1108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Thunder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5367" name="日期占位符 3">
            <a:extLst>
              <a:ext uri="{FF2B5EF4-FFF2-40B4-BE49-F238E27FC236}">
                <a16:creationId xmlns:a16="http://schemas.microsoft.com/office/drawing/2014/main" id="{7790FA8C-FED4-9FEC-0790-CD2D1751308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317F97E-5E6F-48BD-BD16-06B07C6FAF0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5368" name="灯片编号占位符 5">
            <a:extLst>
              <a:ext uri="{FF2B5EF4-FFF2-40B4-BE49-F238E27FC236}">
                <a16:creationId xmlns:a16="http://schemas.microsoft.com/office/drawing/2014/main" id="{F9CAAD6E-0B86-9140-9690-9AB1C16E1DB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AC7BA37E-DCFF-4B47-B30F-36B783507D37}" type="slidenum">
              <a:rPr lang="zh-CN" altLang="en-US" sz="1100"/>
              <a:pPr/>
              <a:t>45</a:t>
            </a:fld>
            <a:endParaRPr lang="zh-CN" altLang="en-US" sz="1100" dirty="0"/>
          </a:p>
        </p:txBody>
      </p:sp>
      <p:pic>
        <p:nvPicPr>
          <p:cNvPr id="95238" name="Picture 6" descr="http://img.taopic.com/uploads/allimg/130913/240450-1309130K15093.jpg">
            <a:extLst>
              <a:ext uri="{FF2B5EF4-FFF2-40B4-BE49-F238E27FC236}">
                <a16:creationId xmlns:a16="http://schemas.microsoft.com/office/drawing/2014/main" id="{8268C851-B576-B9FD-79C1-D54FDCDA46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152525"/>
            <a:ext cx="2305050" cy="1827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3218637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C490F-E3D8-0D34-61AB-3557EE21A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标题 1">
            <a:extLst>
              <a:ext uri="{FF2B5EF4-FFF2-40B4-BE49-F238E27FC236}">
                <a16:creationId xmlns:a16="http://schemas.microsoft.com/office/drawing/2014/main" id="{327F365A-5AFB-4890-A2AF-EA454DD408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0663"/>
            <a:ext cx="9144000" cy="615950"/>
          </a:xfrm>
        </p:spPr>
        <p:txBody>
          <a:bodyPr/>
          <a:lstStyle/>
          <a:p>
            <a:r>
              <a:rPr lang="en-US" altLang="zh-CN"/>
              <a:t>Development of  the Electromagnetic Tech.</a:t>
            </a:r>
            <a:endParaRPr lang="zh-CN" altLang="en-US"/>
          </a:p>
        </p:txBody>
      </p:sp>
      <p:sp>
        <p:nvSpPr>
          <p:cNvPr id="7177" name="TextBox 2">
            <a:extLst>
              <a:ext uri="{FF2B5EF4-FFF2-40B4-BE49-F238E27FC236}">
                <a16:creationId xmlns:a16="http://schemas.microsoft.com/office/drawing/2014/main" id="{2C149B1C-87CB-2246-C4CA-7E63C9D9AC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88" y="2997200"/>
            <a:ext cx="1108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Thunder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5568726A-141E-E986-1AE5-F0194A0D5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2957513"/>
            <a:ext cx="11049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Compass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5367" name="日期占位符 3">
            <a:extLst>
              <a:ext uri="{FF2B5EF4-FFF2-40B4-BE49-F238E27FC236}">
                <a16:creationId xmlns:a16="http://schemas.microsoft.com/office/drawing/2014/main" id="{88825C05-0D48-A95B-5F97-67E92BE5B73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317F97E-5E6F-48BD-BD16-06B07C6FAF0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5368" name="灯片编号占位符 5">
            <a:extLst>
              <a:ext uri="{FF2B5EF4-FFF2-40B4-BE49-F238E27FC236}">
                <a16:creationId xmlns:a16="http://schemas.microsoft.com/office/drawing/2014/main" id="{AAC61DD5-A14A-F705-7EBB-89FB6CB217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AC7BA37E-DCFF-4B47-B30F-36B783507D37}" type="slidenum">
              <a:rPr lang="zh-CN" altLang="en-US" sz="1100"/>
              <a:pPr/>
              <a:t>46</a:t>
            </a:fld>
            <a:endParaRPr lang="zh-CN" altLang="en-US" sz="1100" dirty="0"/>
          </a:p>
        </p:txBody>
      </p:sp>
      <p:pic>
        <p:nvPicPr>
          <p:cNvPr id="95238" name="Picture 6" descr="http://img.taopic.com/uploads/allimg/130913/240450-1309130K15093.jpg">
            <a:extLst>
              <a:ext uri="{FF2B5EF4-FFF2-40B4-BE49-F238E27FC236}">
                <a16:creationId xmlns:a16="http://schemas.microsoft.com/office/drawing/2014/main" id="{CC0C1545-5730-07E5-6077-9FFC742F75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152525"/>
            <a:ext cx="2305050" cy="1827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6" name="Picture 14" descr="http://img.univs.cn/20120418/0/201204182039227832759141.jpg">
            <a:extLst>
              <a:ext uri="{FF2B5EF4-FFF2-40B4-BE49-F238E27FC236}">
                <a16:creationId xmlns:a16="http://schemas.microsoft.com/office/drawing/2014/main" id="{1C103C8A-BFAC-4C08-E2CA-3C45C3BB1F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6238" y="1052513"/>
            <a:ext cx="2492375" cy="181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502666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7F92F-5EC5-B693-3105-964460E7C6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标题 1">
            <a:extLst>
              <a:ext uri="{FF2B5EF4-FFF2-40B4-BE49-F238E27FC236}">
                <a16:creationId xmlns:a16="http://schemas.microsoft.com/office/drawing/2014/main" id="{7F5999AF-439B-18EE-597B-63675B4E2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0663"/>
            <a:ext cx="9144000" cy="615950"/>
          </a:xfrm>
        </p:spPr>
        <p:txBody>
          <a:bodyPr/>
          <a:lstStyle/>
          <a:p>
            <a:r>
              <a:rPr lang="en-US" altLang="zh-CN"/>
              <a:t>Development of  the Electromagnetic Tech.</a:t>
            </a:r>
            <a:endParaRPr lang="zh-CN" altLang="en-US"/>
          </a:p>
        </p:txBody>
      </p:sp>
      <p:sp>
        <p:nvSpPr>
          <p:cNvPr id="7177" name="TextBox 2">
            <a:extLst>
              <a:ext uri="{FF2B5EF4-FFF2-40B4-BE49-F238E27FC236}">
                <a16:creationId xmlns:a16="http://schemas.microsoft.com/office/drawing/2014/main" id="{598F1C51-77FC-1776-6859-07F18D3358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88" y="2997200"/>
            <a:ext cx="1108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Thunder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D9AC9A7A-1056-F963-B293-CE9FCC8BF2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2957513"/>
            <a:ext cx="11049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Compass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9" name="TextBox 11">
            <a:extLst>
              <a:ext uri="{FF2B5EF4-FFF2-40B4-BE49-F238E27FC236}">
                <a16:creationId xmlns:a16="http://schemas.microsoft.com/office/drawing/2014/main" id="{D663AB88-AA3B-CF5E-6F66-337DA3FEE5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5800" y="2924175"/>
            <a:ext cx="31321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Morse telegraph(1837)</a:t>
            </a:r>
          </a:p>
        </p:txBody>
      </p:sp>
      <p:sp>
        <p:nvSpPr>
          <p:cNvPr id="15367" name="日期占位符 3">
            <a:extLst>
              <a:ext uri="{FF2B5EF4-FFF2-40B4-BE49-F238E27FC236}">
                <a16:creationId xmlns:a16="http://schemas.microsoft.com/office/drawing/2014/main" id="{9B458DD1-6593-168F-D2F6-9CEFDE52856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317F97E-5E6F-48BD-BD16-06B07C6FAF0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5368" name="灯片编号占位符 5">
            <a:extLst>
              <a:ext uri="{FF2B5EF4-FFF2-40B4-BE49-F238E27FC236}">
                <a16:creationId xmlns:a16="http://schemas.microsoft.com/office/drawing/2014/main" id="{74BCE91C-603D-566E-7D92-C4E3267D37C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AC7BA37E-DCFF-4B47-B30F-36B783507D37}" type="slidenum">
              <a:rPr lang="zh-CN" altLang="en-US" sz="1100"/>
              <a:pPr/>
              <a:t>47</a:t>
            </a:fld>
            <a:endParaRPr lang="zh-CN" altLang="en-US" sz="1100" dirty="0"/>
          </a:p>
        </p:txBody>
      </p:sp>
      <p:pic>
        <p:nvPicPr>
          <p:cNvPr id="95238" name="Picture 6" descr="http://img.taopic.com/uploads/allimg/130913/240450-1309130K15093.jpg">
            <a:extLst>
              <a:ext uri="{FF2B5EF4-FFF2-40B4-BE49-F238E27FC236}">
                <a16:creationId xmlns:a16="http://schemas.microsoft.com/office/drawing/2014/main" id="{1D3EA1FE-D403-929F-C6CD-6CD4BB0163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152525"/>
            <a:ext cx="2305050" cy="1827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6" name="Picture 14" descr="http://img.univs.cn/20120418/0/201204182039227832759141.jpg">
            <a:extLst>
              <a:ext uri="{FF2B5EF4-FFF2-40B4-BE49-F238E27FC236}">
                <a16:creationId xmlns:a16="http://schemas.microsoft.com/office/drawing/2014/main" id="{DE451148-8DE5-DAA1-2261-706832BE27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6238" y="1052513"/>
            <a:ext cx="2492375" cy="181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8" name="Picture 16" descr="http://p7.qhimg.com/t017c816dfd7893b95b.jpg">
            <a:extLst>
              <a:ext uri="{FF2B5EF4-FFF2-40B4-BE49-F238E27FC236}">
                <a16:creationId xmlns:a16="http://schemas.microsoft.com/office/drawing/2014/main" id="{0044C12C-8493-C215-1400-2F25067E7D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981075"/>
            <a:ext cx="2919413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433744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A34AF-B050-983C-3046-D2C0D0373A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标题 1">
            <a:extLst>
              <a:ext uri="{FF2B5EF4-FFF2-40B4-BE49-F238E27FC236}">
                <a16:creationId xmlns:a16="http://schemas.microsoft.com/office/drawing/2014/main" id="{7CA6E8BF-BD5C-1CC2-883B-3B61E9A01D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0663"/>
            <a:ext cx="9144000" cy="615950"/>
          </a:xfrm>
        </p:spPr>
        <p:txBody>
          <a:bodyPr/>
          <a:lstStyle/>
          <a:p>
            <a:r>
              <a:rPr lang="en-US" altLang="zh-CN"/>
              <a:t>Development of  the Electromagnetic Tech.</a:t>
            </a:r>
            <a:endParaRPr lang="zh-CN" altLang="en-US"/>
          </a:p>
        </p:txBody>
      </p:sp>
      <p:sp>
        <p:nvSpPr>
          <p:cNvPr id="7177" name="TextBox 2">
            <a:extLst>
              <a:ext uri="{FF2B5EF4-FFF2-40B4-BE49-F238E27FC236}">
                <a16:creationId xmlns:a16="http://schemas.microsoft.com/office/drawing/2014/main" id="{1D2BFAD6-4798-0AE9-3952-A885DEA628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88" y="2997200"/>
            <a:ext cx="1108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Thunder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CFDA3736-F67A-9CF3-6599-F6DB35BB04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2957513"/>
            <a:ext cx="11049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Compass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9" name="TextBox 11">
            <a:extLst>
              <a:ext uri="{FF2B5EF4-FFF2-40B4-BE49-F238E27FC236}">
                <a16:creationId xmlns:a16="http://schemas.microsoft.com/office/drawing/2014/main" id="{7C00377E-6E58-5472-F015-5B37E08C32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5800" y="2924175"/>
            <a:ext cx="31321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Morse telegraph(1837)</a:t>
            </a:r>
          </a:p>
        </p:txBody>
      </p:sp>
      <p:sp>
        <p:nvSpPr>
          <p:cNvPr id="7180" name="TextBox 12">
            <a:extLst>
              <a:ext uri="{FF2B5EF4-FFF2-40B4-BE49-F238E27FC236}">
                <a16:creationId xmlns:a16="http://schemas.microsoft.com/office/drawing/2014/main" id="{2A299BD3-134B-2A1D-E9DB-22B5643B7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5516563"/>
            <a:ext cx="2808287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 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Bell telephone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(1876)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5367" name="日期占位符 3">
            <a:extLst>
              <a:ext uri="{FF2B5EF4-FFF2-40B4-BE49-F238E27FC236}">
                <a16:creationId xmlns:a16="http://schemas.microsoft.com/office/drawing/2014/main" id="{75AA647D-2AE7-4CB5-621D-347205BCF12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317F97E-5E6F-48BD-BD16-06B07C6FAF0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5368" name="灯片编号占位符 5">
            <a:extLst>
              <a:ext uri="{FF2B5EF4-FFF2-40B4-BE49-F238E27FC236}">
                <a16:creationId xmlns:a16="http://schemas.microsoft.com/office/drawing/2014/main" id="{DADB7FC2-3520-59E9-F199-68B901F5F6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AC7BA37E-DCFF-4B47-B30F-36B783507D37}" type="slidenum">
              <a:rPr lang="zh-CN" altLang="en-US" sz="1100"/>
              <a:pPr/>
              <a:t>48</a:t>
            </a:fld>
            <a:endParaRPr lang="zh-CN" altLang="en-US" sz="1100" dirty="0"/>
          </a:p>
        </p:txBody>
      </p:sp>
      <p:pic>
        <p:nvPicPr>
          <p:cNvPr id="95238" name="Picture 6" descr="http://img.taopic.com/uploads/allimg/130913/240450-1309130K15093.jpg">
            <a:extLst>
              <a:ext uri="{FF2B5EF4-FFF2-40B4-BE49-F238E27FC236}">
                <a16:creationId xmlns:a16="http://schemas.microsoft.com/office/drawing/2014/main" id="{7059DB78-114E-3EFD-34A4-EE107F6A9F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152525"/>
            <a:ext cx="2305050" cy="1827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6" name="Picture 14" descr="http://img.univs.cn/20120418/0/201204182039227832759141.jpg">
            <a:extLst>
              <a:ext uri="{FF2B5EF4-FFF2-40B4-BE49-F238E27FC236}">
                <a16:creationId xmlns:a16="http://schemas.microsoft.com/office/drawing/2014/main" id="{B18B1831-58DA-9B99-0958-184F261E10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6238" y="1052513"/>
            <a:ext cx="2492375" cy="181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8" name="Picture 16" descr="http://p7.qhimg.com/t017c816dfd7893b95b.jpg">
            <a:extLst>
              <a:ext uri="{FF2B5EF4-FFF2-40B4-BE49-F238E27FC236}">
                <a16:creationId xmlns:a16="http://schemas.microsoft.com/office/drawing/2014/main" id="{6C72C16D-2C39-FBFF-76C6-28BD33219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981075"/>
            <a:ext cx="2919413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0" name="Picture 18" descr="http://www.ftsanxiao.com/Upload/image/20140119/20140119221307_9824.jpg">
            <a:extLst>
              <a:ext uri="{FF2B5EF4-FFF2-40B4-BE49-F238E27FC236}">
                <a16:creationId xmlns:a16="http://schemas.microsoft.com/office/drawing/2014/main" id="{98BB5334-5180-C214-74F5-ECA2E990CD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00438"/>
            <a:ext cx="1908175" cy="1223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2" name="Picture 20" descr="http://www.ftsanxiao.com/Upload/image/20140119/20140119221342_3291.jpg">
            <a:extLst>
              <a:ext uri="{FF2B5EF4-FFF2-40B4-BE49-F238E27FC236}">
                <a16:creationId xmlns:a16="http://schemas.microsoft.com/office/drawing/2014/main" id="{4F7476E5-D4AF-29AD-6E5C-DB6BA96F65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2275" y="4149725"/>
            <a:ext cx="1503363" cy="135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997847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B20A3B-57AA-2938-7D1A-622A98580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标题 1">
            <a:extLst>
              <a:ext uri="{FF2B5EF4-FFF2-40B4-BE49-F238E27FC236}">
                <a16:creationId xmlns:a16="http://schemas.microsoft.com/office/drawing/2014/main" id="{4F17F27E-CF86-4D13-8C51-25FB547166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0663"/>
            <a:ext cx="9144000" cy="615950"/>
          </a:xfrm>
        </p:spPr>
        <p:txBody>
          <a:bodyPr/>
          <a:lstStyle/>
          <a:p>
            <a:r>
              <a:rPr lang="en-US" altLang="zh-CN"/>
              <a:t>Development of  the Electromagnetic Tech.</a:t>
            </a:r>
            <a:endParaRPr lang="zh-CN" altLang="en-US"/>
          </a:p>
        </p:txBody>
      </p:sp>
      <p:sp>
        <p:nvSpPr>
          <p:cNvPr id="7177" name="TextBox 2">
            <a:extLst>
              <a:ext uri="{FF2B5EF4-FFF2-40B4-BE49-F238E27FC236}">
                <a16:creationId xmlns:a16="http://schemas.microsoft.com/office/drawing/2014/main" id="{C892A180-BEE3-032A-CA3D-DDFA9BF7D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88" y="2997200"/>
            <a:ext cx="1108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Thunder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A9BC453D-618E-F17B-DA05-55577F49D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2957513"/>
            <a:ext cx="11049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Compass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9" name="TextBox 11">
            <a:extLst>
              <a:ext uri="{FF2B5EF4-FFF2-40B4-BE49-F238E27FC236}">
                <a16:creationId xmlns:a16="http://schemas.microsoft.com/office/drawing/2014/main" id="{DDBAB3C7-E3B5-AD32-78BE-5C792CFE1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5800" y="2924175"/>
            <a:ext cx="31321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Morse telegraph(1837)</a:t>
            </a:r>
          </a:p>
        </p:txBody>
      </p:sp>
      <p:sp>
        <p:nvSpPr>
          <p:cNvPr id="7180" name="TextBox 12">
            <a:extLst>
              <a:ext uri="{FF2B5EF4-FFF2-40B4-BE49-F238E27FC236}">
                <a16:creationId xmlns:a16="http://schemas.microsoft.com/office/drawing/2014/main" id="{5CA5C4E0-2EE4-A8C1-EA08-E84906B690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5516563"/>
            <a:ext cx="2808287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 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Bell telephone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(1876)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5367" name="日期占位符 3">
            <a:extLst>
              <a:ext uri="{FF2B5EF4-FFF2-40B4-BE49-F238E27FC236}">
                <a16:creationId xmlns:a16="http://schemas.microsoft.com/office/drawing/2014/main" id="{F581D02F-E781-1356-35E6-ADCD3444E65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317F97E-5E6F-48BD-BD16-06B07C6FAF0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5368" name="灯片编号占位符 5">
            <a:extLst>
              <a:ext uri="{FF2B5EF4-FFF2-40B4-BE49-F238E27FC236}">
                <a16:creationId xmlns:a16="http://schemas.microsoft.com/office/drawing/2014/main" id="{6E873F78-58CB-9D32-13FE-008DBDFCC8E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AC7BA37E-DCFF-4B47-B30F-36B783507D37}" type="slidenum">
              <a:rPr lang="zh-CN" altLang="en-US" sz="1100"/>
              <a:pPr/>
              <a:t>49</a:t>
            </a:fld>
            <a:endParaRPr lang="zh-CN" altLang="en-US" sz="1100" dirty="0"/>
          </a:p>
        </p:txBody>
      </p:sp>
      <p:pic>
        <p:nvPicPr>
          <p:cNvPr id="95238" name="Picture 6" descr="http://img.taopic.com/uploads/allimg/130913/240450-1309130K15093.jpg">
            <a:extLst>
              <a:ext uri="{FF2B5EF4-FFF2-40B4-BE49-F238E27FC236}">
                <a16:creationId xmlns:a16="http://schemas.microsoft.com/office/drawing/2014/main" id="{2E66CB76-9DBD-3C7E-A959-28F774A5E3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152525"/>
            <a:ext cx="2305050" cy="1827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6" name="Picture 14" descr="http://img.univs.cn/20120418/0/201204182039227832759141.jpg">
            <a:extLst>
              <a:ext uri="{FF2B5EF4-FFF2-40B4-BE49-F238E27FC236}">
                <a16:creationId xmlns:a16="http://schemas.microsoft.com/office/drawing/2014/main" id="{9923DB02-B691-482C-B2E8-B2C065BE4B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6238" y="1052513"/>
            <a:ext cx="2492375" cy="181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8" name="Picture 16" descr="http://p7.qhimg.com/t017c816dfd7893b95b.jpg">
            <a:extLst>
              <a:ext uri="{FF2B5EF4-FFF2-40B4-BE49-F238E27FC236}">
                <a16:creationId xmlns:a16="http://schemas.microsoft.com/office/drawing/2014/main" id="{8569354C-B17B-6BAC-2BDC-AF33291EFA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981075"/>
            <a:ext cx="2919413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0" name="Picture 18" descr="http://www.ftsanxiao.com/Upload/image/20140119/20140119221307_9824.jpg">
            <a:extLst>
              <a:ext uri="{FF2B5EF4-FFF2-40B4-BE49-F238E27FC236}">
                <a16:creationId xmlns:a16="http://schemas.microsoft.com/office/drawing/2014/main" id="{C1FBCCD8-F3E8-72DC-F205-CFDC9BA298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00438"/>
            <a:ext cx="1908175" cy="1223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2" name="Picture 20" descr="http://www.ftsanxiao.com/Upload/image/20140119/20140119221342_3291.jpg">
            <a:extLst>
              <a:ext uri="{FF2B5EF4-FFF2-40B4-BE49-F238E27FC236}">
                <a16:creationId xmlns:a16="http://schemas.microsoft.com/office/drawing/2014/main" id="{949AD49A-B476-F011-B97B-FF6DC91815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2275" y="4149725"/>
            <a:ext cx="1503363" cy="135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3" name="Picture 21">
            <a:extLst>
              <a:ext uri="{FF2B5EF4-FFF2-40B4-BE49-F238E27FC236}">
                <a16:creationId xmlns:a16="http://schemas.microsoft.com/office/drawing/2014/main" id="{21522BCD-0509-4737-B660-13393252C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838" y="3429000"/>
            <a:ext cx="1008062" cy="2087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TextBox 12">
            <a:extLst>
              <a:ext uri="{FF2B5EF4-FFF2-40B4-BE49-F238E27FC236}">
                <a16:creationId xmlns:a16="http://schemas.microsoft.com/office/drawing/2014/main" id="{6FD1749B-46D5-3FB6-C0BF-F68E98AFE8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4550" y="5516563"/>
            <a:ext cx="168116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Light Bulb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(1880)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23468550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标题 1">
            <a:extLst>
              <a:ext uri="{FF2B5EF4-FFF2-40B4-BE49-F238E27FC236}">
                <a16:creationId xmlns:a16="http://schemas.microsoft.com/office/drawing/2014/main" id="{B718886A-A117-4848-8904-2A173BFBCD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0663"/>
            <a:ext cx="9144000" cy="615950"/>
          </a:xfrm>
        </p:spPr>
        <p:txBody>
          <a:bodyPr/>
          <a:lstStyle/>
          <a:p>
            <a:r>
              <a:rPr lang="en-US" altLang="zh-CN"/>
              <a:t>Development of  the Electromagnetic Tech.</a:t>
            </a:r>
            <a:endParaRPr lang="zh-CN" altLang="en-US"/>
          </a:p>
        </p:txBody>
      </p:sp>
      <p:sp>
        <p:nvSpPr>
          <p:cNvPr id="7177" name="TextBox 2">
            <a:extLst>
              <a:ext uri="{FF2B5EF4-FFF2-40B4-BE49-F238E27FC236}">
                <a16:creationId xmlns:a16="http://schemas.microsoft.com/office/drawing/2014/main" id="{0459D4BC-22E2-46DD-B560-FCF59EF302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88" y="2997200"/>
            <a:ext cx="1108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Thunder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8" name="TextBox 10">
            <a:extLst>
              <a:ext uri="{FF2B5EF4-FFF2-40B4-BE49-F238E27FC236}">
                <a16:creationId xmlns:a16="http://schemas.microsoft.com/office/drawing/2014/main" id="{722E3889-55EB-4737-B131-80469B146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00" y="2957513"/>
            <a:ext cx="11049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Compass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7179" name="TextBox 11">
            <a:extLst>
              <a:ext uri="{FF2B5EF4-FFF2-40B4-BE49-F238E27FC236}">
                <a16:creationId xmlns:a16="http://schemas.microsoft.com/office/drawing/2014/main" id="{E13E2F13-D9E2-425D-B2B2-B4528AC11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5800" y="2924175"/>
            <a:ext cx="31321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Morse telegraph(1837)</a:t>
            </a:r>
          </a:p>
        </p:txBody>
      </p:sp>
      <p:sp>
        <p:nvSpPr>
          <p:cNvPr id="7180" name="TextBox 12">
            <a:extLst>
              <a:ext uri="{FF2B5EF4-FFF2-40B4-BE49-F238E27FC236}">
                <a16:creationId xmlns:a16="http://schemas.microsoft.com/office/drawing/2014/main" id="{52472080-134C-4B92-A8B4-3E6B4F8DA9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5516563"/>
            <a:ext cx="2808287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 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Bell telephone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(1876)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sp>
        <p:nvSpPr>
          <p:cNvPr id="15367" name="日期占位符 3">
            <a:extLst>
              <a:ext uri="{FF2B5EF4-FFF2-40B4-BE49-F238E27FC236}">
                <a16:creationId xmlns:a16="http://schemas.microsoft.com/office/drawing/2014/main" id="{4CF8AB36-1FA5-4777-B7F3-C2422A94E1B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317F97E-5E6F-48BD-BD16-06B07C6FAF0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5368" name="灯片编号占位符 5">
            <a:extLst>
              <a:ext uri="{FF2B5EF4-FFF2-40B4-BE49-F238E27FC236}">
                <a16:creationId xmlns:a16="http://schemas.microsoft.com/office/drawing/2014/main" id="{CD98007F-F152-4B9D-9E39-A3DE9F6A40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AC7BA37E-DCFF-4B47-B30F-36B783507D37}" type="slidenum">
              <a:rPr lang="zh-CN" altLang="en-US" sz="1100"/>
              <a:pPr/>
              <a:t>50</a:t>
            </a:fld>
            <a:endParaRPr lang="zh-CN" altLang="en-US" sz="1100" dirty="0"/>
          </a:p>
        </p:txBody>
      </p:sp>
      <p:pic>
        <p:nvPicPr>
          <p:cNvPr id="95238" name="Picture 6" descr="http://img.taopic.com/uploads/allimg/130913/240450-1309130K15093.jpg">
            <a:extLst>
              <a:ext uri="{FF2B5EF4-FFF2-40B4-BE49-F238E27FC236}">
                <a16:creationId xmlns:a16="http://schemas.microsoft.com/office/drawing/2014/main" id="{9CD59D63-38A2-4679-BAB0-DF3A27D496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152525"/>
            <a:ext cx="2305050" cy="1827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6" name="Picture 14" descr="http://img.univs.cn/20120418/0/201204182039227832759141.jpg">
            <a:extLst>
              <a:ext uri="{FF2B5EF4-FFF2-40B4-BE49-F238E27FC236}">
                <a16:creationId xmlns:a16="http://schemas.microsoft.com/office/drawing/2014/main" id="{FEA8E71B-968F-4425-8C11-104D1AF6D4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6238" y="1052513"/>
            <a:ext cx="2492375" cy="181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48" name="Picture 16" descr="http://p7.qhimg.com/t017c816dfd7893b95b.jpg">
            <a:extLst>
              <a:ext uri="{FF2B5EF4-FFF2-40B4-BE49-F238E27FC236}">
                <a16:creationId xmlns:a16="http://schemas.microsoft.com/office/drawing/2014/main" id="{05C5EE3F-00F3-4CF4-9F52-0EBC450BF4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981075"/>
            <a:ext cx="2919413" cy="201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0" name="Picture 18" descr="http://www.ftsanxiao.com/Upload/image/20140119/20140119221307_9824.jpg">
            <a:extLst>
              <a:ext uri="{FF2B5EF4-FFF2-40B4-BE49-F238E27FC236}">
                <a16:creationId xmlns:a16="http://schemas.microsoft.com/office/drawing/2014/main" id="{0C7A6331-91F1-47C0-BAB6-ACEE023566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00438"/>
            <a:ext cx="1908175" cy="1223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2" name="Picture 20" descr="http://www.ftsanxiao.com/Upload/image/20140119/20140119221342_3291.jpg">
            <a:extLst>
              <a:ext uri="{FF2B5EF4-FFF2-40B4-BE49-F238E27FC236}">
                <a16:creationId xmlns:a16="http://schemas.microsoft.com/office/drawing/2014/main" id="{C3CCA22F-1F00-4144-9500-0B696EA51A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2275" y="4149725"/>
            <a:ext cx="1503363" cy="135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253" name="Picture 21">
            <a:extLst>
              <a:ext uri="{FF2B5EF4-FFF2-40B4-BE49-F238E27FC236}">
                <a16:creationId xmlns:a16="http://schemas.microsoft.com/office/drawing/2014/main" id="{60D78260-C3A2-4E6C-8AB1-8570F8B869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838" y="3429000"/>
            <a:ext cx="1008062" cy="2087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TextBox 12">
            <a:extLst>
              <a:ext uri="{FF2B5EF4-FFF2-40B4-BE49-F238E27FC236}">
                <a16:creationId xmlns:a16="http://schemas.microsoft.com/office/drawing/2014/main" id="{A8F43B24-B9F7-4B5C-A4B9-E1C93EBC3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4550" y="5516563"/>
            <a:ext cx="168116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Light Bulb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(1880)</a:t>
            </a:r>
            <a:endParaRPr lang="zh-CN" altLang="en-US" sz="1800" b="1">
              <a:latin typeface="Comic Sans MS" panose="030F0702030302020204" pitchFamily="66" charset="0"/>
              <a:ea typeface="黑体" panose="02010609060101010101" pitchFamily="49" charset="-122"/>
            </a:endParaRPr>
          </a:p>
        </p:txBody>
      </p:sp>
      <p:pic>
        <p:nvPicPr>
          <p:cNvPr id="27" name="图片 26" descr="http://it.dgzx.net/xszp/4cmgames-own/web/gz/g26ld/images/xxdd/histor14-1.gif">
            <a:extLst>
              <a:ext uri="{FF2B5EF4-FFF2-40B4-BE49-F238E27FC236}">
                <a16:creationId xmlns:a16="http://schemas.microsoft.com/office/drawing/2014/main" id="{46085055-EE92-4A7E-B352-330D7F5530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5825" y="3573463"/>
            <a:ext cx="1728788" cy="202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图片 27" descr="http://it.dgzx.net/xszp/4cmgames-own/web/gz/g26ld/images/xxdd/histor14-3.gif">
            <a:extLst>
              <a:ext uri="{FF2B5EF4-FFF2-40B4-BE49-F238E27FC236}">
                <a16:creationId xmlns:a16="http://schemas.microsoft.com/office/drawing/2014/main" id="{306DD20B-0B98-40E7-B316-4A6683AF37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5600" y="3573463"/>
            <a:ext cx="1512888" cy="1871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矩形 28">
            <a:extLst>
              <a:ext uri="{FF2B5EF4-FFF2-40B4-BE49-F238E27FC236}">
                <a16:creationId xmlns:a16="http://schemas.microsoft.com/office/drawing/2014/main" id="{D1207BC8-D9E0-4BB3-A48A-A9ACFA6E3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5516563"/>
            <a:ext cx="223202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 Vacuum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黑体" panose="02010609060101010101" pitchFamily="49" charset="-122"/>
              </a:rPr>
              <a:t>Diode (1904)</a:t>
            </a:r>
          </a:p>
        </p:txBody>
      </p:sp>
      <p:sp>
        <p:nvSpPr>
          <p:cNvPr id="15379" name="矩形 18">
            <a:extLst>
              <a:ext uri="{FF2B5EF4-FFF2-40B4-BE49-F238E27FC236}">
                <a16:creationId xmlns:a16="http://schemas.microsoft.com/office/drawing/2014/main" id="{F673B266-BC98-44D7-95A2-446064017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850" y="5529263"/>
            <a:ext cx="1835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0000"/>
                </a:solidFill>
                <a:latin typeface="Comic Sans MS" panose="030F0702030302020204" pitchFamily="66" charset="0"/>
                <a:ea typeface="黑体" panose="02010609060101010101" pitchFamily="49" charset="-122"/>
              </a:rPr>
              <a:t>1</a:t>
            </a:r>
            <a:r>
              <a:rPr lang="en-US" altLang="zh-CN" sz="1800" b="1" baseline="30000">
                <a:solidFill>
                  <a:srgbClr val="000000"/>
                </a:solidFill>
                <a:latin typeface="Comic Sans MS" panose="030F0702030302020204" pitchFamily="66" charset="0"/>
                <a:ea typeface="黑体" panose="02010609060101010101" pitchFamily="49" charset="-122"/>
              </a:rPr>
              <a:t>st</a:t>
            </a:r>
            <a:r>
              <a:rPr lang="en-US" altLang="zh-CN" sz="1800" b="1">
                <a:solidFill>
                  <a:srgbClr val="000000"/>
                </a:solidFill>
                <a:latin typeface="Comic Sans MS" panose="030F0702030302020204" pitchFamily="66" charset="0"/>
                <a:ea typeface="黑体" panose="02010609060101010101" pitchFamily="49" charset="-122"/>
              </a:rPr>
              <a:t>  Vacuum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0000"/>
                </a:solidFill>
                <a:latin typeface="Comic Sans MS" panose="030F0702030302020204" pitchFamily="66" charset="0"/>
                <a:ea typeface="黑体" panose="02010609060101010101" pitchFamily="49" charset="-122"/>
              </a:rPr>
              <a:t>Triode (1907)</a:t>
            </a:r>
            <a:endParaRPr lang="zh-CN" altLang="en-US" sz="1800"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2EFC67-D7BD-9FA9-7E7C-08D39C5BDD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B25FBDD9-8E3A-CF2D-716B-A2B55851EB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14107F0E-171C-E5DC-B482-534BEF1EACB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B39B6704-2FC3-968A-D150-A4E34DC19C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51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55234187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0C666A-6D34-E400-3F4A-54BFE51B49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EF7D5D8D-D851-EC84-205C-A565766A9B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11267" name="Picture 5" descr="http://pic.baike.soso.com/p/20110113/20110113022926-999116748.jpg">
            <a:extLst>
              <a:ext uri="{FF2B5EF4-FFF2-40B4-BE49-F238E27FC236}">
                <a16:creationId xmlns:a16="http://schemas.microsoft.com/office/drawing/2014/main" id="{8F8EB98F-21A6-D639-B0E2-7180DB1B99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8" y="3278188"/>
            <a:ext cx="2135187" cy="289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CBCE155D-508E-164B-7210-60AB7263F12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6D9D1455-81F8-408A-0AC2-975648EFF6E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52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82936023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6B60AD-53FB-2743-F6EB-E431E9C03E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0734A483-3BDC-7D95-82B6-4BB22662A3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11267" name="Picture 5" descr="http://pic.baike.soso.com/p/20110113/20110113022926-999116748.jpg">
            <a:extLst>
              <a:ext uri="{FF2B5EF4-FFF2-40B4-BE49-F238E27FC236}">
                <a16:creationId xmlns:a16="http://schemas.microsoft.com/office/drawing/2014/main" id="{3910EC2C-D309-89A0-B735-CD8D8D42A3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8" y="3278188"/>
            <a:ext cx="2135187" cy="289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8" name="TextBox 1">
            <a:extLst>
              <a:ext uri="{FF2B5EF4-FFF2-40B4-BE49-F238E27FC236}">
                <a16:creationId xmlns:a16="http://schemas.microsoft.com/office/drawing/2014/main" id="{54E6CFD7-AAC7-A53F-7A92-1E6535329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005263"/>
            <a:ext cx="2598737" cy="1323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Alan M. Turing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 (1912-1954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  <a:endParaRPr lang="en-US" altLang="zh-CN" sz="2000" b="1" dirty="0">
              <a:latin typeface="+mn-lt"/>
              <a:ea typeface="黑体" pitchFamily="49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Artificial Intelligence</a:t>
            </a:r>
            <a:endParaRPr lang="zh-CN" altLang="en-US" sz="2000" b="1" dirty="0">
              <a:solidFill>
                <a:srgbClr val="FF0000"/>
              </a:solidFill>
              <a:latin typeface="+mn-lt"/>
              <a:ea typeface="黑体" pitchFamily="49" charset="-122"/>
            </a:endParaRPr>
          </a:p>
        </p:txBody>
      </p:sp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7EFDBE85-9440-2956-8E4C-94A41464A81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58177088-707D-5DE1-EA61-EFF6EA26186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53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36208398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906B55-358D-AA20-9016-65252E6E7E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AA56EFF7-C821-9FEA-6D71-9D3450BA2E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11267" name="Picture 5" descr="http://pic.baike.soso.com/p/20110113/20110113022926-999116748.jpg">
            <a:extLst>
              <a:ext uri="{FF2B5EF4-FFF2-40B4-BE49-F238E27FC236}">
                <a16:creationId xmlns:a16="http://schemas.microsoft.com/office/drawing/2014/main" id="{4C3495E0-711A-78C8-1E41-54EA43B0C0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8" y="3278188"/>
            <a:ext cx="2135187" cy="289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8" name="TextBox 1">
            <a:extLst>
              <a:ext uri="{FF2B5EF4-FFF2-40B4-BE49-F238E27FC236}">
                <a16:creationId xmlns:a16="http://schemas.microsoft.com/office/drawing/2014/main" id="{254F7E64-5CDD-7FEE-614D-8F11D291A3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005263"/>
            <a:ext cx="2598737" cy="1323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Alan M. Turing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 (1912-1954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  <a:endParaRPr lang="en-US" altLang="zh-CN" sz="2000" b="1" dirty="0">
              <a:latin typeface="+mn-lt"/>
              <a:ea typeface="黑体" pitchFamily="49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Artificial Intelligence</a:t>
            </a:r>
            <a:endParaRPr lang="zh-CN" altLang="en-US" sz="2000" b="1" dirty="0">
              <a:solidFill>
                <a:srgbClr val="FF0000"/>
              </a:solidFill>
              <a:latin typeface="+mn-lt"/>
              <a:ea typeface="黑体" pitchFamily="49" charset="-122"/>
            </a:endParaRPr>
          </a:p>
        </p:txBody>
      </p:sp>
      <p:pic>
        <p:nvPicPr>
          <p:cNvPr id="11270" name="Picture 7" descr="http://computer.xjtu.edu.cn/zjjsj/images/6-6.gif">
            <a:extLst>
              <a:ext uri="{FF2B5EF4-FFF2-40B4-BE49-F238E27FC236}">
                <a16:creationId xmlns:a16="http://schemas.microsoft.com/office/drawing/2014/main" id="{14FA1396-DBE5-C007-1B75-D3F57D39EA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989013"/>
            <a:ext cx="2195512" cy="212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1" name="TextBox 2">
            <a:extLst>
              <a:ext uri="{FF2B5EF4-FFF2-40B4-BE49-F238E27FC236}">
                <a16:creationId xmlns:a16="http://schemas.microsoft.com/office/drawing/2014/main" id="{F16BEFA1-38BA-4ACD-38D8-69F93E118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3068638"/>
            <a:ext cx="2195512" cy="70802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Turing Bombe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（</a:t>
            </a:r>
            <a:r>
              <a:rPr lang="en-US" altLang="zh-CN" sz="2000" b="1" dirty="0">
                <a:latin typeface="+mn-lt"/>
                <a:ea typeface="黑体" pitchFamily="49" charset="-122"/>
              </a:rPr>
              <a:t>1940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</a:p>
        </p:txBody>
      </p:sp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358A0FC7-63A7-3237-35A0-38DE7F0640E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F92250BB-768F-DCC5-8A27-A81ABEEC070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54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27116017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6C70F6-56DC-06A8-01D4-CD6E3D1CF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9637AC7F-942C-2BE8-EE13-32C66A11F3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11267" name="Picture 5" descr="http://pic.baike.soso.com/p/20110113/20110113022926-999116748.jpg">
            <a:extLst>
              <a:ext uri="{FF2B5EF4-FFF2-40B4-BE49-F238E27FC236}">
                <a16:creationId xmlns:a16="http://schemas.microsoft.com/office/drawing/2014/main" id="{F758B9C0-ED6D-758D-E443-FCED88E992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8" y="3278188"/>
            <a:ext cx="2135187" cy="289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8" name="TextBox 1">
            <a:extLst>
              <a:ext uri="{FF2B5EF4-FFF2-40B4-BE49-F238E27FC236}">
                <a16:creationId xmlns:a16="http://schemas.microsoft.com/office/drawing/2014/main" id="{83C5D989-3821-F426-CA69-A5A8014F30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005263"/>
            <a:ext cx="2598737" cy="1323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Alan M. Turing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 (1912-1954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  <a:endParaRPr lang="en-US" altLang="zh-CN" sz="2000" b="1" dirty="0">
              <a:latin typeface="+mn-lt"/>
              <a:ea typeface="黑体" pitchFamily="49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Artificial Intelligence</a:t>
            </a:r>
            <a:endParaRPr lang="zh-CN" altLang="en-US" sz="2000" b="1" dirty="0">
              <a:solidFill>
                <a:srgbClr val="FF0000"/>
              </a:solidFill>
              <a:latin typeface="+mn-lt"/>
              <a:ea typeface="黑体" pitchFamily="49" charset="-122"/>
            </a:endParaRPr>
          </a:p>
        </p:txBody>
      </p:sp>
      <p:pic>
        <p:nvPicPr>
          <p:cNvPr id="11270" name="Picture 7" descr="http://computer.xjtu.edu.cn/zjjsj/images/6-6.gif">
            <a:extLst>
              <a:ext uri="{FF2B5EF4-FFF2-40B4-BE49-F238E27FC236}">
                <a16:creationId xmlns:a16="http://schemas.microsoft.com/office/drawing/2014/main" id="{76C636DB-0941-4A34-5662-FBD14B43EC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989013"/>
            <a:ext cx="2195512" cy="212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1" name="TextBox 2">
            <a:extLst>
              <a:ext uri="{FF2B5EF4-FFF2-40B4-BE49-F238E27FC236}">
                <a16:creationId xmlns:a16="http://schemas.microsoft.com/office/drawing/2014/main" id="{BA104E7E-E515-4ECE-EFE8-C5610914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3068638"/>
            <a:ext cx="2195512" cy="70802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Turing Bombe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（</a:t>
            </a:r>
            <a:r>
              <a:rPr lang="en-US" altLang="zh-CN" sz="2000" b="1" dirty="0">
                <a:latin typeface="+mn-lt"/>
                <a:ea typeface="黑体" pitchFamily="49" charset="-122"/>
              </a:rPr>
              <a:t>1940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</a:p>
        </p:txBody>
      </p:sp>
      <p:pic>
        <p:nvPicPr>
          <p:cNvPr id="11273" name="Picture 8">
            <a:extLst>
              <a:ext uri="{FF2B5EF4-FFF2-40B4-BE49-F238E27FC236}">
                <a16:creationId xmlns:a16="http://schemas.microsoft.com/office/drawing/2014/main" id="{C22181CF-60C9-1D16-78A9-40C3340EE9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1166813"/>
            <a:ext cx="1655762" cy="1241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1AB3E63F-8DB1-DF15-2AD5-EB173BA72F9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B3D4EBA1-A228-EEDA-E0B2-ABCEC20824C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55</a:t>
            </a:fld>
            <a:endParaRPr lang="zh-CN" altLang="en-US" sz="1100" dirty="0"/>
          </a:p>
        </p:txBody>
      </p:sp>
      <p:sp>
        <p:nvSpPr>
          <p:cNvPr id="15" name="TextBox 3">
            <a:extLst>
              <a:ext uri="{FF2B5EF4-FFF2-40B4-BE49-F238E27FC236}">
                <a16:creationId xmlns:a16="http://schemas.microsoft.com/office/drawing/2014/main" id="{8D1A8309-3752-015F-41D4-E391159F9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338" y="2349500"/>
            <a:ext cx="1470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6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59009018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6A3FCB-B3A4-F60C-6F0D-448ABF0AA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38A53177-76EE-9639-D878-900F4C0462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11267" name="Picture 5" descr="http://pic.baike.soso.com/p/20110113/20110113022926-999116748.jpg">
            <a:extLst>
              <a:ext uri="{FF2B5EF4-FFF2-40B4-BE49-F238E27FC236}">
                <a16:creationId xmlns:a16="http://schemas.microsoft.com/office/drawing/2014/main" id="{3ECCF4F8-C065-D2E9-7B87-382E50D7C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8" y="3278188"/>
            <a:ext cx="2135187" cy="289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8" name="TextBox 1">
            <a:extLst>
              <a:ext uri="{FF2B5EF4-FFF2-40B4-BE49-F238E27FC236}">
                <a16:creationId xmlns:a16="http://schemas.microsoft.com/office/drawing/2014/main" id="{3468ACD2-DBBF-0E7E-53A0-0AB7113BA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005263"/>
            <a:ext cx="2598737" cy="1323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Alan M. Turing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 (1912-1954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  <a:endParaRPr lang="en-US" altLang="zh-CN" sz="2000" b="1" dirty="0">
              <a:latin typeface="+mn-lt"/>
              <a:ea typeface="黑体" pitchFamily="49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Artificial Intelligence</a:t>
            </a:r>
            <a:endParaRPr lang="zh-CN" altLang="en-US" sz="2000" b="1" dirty="0">
              <a:solidFill>
                <a:srgbClr val="FF0000"/>
              </a:solidFill>
              <a:latin typeface="+mn-lt"/>
              <a:ea typeface="黑体" pitchFamily="49" charset="-122"/>
            </a:endParaRPr>
          </a:p>
        </p:txBody>
      </p:sp>
      <p:pic>
        <p:nvPicPr>
          <p:cNvPr id="11270" name="Picture 7" descr="http://computer.xjtu.edu.cn/zjjsj/images/6-6.gif">
            <a:extLst>
              <a:ext uri="{FF2B5EF4-FFF2-40B4-BE49-F238E27FC236}">
                <a16:creationId xmlns:a16="http://schemas.microsoft.com/office/drawing/2014/main" id="{DB22A88A-BB43-BF62-9470-0F820243A4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989013"/>
            <a:ext cx="2195512" cy="212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1" name="TextBox 2">
            <a:extLst>
              <a:ext uri="{FF2B5EF4-FFF2-40B4-BE49-F238E27FC236}">
                <a16:creationId xmlns:a16="http://schemas.microsoft.com/office/drawing/2014/main" id="{FD46703C-1EF2-B2A0-F6A4-A69497015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3068638"/>
            <a:ext cx="2195512" cy="70802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Turing Bombe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（</a:t>
            </a:r>
            <a:r>
              <a:rPr lang="en-US" altLang="zh-CN" sz="2000" b="1" dirty="0">
                <a:latin typeface="+mn-lt"/>
                <a:ea typeface="黑体" pitchFamily="49" charset="-122"/>
              </a:rPr>
              <a:t>1940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</a:p>
        </p:txBody>
      </p:sp>
      <p:pic>
        <p:nvPicPr>
          <p:cNvPr id="11273" name="Picture 8">
            <a:extLst>
              <a:ext uri="{FF2B5EF4-FFF2-40B4-BE49-F238E27FC236}">
                <a16:creationId xmlns:a16="http://schemas.microsoft.com/office/drawing/2014/main" id="{6D2EA9AA-31CC-981B-5ECA-3B986CDBD3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1166813"/>
            <a:ext cx="1655762" cy="1241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C3294EFC-1809-8247-D0E6-B7E62BEF7F3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B5BEAE2E-1981-5330-C59A-BC6C88FAF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56</a:t>
            </a:fld>
            <a:endParaRPr lang="zh-CN" altLang="en-US" sz="1100" dirty="0"/>
          </a:p>
        </p:txBody>
      </p:sp>
      <p:pic>
        <p:nvPicPr>
          <p:cNvPr id="16405" name="Picture 21" descr="https://imgsa.baidu.com/baike/c0%3Dbaike80%2C5%2C5%2C80%2C26/sign=d50d229991ef76c6c4dff379fc7f969f/faedab64034f78f0c7e66a4b78310a55b2191c9c.jpg">
            <a:extLst>
              <a:ext uri="{FF2B5EF4-FFF2-40B4-BE49-F238E27FC236}">
                <a16:creationId xmlns:a16="http://schemas.microsoft.com/office/drawing/2014/main" id="{B756DB21-8BCB-B58D-BE45-9E4433CC1A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6425" y="3103563"/>
            <a:ext cx="2224088" cy="306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TextBox 3">
            <a:extLst>
              <a:ext uri="{FF2B5EF4-FFF2-40B4-BE49-F238E27FC236}">
                <a16:creationId xmlns:a16="http://schemas.microsoft.com/office/drawing/2014/main" id="{9C8F9AA6-8701-CA7C-5CFD-C62991CFAB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338" y="2349500"/>
            <a:ext cx="1470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6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35852953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9E1DAD-8F4A-1CAE-539A-FE481B572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E4C0EAA1-BE8A-94BB-6B0F-6759BD84CC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11267" name="Picture 5" descr="http://pic.baike.soso.com/p/20110113/20110113022926-999116748.jpg">
            <a:extLst>
              <a:ext uri="{FF2B5EF4-FFF2-40B4-BE49-F238E27FC236}">
                <a16:creationId xmlns:a16="http://schemas.microsoft.com/office/drawing/2014/main" id="{19855266-3306-7D5F-EA5D-86AF0B9218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8" y="3278188"/>
            <a:ext cx="2135187" cy="289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8" name="TextBox 1">
            <a:extLst>
              <a:ext uri="{FF2B5EF4-FFF2-40B4-BE49-F238E27FC236}">
                <a16:creationId xmlns:a16="http://schemas.microsoft.com/office/drawing/2014/main" id="{FE195A00-25DE-2B9D-BE67-D4D48FE52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005263"/>
            <a:ext cx="2598737" cy="1323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Alan M. Turing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 (1912-1954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  <a:endParaRPr lang="en-US" altLang="zh-CN" sz="2000" b="1" dirty="0">
              <a:latin typeface="+mn-lt"/>
              <a:ea typeface="黑体" pitchFamily="49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Artificial Intelligence</a:t>
            </a:r>
            <a:endParaRPr lang="zh-CN" altLang="en-US" sz="2000" b="1" dirty="0">
              <a:solidFill>
                <a:srgbClr val="FF0000"/>
              </a:solidFill>
              <a:latin typeface="+mn-lt"/>
              <a:ea typeface="黑体" pitchFamily="49" charset="-122"/>
            </a:endParaRPr>
          </a:p>
        </p:txBody>
      </p:sp>
      <p:pic>
        <p:nvPicPr>
          <p:cNvPr id="11270" name="Picture 7" descr="http://computer.xjtu.edu.cn/zjjsj/images/6-6.gif">
            <a:extLst>
              <a:ext uri="{FF2B5EF4-FFF2-40B4-BE49-F238E27FC236}">
                <a16:creationId xmlns:a16="http://schemas.microsoft.com/office/drawing/2014/main" id="{870E3C46-B8BC-1662-6424-291B443E6A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989013"/>
            <a:ext cx="2195512" cy="212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1" name="TextBox 2">
            <a:extLst>
              <a:ext uri="{FF2B5EF4-FFF2-40B4-BE49-F238E27FC236}">
                <a16:creationId xmlns:a16="http://schemas.microsoft.com/office/drawing/2014/main" id="{1D109B8D-2033-B18F-D8F4-CB10B059B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3068638"/>
            <a:ext cx="2195512" cy="70802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Turing Bombe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（</a:t>
            </a:r>
            <a:r>
              <a:rPr lang="en-US" altLang="zh-CN" sz="2000" b="1" dirty="0">
                <a:latin typeface="+mn-lt"/>
                <a:ea typeface="黑体" pitchFamily="49" charset="-122"/>
              </a:rPr>
              <a:t>1940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</a:p>
        </p:txBody>
      </p:sp>
      <p:pic>
        <p:nvPicPr>
          <p:cNvPr id="11273" name="Picture 8">
            <a:extLst>
              <a:ext uri="{FF2B5EF4-FFF2-40B4-BE49-F238E27FC236}">
                <a16:creationId xmlns:a16="http://schemas.microsoft.com/office/drawing/2014/main" id="{432D858C-FA0D-C231-2FD9-588D56B7AF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1166813"/>
            <a:ext cx="1655762" cy="1241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81F32B39-3D01-C382-FDC0-ACD3DB6EE0D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1A2C9CB2-4A79-DD4F-613E-FD19022257B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57</a:t>
            </a:fld>
            <a:endParaRPr lang="zh-CN" altLang="en-US" sz="1100" dirty="0"/>
          </a:p>
        </p:txBody>
      </p:sp>
      <p:pic>
        <p:nvPicPr>
          <p:cNvPr id="16405" name="Picture 21" descr="https://imgsa.baidu.com/baike/c0%3Dbaike80%2C5%2C5%2C80%2C26/sign=d50d229991ef76c6c4dff379fc7f969f/faedab64034f78f0c7e66a4b78310a55b2191c9c.jpg">
            <a:extLst>
              <a:ext uri="{FF2B5EF4-FFF2-40B4-BE49-F238E27FC236}">
                <a16:creationId xmlns:a16="http://schemas.microsoft.com/office/drawing/2014/main" id="{1C545A5F-01E4-CE98-3495-2872DC22EB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6425" y="3103563"/>
            <a:ext cx="2224088" cy="306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id="{5EF72135-C5DA-D922-83F1-F5F1A4E07432}"/>
              </a:ext>
            </a:extLst>
          </p:cNvPr>
          <p:cNvSpPr/>
          <p:nvPr/>
        </p:nvSpPr>
        <p:spPr>
          <a:xfrm>
            <a:off x="4500563" y="4941888"/>
            <a:ext cx="2640012" cy="13223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Claude E. Shannon </a:t>
            </a:r>
          </a:p>
          <a:p>
            <a:pPr algn="ctr" eaLnBrk="1" hangingPunct="1"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(1916-2001)</a:t>
            </a:r>
          </a:p>
          <a:p>
            <a:pPr algn="ctr" eaLnBrk="1" hangingPunct="1"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defRPr/>
            </a:pPr>
            <a:r>
              <a:rPr lang="en-US" altLang="zh-CN" sz="2000" dirty="0">
                <a:latin typeface="+mn-lt"/>
              </a:rPr>
              <a:t> </a:t>
            </a: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Information Theory</a:t>
            </a:r>
            <a:endParaRPr lang="zh-CN" altLang="en-US" sz="2000" b="1" dirty="0">
              <a:solidFill>
                <a:srgbClr val="FF0000"/>
              </a:solidFill>
              <a:latin typeface="+mn-lt"/>
            </a:endParaRPr>
          </a:p>
        </p:txBody>
      </p:sp>
      <p:sp>
        <p:nvSpPr>
          <p:cNvPr id="15" name="TextBox 3">
            <a:extLst>
              <a:ext uri="{FF2B5EF4-FFF2-40B4-BE49-F238E27FC236}">
                <a16:creationId xmlns:a16="http://schemas.microsoft.com/office/drawing/2014/main" id="{5BA5A5B2-4D6F-641C-7D63-6D183D5B8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338" y="2349500"/>
            <a:ext cx="1470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6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6095042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ED69C5-CFE6-64F0-F7C4-F374759650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标题 1">
            <a:extLst>
              <a:ext uri="{FF2B5EF4-FFF2-40B4-BE49-F238E27FC236}">
                <a16:creationId xmlns:a16="http://schemas.microsoft.com/office/drawing/2014/main" id="{3B88BEFE-A6F1-097C-FBFE-7CC53CDB6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49225"/>
            <a:ext cx="9036050" cy="615950"/>
          </a:xfrm>
        </p:spPr>
        <p:txBody>
          <a:bodyPr/>
          <a:lstStyle/>
          <a:p>
            <a:r>
              <a:rPr lang="en-US" altLang="zh-CN"/>
              <a:t>Information Process Meet Electronic Tech.</a:t>
            </a:r>
            <a:endParaRPr lang="zh-CN" altLang="en-US" sz="280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pic>
        <p:nvPicPr>
          <p:cNvPr id="11267" name="Picture 5" descr="http://pic.baike.soso.com/p/20110113/20110113022926-999116748.jpg">
            <a:extLst>
              <a:ext uri="{FF2B5EF4-FFF2-40B4-BE49-F238E27FC236}">
                <a16:creationId xmlns:a16="http://schemas.microsoft.com/office/drawing/2014/main" id="{4E4A93AD-25BF-CE9A-60F1-9FDD7B8BF0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8" y="3278188"/>
            <a:ext cx="2135187" cy="289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8" name="TextBox 1">
            <a:extLst>
              <a:ext uri="{FF2B5EF4-FFF2-40B4-BE49-F238E27FC236}">
                <a16:creationId xmlns:a16="http://schemas.microsoft.com/office/drawing/2014/main" id="{65F13C95-5F9A-3194-537E-5A5EA34B00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005263"/>
            <a:ext cx="2598737" cy="1323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Alan M. Turing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 (1912-1954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  <a:endParaRPr lang="en-US" altLang="zh-CN" sz="2000" b="1" dirty="0">
              <a:latin typeface="+mn-lt"/>
              <a:ea typeface="黑体" pitchFamily="49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Artificial Intelligence</a:t>
            </a:r>
            <a:endParaRPr lang="zh-CN" altLang="en-US" sz="2000" b="1" dirty="0">
              <a:solidFill>
                <a:srgbClr val="FF0000"/>
              </a:solidFill>
              <a:latin typeface="+mn-lt"/>
              <a:ea typeface="黑体" pitchFamily="49" charset="-122"/>
            </a:endParaRPr>
          </a:p>
        </p:txBody>
      </p:sp>
      <p:pic>
        <p:nvPicPr>
          <p:cNvPr id="11270" name="Picture 7" descr="http://computer.xjtu.edu.cn/zjjsj/images/6-6.gif">
            <a:extLst>
              <a:ext uri="{FF2B5EF4-FFF2-40B4-BE49-F238E27FC236}">
                <a16:creationId xmlns:a16="http://schemas.microsoft.com/office/drawing/2014/main" id="{1657BB58-064A-46E6-F7BB-6895D63859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989013"/>
            <a:ext cx="2195512" cy="212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1" name="TextBox 2">
            <a:extLst>
              <a:ext uri="{FF2B5EF4-FFF2-40B4-BE49-F238E27FC236}">
                <a16:creationId xmlns:a16="http://schemas.microsoft.com/office/drawing/2014/main" id="{EF9E51A1-6BDF-0722-9E33-345A81833C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3068638"/>
            <a:ext cx="2195512" cy="70802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Turing Bombe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（</a:t>
            </a:r>
            <a:r>
              <a:rPr lang="en-US" altLang="zh-CN" sz="2000" b="1" dirty="0">
                <a:latin typeface="+mn-lt"/>
                <a:ea typeface="黑体" pitchFamily="49" charset="-122"/>
              </a:rPr>
              <a:t>1940</a:t>
            </a:r>
            <a:r>
              <a:rPr lang="zh-CN" altLang="en-US" sz="2000" b="1" dirty="0">
                <a:latin typeface="+mn-lt"/>
                <a:ea typeface="黑体" pitchFamily="49" charset="-122"/>
              </a:rPr>
              <a:t>）</a:t>
            </a:r>
          </a:p>
        </p:txBody>
      </p:sp>
      <p:pic>
        <p:nvPicPr>
          <p:cNvPr id="11273" name="Picture 8">
            <a:extLst>
              <a:ext uri="{FF2B5EF4-FFF2-40B4-BE49-F238E27FC236}">
                <a16:creationId xmlns:a16="http://schemas.microsoft.com/office/drawing/2014/main" id="{290A3A67-7BA2-458D-EA52-3C5BD4C51D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3" y="1166813"/>
            <a:ext cx="1655762" cy="1241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2" name="日期占位符 3">
            <a:extLst>
              <a:ext uri="{FF2B5EF4-FFF2-40B4-BE49-F238E27FC236}">
                <a16:creationId xmlns:a16="http://schemas.microsoft.com/office/drawing/2014/main" id="{AD50368D-0E77-0F96-93C0-C978CFA442B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F80A8FB-0DDA-44FA-96AC-29702129D04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6393" name="灯片编号占位符 5">
            <a:extLst>
              <a:ext uri="{FF2B5EF4-FFF2-40B4-BE49-F238E27FC236}">
                <a16:creationId xmlns:a16="http://schemas.microsoft.com/office/drawing/2014/main" id="{825082BA-6245-86E2-EA61-09011D73607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BD175C4-E7DC-4781-9EC3-0F709E7DB4BA}" type="slidenum">
              <a:rPr lang="zh-CN" altLang="en-US" sz="1100"/>
              <a:pPr/>
              <a:t>58</a:t>
            </a:fld>
            <a:endParaRPr lang="zh-CN" altLang="en-US" sz="1100" dirty="0"/>
          </a:p>
        </p:txBody>
      </p:sp>
      <p:pic>
        <p:nvPicPr>
          <p:cNvPr id="16405" name="Picture 21" descr="https://imgsa.baidu.com/baike/c0%3Dbaike80%2C5%2C5%2C80%2C26/sign=d50d229991ef76c6c4dff379fc7f969f/faedab64034f78f0c7e66a4b78310a55b2191c9c.jpg">
            <a:extLst>
              <a:ext uri="{FF2B5EF4-FFF2-40B4-BE49-F238E27FC236}">
                <a16:creationId xmlns:a16="http://schemas.microsoft.com/office/drawing/2014/main" id="{1E4F9DEB-FB1F-5D64-606D-C6FB396CD0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6425" y="3103563"/>
            <a:ext cx="2224088" cy="306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id="{BA4E2192-0CE7-8FD5-9FC5-B5FF5B2AFE42}"/>
              </a:ext>
            </a:extLst>
          </p:cNvPr>
          <p:cNvSpPr/>
          <p:nvPr/>
        </p:nvSpPr>
        <p:spPr>
          <a:xfrm>
            <a:off x="4500563" y="4941888"/>
            <a:ext cx="2640012" cy="13223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Claude E. Shannon </a:t>
            </a:r>
          </a:p>
          <a:p>
            <a:pPr algn="ctr" eaLnBrk="1" hangingPunct="1"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(1916-2001)</a:t>
            </a:r>
          </a:p>
          <a:p>
            <a:pPr algn="ctr" eaLnBrk="1" hangingPunct="1"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Father of </a:t>
            </a:r>
          </a:p>
          <a:p>
            <a:pPr algn="ctr" eaLnBrk="1" hangingPunct="1">
              <a:defRPr/>
            </a:pPr>
            <a:r>
              <a:rPr lang="en-US" altLang="zh-CN" sz="2000" dirty="0">
                <a:latin typeface="+mn-lt"/>
              </a:rPr>
              <a:t> </a:t>
            </a:r>
            <a:r>
              <a:rPr lang="en-US" altLang="zh-CN" sz="2000" b="1" dirty="0">
                <a:solidFill>
                  <a:srgbClr val="FF0000"/>
                </a:solidFill>
                <a:latin typeface="+mn-lt"/>
              </a:rPr>
              <a:t>Information Theory</a:t>
            </a:r>
            <a:endParaRPr lang="zh-CN" altLang="en-US" sz="2000" b="1" dirty="0">
              <a:solidFill>
                <a:srgbClr val="FF0000"/>
              </a:solidFill>
              <a:latin typeface="+mn-lt"/>
            </a:endParaRPr>
          </a:p>
        </p:txBody>
      </p:sp>
      <p:pic>
        <p:nvPicPr>
          <p:cNvPr id="16407" name="Picture 23" descr="他被誉为码农鼻祖,竟然还是20世纪最帅科学家...">
            <a:extLst>
              <a:ext uri="{FF2B5EF4-FFF2-40B4-BE49-F238E27FC236}">
                <a16:creationId xmlns:a16="http://schemas.microsoft.com/office/drawing/2014/main" id="{67E27340-8581-5280-A32E-65514CD627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5850" y="976313"/>
            <a:ext cx="3852863" cy="209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矩形 21">
            <a:extLst>
              <a:ext uri="{FF2B5EF4-FFF2-40B4-BE49-F238E27FC236}">
                <a16:creationId xmlns:a16="http://schemas.microsoft.com/office/drawing/2014/main" id="{80C93DE6-FFB6-796B-D3B0-23A98C448D39}"/>
              </a:ext>
            </a:extLst>
          </p:cNvPr>
          <p:cNvSpPr/>
          <p:nvPr/>
        </p:nvSpPr>
        <p:spPr>
          <a:xfrm>
            <a:off x="4895850" y="2997200"/>
            <a:ext cx="2101850" cy="101600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Theoretical basis of digital world </a:t>
            </a:r>
          </a:p>
          <a:p>
            <a:pPr algn="ctr" eaLnBrk="1" hangingPunct="1">
              <a:defRPr/>
            </a:pPr>
            <a:r>
              <a:rPr lang="en-US" altLang="zh-CN" sz="2000" b="1" dirty="0">
                <a:latin typeface="+mn-lt"/>
                <a:ea typeface="黑体" pitchFamily="49" charset="-122"/>
              </a:rPr>
              <a:t>(1938)</a:t>
            </a:r>
            <a:endParaRPr lang="zh-CN" altLang="en-US" sz="2000" b="1" dirty="0">
              <a:latin typeface="+mn-lt"/>
              <a:ea typeface="黑体" pitchFamily="49" charset="-122"/>
            </a:endParaRPr>
          </a:p>
        </p:txBody>
      </p:sp>
      <p:sp>
        <p:nvSpPr>
          <p:cNvPr id="15" name="TextBox 3">
            <a:extLst>
              <a:ext uri="{FF2B5EF4-FFF2-40B4-BE49-F238E27FC236}">
                <a16:creationId xmlns:a16="http://schemas.microsoft.com/office/drawing/2014/main" id="{33B493EA-453A-924D-3C73-79F4EE19D6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338" y="2349500"/>
            <a:ext cx="1470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6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63893261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ECA271-7A09-D197-8A80-C7C4108507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560FEE05-1E09-6FEC-52E9-D138097C24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22238"/>
            <a:ext cx="9144000" cy="642937"/>
          </a:xfrm>
        </p:spPr>
        <p:txBody>
          <a:bodyPr/>
          <a:lstStyle/>
          <a:p>
            <a:pPr eaLnBrk="1" hangingPunct="1"/>
            <a:r>
              <a:rPr lang="en-US" altLang="zh-CN" sz="2800"/>
              <a:t>Information Process Meet Microelectronic Tech.</a:t>
            </a:r>
          </a:p>
        </p:txBody>
      </p:sp>
      <p:sp>
        <p:nvSpPr>
          <p:cNvPr id="17411" name="日期占位符 16">
            <a:extLst>
              <a:ext uri="{FF2B5EF4-FFF2-40B4-BE49-F238E27FC236}">
                <a16:creationId xmlns:a16="http://schemas.microsoft.com/office/drawing/2014/main" id="{0CBCC065-7A72-EF6A-901F-55CBD9B6F83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8C91506E-7C93-4985-9E1A-557103CB620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en-US" altLang="zh-CN" sz="1400">
              <a:solidFill>
                <a:srgbClr val="0A419B"/>
              </a:solidFill>
            </a:endParaRPr>
          </a:p>
        </p:txBody>
      </p:sp>
      <p:sp>
        <p:nvSpPr>
          <p:cNvPr id="17421" name="灯片编号占位符 5">
            <a:extLst>
              <a:ext uri="{FF2B5EF4-FFF2-40B4-BE49-F238E27FC236}">
                <a16:creationId xmlns:a16="http://schemas.microsoft.com/office/drawing/2014/main" id="{B902D42C-91F9-2970-39F8-51307D77BE6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D35954C-0B19-4D4A-AAAA-350DA975D3A2}" type="slidenum">
              <a:rPr lang="zh-CN" altLang="en-US" sz="1100"/>
              <a:pPr/>
              <a:t>59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27769400"/>
      </p:ext>
    </p:extLst>
  </p:cSld>
  <p:clrMapOvr>
    <a:masterClrMapping/>
  </p:clrMapOvr>
  <p:transition advTm="701"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764470-0591-02E1-7ABB-2E4BC8C419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B54DF431-2C91-533F-DED4-A6F0CBE681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22238"/>
            <a:ext cx="9144000" cy="642937"/>
          </a:xfrm>
        </p:spPr>
        <p:txBody>
          <a:bodyPr/>
          <a:lstStyle/>
          <a:p>
            <a:pPr eaLnBrk="1" hangingPunct="1"/>
            <a:r>
              <a:rPr lang="en-US" altLang="zh-CN" sz="2800"/>
              <a:t>Information Process Meet Microelectronic Tech.</a:t>
            </a:r>
          </a:p>
        </p:txBody>
      </p:sp>
      <p:sp>
        <p:nvSpPr>
          <p:cNvPr id="17411" name="日期占位符 16">
            <a:extLst>
              <a:ext uri="{FF2B5EF4-FFF2-40B4-BE49-F238E27FC236}">
                <a16:creationId xmlns:a16="http://schemas.microsoft.com/office/drawing/2014/main" id="{815382D4-DF83-F512-5E69-A8535E2CA0F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8C91506E-7C93-4985-9E1A-557103CB620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en-US" altLang="zh-CN" sz="1400">
              <a:solidFill>
                <a:srgbClr val="0A419B"/>
              </a:solidFill>
            </a:endParaRPr>
          </a:p>
        </p:txBody>
      </p:sp>
      <p:pic>
        <p:nvPicPr>
          <p:cNvPr id="10" name="Picture 8">
            <a:extLst>
              <a:ext uri="{FF2B5EF4-FFF2-40B4-BE49-F238E27FC236}">
                <a16:creationId xmlns:a16="http://schemas.microsoft.com/office/drawing/2014/main" id="{08F3D66C-F5F6-6DCF-937B-483577F627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008063"/>
            <a:ext cx="2387600" cy="1382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TextBox 3">
            <a:extLst>
              <a:ext uri="{FF2B5EF4-FFF2-40B4-BE49-F238E27FC236}">
                <a16:creationId xmlns:a16="http://schemas.microsoft.com/office/drawing/2014/main" id="{F88D63E6-349D-DBC9-8FF4-866559F8B0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349500"/>
            <a:ext cx="25415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8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  <p:sp>
        <p:nvSpPr>
          <p:cNvPr id="17421" name="灯片编号占位符 5">
            <a:extLst>
              <a:ext uri="{FF2B5EF4-FFF2-40B4-BE49-F238E27FC236}">
                <a16:creationId xmlns:a16="http://schemas.microsoft.com/office/drawing/2014/main" id="{48ACF0AE-5F51-22A1-5AA9-EADD07BE1A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D35954C-0B19-4D4A-AAAA-350DA975D3A2}" type="slidenum">
              <a:rPr lang="zh-CN" altLang="en-US" sz="1100"/>
              <a:pPr/>
              <a:t>60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30034365"/>
      </p:ext>
    </p:extLst>
  </p:cSld>
  <p:clrMapOvr>
    <a:masterClrMapping/>
  </p:clrMapOvr>
  <p:transition advTm="701"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7AFD4F-2FD0-A04B-AD82-A704C0AC0C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982E95E6-D321-0CA8-B2B7-31B4CB294F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22238"/>
            <a:ext cx="9144000" cy="642937"/>
          </a:xfrm>
        </p:spPr>
        <p:txBody>
          <a:bodyPr/>
          <a:lstStyle/>
          <a:p>
            <a:pPr eaLnBrk="1" hangingPunct="1"/>
            <a:r>
              <a:rPr lang="en-US" altLang="zh-CN" sz="2800"/>
              <a:t>Information Process Meet Microelectronic Tech.</a:t>
            </a:r>
          </a:p>
        </p:txBody>
      </p:sp>
      <p:sp>
        <p:nvSpPr>
          <p:cNvPr id="17411" name="日期占位符 16">
            <a:extLst>
              <a:ext uri="{FF2B5EF4-FFF2-40B4-BE49-F238E27FC236}">
                <a16:creationId xmlns:a16="http://schemas.microsoft.com/office/drawing/2014/main" id="{1AC18D91-752D-88F8-DA2C-0D38D55BCA9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8C91506E-7C93-4985-9E1A-557103CB620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en-US" altLang="zh-CN" sz="1400">
              <a:solidFill>
                <a:srgbClr val="0A419B"/>
              </a:solidFill>
            </a:endParaRPr>
          </a:p>
        </p:txBody>
      </p:sp>
      <p:pic>
        <p:nvPicPr>
          <p:cNvPr id="10" name="Picture 8">
            <a:extLst>
              <a:ext uri="{FF2B5EF4-FFF2-40B4-BE49-F238E27FC236}">
                <a16:creationId xmlns:a16="http://schemas.microsoft.com/office/drawing/2014/main" id="{D1B4DCD5-20E3-9D02-A0D6-58341BF923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008063"/>
            <a:ext cx="2387600" cy="1382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TextBox 3">
            <a:extLst>
              <a:ext uri="{FF2B5EF4-FFF2-40B4-BE49-F238E27FC236}">
                <a16:creationId xmlns:a16="http://schemas.microsoft.com/office/drawing/2014/main" id="{4C28A422-FAC8-92B1-0751-68F757FA5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349500"/>
            <a:ext cx="25415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8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  <p:pic>
        <p:nvPicPr>
          <p:cNvPr id="17" name="Picture 8" descr="http://t2.baidu.com/it/u=1947594454,1291349148&amp;fm=23&amp;gp=0.jpg">
            <a:extLst>
              <a:ext uri="{FF2B5EF4-FFF2-40B4-BE49-F238E27FC236}">
                <a16:creationId xmlns:a16="http://schemas.microsoft.com/office/drawing/2014/main" id="{CD86AA0F-B127-AD19-9E6C-CADCC37FAF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3938" y="981075"/>
            <a:ext cx="3225800" cy="187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矩形 10">
            <a:extLst>
              <a:ext uri="{FF2B5EF4-FFF2-40B4-BE49-F238E27FC236}">
                <a16:creationId xmlns:a16="http://schemas.microsoft.com/office/drawing/2014/main" id="{87D644BD-F6DF-1615-FD62-7B4507405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1446213"/>
            <a:ext cx="2376488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</a:t>
            </a:r>
            <a:r>
              <a:rPr lang="en-US" altLang="zh-CN" sz="1600" b="1" baseline="30000">
                <a:latin typeface="Comic Sans MS" panose="030F0702030302020204" pitchFamily="66" charset="0"/>
                <a:ea typeface="宋体" panose="02010600030101010101" pitchFamily="2" charset="-122"/>
              </a:rPr>
              <a:t>st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 Integrated Circuit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By TI Corporation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（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1958</a:t>
            </a: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Solid-state circuit</a:t>
            </a:r>
          </a:p>
        </p:txBody>
      </p:sp>
      <p:sp>
        <p:nvSpPr>
          <p:cNvPr id="17421" name="灯片编号占位符 5">
            <a:extLst>
              <a:ext uri="{FF2B5EF4-FFF2-40B4-BE49-F238E27FC236}">
                <a16:creationId xmlns:a16="http://schemas.microsoft.com/office/drawing/2014/main" id="{55688F61-1618-33DF-CC66-55647CBF461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D35954C-0B19-4D4A-AAAA-350DA975D3A2}" type="slidenum">
              <a:rPr lang="zh-CN" altLang="en-US" sz="1100"/>
              <a:pPr/>
              <a:t>61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53160887"/>
      </p:ext>
    </p:extLst>
  </p:cSld>
  <p:clrMapOvr>
    <a:masterClrMapping/>
  </p:clrMapOvr>
  <p:transition advTm="701"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D0B820-0841-24A7-E536-3E62811DD5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595A84CF-EBA5-C303-9672-584A8D4594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22238"/>
            <a:ext cx="9144000" cy="642937"/>
          </a:xfrm>
        </p:spPr>
        <p:txBody>
          <a:bodyPr/>
          <a:lstStyle/>
          <a:p>
            <a:pPr eaLnBrk="1" hangingPunct="1"/>
            <a:r>
              <a:rPr lang="en-US" altLang="zh-CN" sz="2800"/>
              <a:t>Information Process Meet Microelectronic Tech.</a:t>
            </a:r>
          </a:p>
        </p:txBody>
      </p:sp>
      <p:sp>
        <p:nvSpPr>
          <p:cNvPr id="17411" name="日期占位符 16">
            <a:extLst>
              <a:ext uri="{FF2B5EF4-FFF2-40B4-BE49-F238E27FC236}">
                <a16:creationId xmlns:a16="http://schemas.microsoft.com/office/drawing/2014/main" id="{3D2668A6-A4A4-CD6D-BAF7-D736E3F38BC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8C91506E-7C93-4985-9E1A-557103CB620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en-US" altLang="zh-CN" sz="1400">
              <a:solidFill>
                <a:srgbClr val="0A419B"/>
              </a:solidFill>
            </a:endParaRPr>
          </a:p>
        </p:txBody>
      </p:sp>
      <p:pic>
        <p:nvPicPr>
          <p:cNvPr id="10" name="Picture 8">
            <a:extLst>
              <a:ext uri="{FF2B5EF4-FFF2-40B4-BE49-F238E27FC236}">
                <a16:creationId xmlns:a16="http://schemas.microsoft.com/office/drawing/2014/main" id="{36902EB0-BA33-CD1E-71BD-C15566474A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008063"/>
            <a:ext cx="2387600" cy="1382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TextBox 3">
            <a:extLst>
              <a:ext uri="{FF2B5EF4-FFF2-40B4-BE49-F238E27FC236}">
                <a16:creationId xmlns:a16="http://schemas.microsoft.com/office/drawing/2014/main" id="{9F6D9AF4-5DD4-2A15-5989-555FA72C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349500"/>
            <a:ext cx="25415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8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  <p:pic>
        <p:nvPicPr>
          <p:cNvPr id="15" name="Picture 8" descr="http://gb.cri.cn/mmsource/images/2011/11/18/91/14443243896847862603.jpg">
            <a:extLst>
              <a:ext uri="{FF2B5EF4-FFF2-40B4-BE49-F238E27FC236}">
                <a16:creationId xmlns:a16="http://schemas.microsoft.com/office/drawing/2014/main" id="{F9072C30-A35A-567F-6357-4894D97AF2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2852738"/>
            <a:ext cx="2295525" cy="276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Box 8">
            <a:extLst>
              <a:ext uri="{FF2B5EF4-FFF2-40B4-BE49-F238E27FC236}">
                <a16:creationId xmlns:a16="http://schemas.microsoft.com/office/drawing/2014/main" id="{DB681497-4A08-DCE3-6ADC-4FB729A38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8" y="5580063"/>
            <a:ext cx="3132137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1</a:t>
            </a:r>
            <a:r>
              <a:rPr lang="en-US" altLang="zh-CN" sz="1600" b="1" baseline="30000">
                <a:latin typeface="Comic Sans MS" panose="030F0702030302020204" pitchFamily="66" charset="0"/>
                <a:ea typeface="华文细黑" panose="02010600040101010101" pitchFamily="2" charset="-122"/>
              </a:rPr>
              <a:t>st</a:t>
            </a: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 Transistor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by Bell Laboratory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(1947)</a:t>
            </a:r>
          </a:p>
        </p:txBody>
      </p:sp>
      <p:pic>
        <p:nvPicPr>
          <p:cNvPr id="17" name="Picture 8" descr="http://t2.baidu.com/it/u=1947594454,1291349148&amp;fm=23&amp;gp=0.jpg">
            <a:extLst>
              <a:ext uri="{FF2B5EF4-FFF2-40B4-BE49-F238E27FC236}">
                <a16:creationId xmlns:a16="http://schemas.microsoft.com/office/drawing/2014/main" id="{81AF41AB-B66D-6D8D-E9ED-CD2C3E1785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3938" y="981075"/>
            <a:ext cx="3225800" cy="187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矩形 10">
            <a:extLst>
              <a:ext uri="{FF2B5EF4-FFF2-40B4-BE49-F238E27FC236}">
                <a16:creationId xmlns:a16="http://schemas.microsoft.com/office/drawing/2014/main" id="{3AF7A22A-F162-E7A9-3E4C-F2451447C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1446213"/>
            <a:ext cx="2376488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</a:t>
            </a:r>
            <a:r>
              <a:rPr lang="en-US" altLang="zh-CN" sz="1600" b="1" baseline="30000">
                <a:latin typeface="Comic Sans MS" panose="030F0702030302020204" pitchFamily="66" charset="0"/>
                <a:ea typeface="宋体" panose="02010600030101010101" pitchFamily="2" charset="-122"/>
              </a:rPr>
              <a:t>st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 Integrated Circuit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By TI Corporation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（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1958</a:t>
            </a: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Solid-state circuit</a:t>
            </a:r>
          </a:p>
        </p:txBody>
      </p:sp>
      <p:sp>
        <p:nvSpPr>
          <p:cNvPr id="17421" name="灯片编号占位符 5">
            <a:extLst>
              <a:ext uri="{FF2B5EF4-FFF2-40B4-BE49-F238E27FC236}">
                <a16:creationId xmlns:a16="http://schemas.microsoft.com/office/drawing/2014/main" id="{B9527772-17CB-D73A-C886-4BE7DD7F424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D35954C-0B19-4D4A-AAAA-350DA975D3A2}" type="slidenum">
              <a:rPr lang="zh-CN" altLang="en-US" sz="1100"/>
              <a:pPr/>
              <a:t>62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68080070"/>
      </p:ext>
    </p:extLst>
  </p:cSld>
  <p:clrMapOvr>
    <a:masterClrMapping/>
  </p:clrMapOvr>
  <p:transition advTm="701"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3130F-A24D-1CE1-8093-F632CA797C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5E07140A-F3DF-4517-DDB6-9AAAA3553A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22238"/>
            <a:ext cx="9144000" cy="642937"/>
          </a:xfrm>
        </p:spPr>
        <p:txBody>
          <a:bodyPr/>
          <a:lstStyle/>
          <a:p>
            <a:pPr eaLnBrk="1" hangingPunct="1"/>
            <a:r>
              <a:rPr lang="en-US" altLang="zh-CN" sz="2800"/>
              <a:t>Information Process Meet Microelectronic Tech.</a:t>
            </a:r>
          </a:p>
        </p:txBody>
      </p:sp>
      <p:sp>
        <p:nvSpPr>
          <p:cNvPr id="17411" name="日期占位符 16">
            <a:extLst>
              <a:ext uri="{FF2B5EF4-FFF2-40B4-BE49-F238E27FC236}">
                <a16:creationId xmlns:a16="http://schemas.microsoft.com/office/drawing/2014/main" id="{821DD1EE-297B-8F01-68DA-EDEAEF877A3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8C91506E-7C93-4985-9E1A-557103CB620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en-US" altLang="zh-CN" sz="1400">
              <a:solidFill>
                <a:srgbClr val="0A419B"/>
              </a:solidFill>
            </a:endParaRPr>
          </a:p>
        </p:txBody>
      </p:sp>
      <p:pic>
        <p:nvPicPr>
          <p:cNvPr id="10" name="Picture 8">
            <a:extLst>
              <a:ext uri="{FF2B5EF4-FFF2-40B4-BE49-F238E27FC236}">
                <a16:creationId xmlns:a16="http://schemas.microsoft.com/office/drawing/2014/main" id="{2BB9C05A-2714-A196-4535-6DFABE846C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008063"/>
            <a:ext cx="2387600" cy="1382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TextBox 3">
            <a:extLst>
              <a:ext uri="{FF2B5EF4-FFF2-40B4-BE49-F238E27FC236}">
                <a16:creationId xmlns:a16="http://schemas.microsoft.com/office/drawing/2014/main" id="{75B8D285-6696-47CF-ED6E-0728857AEF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349500"/>
            <a:ext cx="25415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8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  <p:pic>
        <p:nvPicPr>
          <p:cNvPr id="15" name="Picture 8" descr="http://gb.cri.cn/mmsource/images/2011/11/18/91/14443243896847862603.jpg">
            <a:extLst>
              <a:ext uri="{FF2B5EF4-FFF2-40B4-BE49-F238E27FC236}">
                <a16:creationId xmlns:a16="http://schemas.microsoft.com/office/drawing/2014/main" id="{735733DC-82E6-AD0C-522D-F3262C5410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2852738"/>
            <a:ext cx="2295525" cy="276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Box 8">
            <a:extLst>
              <a:ext uri="{FF2B5EF4-FFF2-40B4-BE49-F238E27FC236}">
                <a16:creationId xmlns:a16="http://schemas.microsoft.com/office/drawing/2014/main" id="{C2C658F0-1E96-2774-818A-F65689676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8" y="5580063"/>
            <a:ext cx="3132137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1</a:t>
            </a:r>
            <a:r>
              <a:rPr lang="en-US" altLang="zh-CN" sz="1600" b="1" baseline="30000">
                <a:latin typeface="Comic Sans MS" panose="030F0702030302020204" pitchFamily="66" charset="0"/>
                <a:ea typeface="华文细黑" panose="02010600040101010101" pitchFamily="2" charset="-122"/>
              </a:rPr>
              <a:t>st</a:t>
            </a: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 Transistor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by Bell Laboratory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(1947)</a:t>
            </a:r>
          </a:p>
        </p:txBody>
      </p:sp>
      <p:pic>
        <p:nvPicPr>
          <p:cNvPr id="17" name="Picture 8" descr="http://t2.baidu.com/it/u=1947594454,1291349148&amp;fm=23&amp;gp=0.jpg">
            <a:extLst>
              <a:ext uri="{FF2B5EF4-FFF2-40B4-BE49-F238E27FC236}">
                <a16:creationId xmlns:a16="http://schemas.microsoft.com/office/drawing/2014/main" id="{0145B2B3-E63E-065C-34F3-5FABC26C62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3938" y="981075"/>
            <a:ext cx="3225800" cy="187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矩形 10">
            <a:extLst>
              <a:ext uri="{FF2B5EF4-FFF2-40B4-BE49-F238E27FC236}">
                <a16:creationId xmlns:a16="http://schemas.microsoft.com/office/drawing/2014/main" id="{E0D989B9-894F-C0F6-FD09-028E6EE7F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1446213"/>
            <a:ext cx="2376488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</a:t>
            </a:r>
            <a:r>
              <a:rPr lang="en-US" altLang="zh-CN" sz="1600" b="1" baseline="30000">
                <a:latin typeface="Comic Sans MS" panose="030F0702030302020204" pitchFamily="66" charset="0"/>
                <a:ea typeface="宋体" panose="02010600030101010101" pitchFamily="2" charset="-122"/>
              </a:rPr>
              <a:t>st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 Integrated Circuit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By TI Corporation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（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1958</a:t>
            </a: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Solid-state circuit</a:t>
            </a:r>
          </a:p>
        </p:txBody>
      </p:sp>
      <p:pic>
        <p:nvPicPr>
          <p:cNvPr id="19" name="Picture 6" descr="http://t3.baidu.com/it/u=1359682327,3306332399&amp;fm=21&amp;gp=0.jpg">
            <a:extLst>
              <a:ext uri="{FF2B5EF4-FFF2-40B4-BE49-F238E27FC236}">
                <a16:creationId xmlns:a16="http://schemas.microsoft.com/office/drawing/2014/main" id="{A1EB6CB0-1F05-B1C0-47AC-73D514B249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7075" y="2997200"/>
            <a:ext cx="2374900" cy="2447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extBox 6">
            <a:extLst>
              <a:ext uri="{FF2B5EF4-FFF2-40B4-BE49-F238E27FC236}">
                <a16:creationId xmlns:a16="http://schemas.microsoft.com/office/drawing/2014/main" id="{6C176E55-FF9E-D3DF-1FF9-9041B77596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3575" y="5445125"/>
            <a:ext cx="2881313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1</a:t>
            </a:r>
            <a:r>
              <a:rPr lang="en-US" altLang="zh-CN" sz="1600" b="1" baseline="30000">
                <a:latin typeface="Arial" panose="020B0604020202020204" pitchFamily="34" charset="0"/>
                <a:ea typeface="宋体" panose="02010600030101010101" pitchFamily="2" charset="-122"/>
              </a:rPr>
              <a:t>st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planar Integrated Circuit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by Fairchild Semiconductor </a:t>
            </a:r>
            <a:r>
              <a:rPr lang="zh-CN" altLang="en-US" sz="1600" b="1">
                <a:latin typeface="Arial" panose="020B0604020202020204" pitchFamily="34" charset="0"/>
                <a:ea typeface="宋体" panose="02010600030101010101" pitchFamily="2" charset="-122"/>
              </a:rPr>
              <a:t>（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1960</a:t>
            </a:r>
            <a:r>
              <a:rPr lang="zh-CN" altLang="en-US" sz="1600" b="1">
                <a:latin typeface="Arial" panose="020B0604020202020204" pitchFamily="34" charset="0"/>
                <a:ea typeface="宋体" panose="02010600030101010101" pitchFamily="2" charset="-122"/>
              </a:rPr>
              <a:t>）</a:t>
            </a:r>
          </a:p>
        </p:txBody>
      </p:sp>
      <p:sp>
        <p:nvSpPr>
          <p:cNvPr id="17421" name="灯片编号占位符 5">
            <a:extLst>
              <a:ext uri="{FF2B5EF4-FFF2-40B4-BE49-F238E27FC236}">
                <a16:creationId xmlns:a16="http://schemas.microsoft.com/office/drawing/2014/main" id="{773BFE7E-07F5-D64D-E45D-412524579F0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D35954C-0B19-4D4A-AAAA-350DA975D3A2}" type="slidenum">
              <a:rPr lang="zh-CN" altLang="en-US" sz="1100"/>
              <a:pPr/>
              <a:t>63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87900466"/>
      </p:ext>
    </p:extLst>
  </p:cSld>
  <p:clrMapOvr>
    <a:masterClrMapping/>
  </p:clrMapOvr>
  <p:transition advTm="701"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42B80E33-C621-4580-92FA-18287EA7D6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22238"/>
            <a:ext cx="9144000" cy="642937"/>
          </a:xfrm>
        </p:spPr>
        <p:txBody>
          <a:bodyPr/>
          <a:lstStyle/>
          <a:p>
            <a:pPr eaLnBrk="1" hangingPunct="1"/>
            <a:r>
              <a:rPr lang="en-US" altLang="zh-CN" sz="2800"/>
              <a:t>Information Process Meet Microelectronic Tech.</a:t>
            </a:r>
          </a:p>
        </p:txBody>
      </p:sp>
      <p:sp>
        <p:nvSpPr>
          <p:cNvPr id="17411" name="日期占位符 16">
            <a:extLst>
              <a:ext uri="{FF2B5EF4-FFF2-40B4-BE49-F238E27FC236}">
                <a16:creationId xmlns:a16="http://schemas.microsoft.com/office/drawing/2014/main" id="{A23FB13E-2D66-4383-B698-C26EBDB541A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8C91506E-7C93-4985-9E1A-557103CB620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en-US" altLang="zh-CN" sz="1400">
              <a:solidFill>
                <a:srgbClr val="0A419B"/>
              </a:solidFill>
            </a:endParaRPr>
          </a:p>
        </p:txBody>
      </p:sp>
      <p:pic>
        <p:nvPicPr>
          <p:cNvPr id="10" name="Picture 8">
            <a:extLst>
              <a:ext uri="{FF2B5EF4-FFF2-40B4-BE49-F238E27FC236}">
                <a16:creationId xmlns:a16="http://schemas.microsoft.com/office/drawing/2014/main" id="{0A87633B-FE15-414F-88C0-A2C39994A0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008063"/>
            <a:ext cx="2387600" cy="1382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TextBox 3">
            <a:extLst>
              <a:ext uri="{FF2B5EF4-FFF2-40B4-BE49-F238E27FC236}">
                <a16:creationId xmlns:a16="http://schemas.microsoft.com/office/drawing/2014/main" id="{AAE15E1C-2D3B-4BDE-89CF-139B89E62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349500"/>
            <a:ext cx="25415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Comic Sans MS" panose="030F0702030302020204" pitchFamily="66" charset="0"/>
                <a:ea typeface="华文细黑" panose="02010600040101010101" pitchFamily="2" charset="-122"/>
              </a:rPr>
              <a:t>Vacuum tube (triode)</a:t>
            </a:r>
            <a:endParaRPr lang="zh-CN" altLang="en-US" sz="1800" b="1">
              <a:latin typeface="Comic Sans MS" panose="030F0702030302020204" pitchFamily="66" charset="0"/>
              <a:ea typeface="华文细黑" panose="02010600040101010101" pitchFamily="2" charset="-122"/>
            </a:endParaRPr>
          </a:p>
        </p:txBody>
      </p:sp>
      <p:pic>
        <p:nvPicPr>
          <p:cNvPr id="15" name="Picture 8" descr="http://gb.cri.cn/mmsource/images/2011/11/18/91/14443243896847862603.jpg">
            <a:extLst>
              <a:ext uri="{FF2B5EF4-FFF2-40B4-BE49-F238E27FC236}">
                <a16:creationId xmlns:a16="http://schemas.microsoft.com/office/drawing/2014/main" id="{9ACB6E67-D498-4F87-85FB-538E560C4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2852738"/>
            <a:ext cx="2295525" cy="276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Box 8">
            <a:extLst>
              <a:ext uri="{FF2B5EF4-FFF2-40B4-BE49-F238E27FC236}">
                <a16:creationId xmlns:a16="http://schemas.microsoft.com/office/drawing/2014/main" id="{5B6C477D-D77E-4504-8A59-92B8C339F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8" y="5580063"/>
            <a:ext cx="3132137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1</a:t>
            </a:r>
            <a:r>
              <a:rPr lang="en-US" altLang="zh-CN" sz="1600" b="1" baseline="30000">
                <a:latin typeface="Comic Sans MS" panose="030F0702030302020204" pitchFamily="66" charset="0"/>
                <a:ea typeface="华文细黑" panose="02010600040101010101" pitchFamily="2" charset="-122"/>
              </a:rPr>
              <a:t>st</a:t>
            </a: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 Transistor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华文细黑" panose="02010600040101010101" pitchFamily="2" charset="-122"/>
              </a:rPr>
              <a:t>by Bell Laboratory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(1947)</a:t>
            </a:r>
          </a:p>
        </p:txBody>
      </p:sp>
      <p:pic>
        <p:nvPicPr>
          <p:cNvPr id="17" name="Picture 8" descr="http://t2.baidu.com/it/u=1947594454,1291349148&amp;fm=23&amp;gp=0.jpg">
            <a:extLst>
              <a:ext uri="{FF2B5EF4-FFF2-40B4-BE49-F238E27FC236}">
                <a16:creationId xmlns:a16="http://schemas.microsoft.com/office/drawing/2014/main" id="{AE74346E-4271-4B1B-BF6B-69FA7FA38C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3938" y="981075"/>
            <a:ext cx="3225800" cy="187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矩形 10">
            <a:extLst>
              <a:ext uri="{FF2B5EF4-FFF2-40B4-BE49-F238E27FC236}">
                <a16:creationId xmlns:a16="http://schemas.microsoft.com/office/drawing/2014/main" id="{1DFF7431-2FC1-47C7-BAAE-0D351AE04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1446213"/>
            <a:ext cx="2376488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</a:t>
            </a:r>
            <a:r>
              <a:rPr lang="en-US" altLang="zh-CN" sz="1600" b="1" baseline="30000">
                <a:latin typeface="Comic Sans MS" panose="030F0702030302020204" pitchFamily="66" charset="0"/>
                <a:ea typeface="宋体" panose="02010600030101010101" pitchFamily="2" charset="-122"/>
              </a:rPr>
              <a:t>st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 Integrated Circuit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By TI Corporation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（</a:t>
            </a: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1958</a:t>
            </a:r>
            <a:r>
              <a:rPr lang="zh-CN" altLang="en-US" sz="1600" b="1">
                <a:latin typeface="Comic Sans MS" panose="030F0702030302020204" pitchFamily="66" charset="0"/>
                <a:ea typeface="宋体" panose="02010600030101010101" pitchFamily="2" charset="-122"/>
              </a:rPr>
              <a:t>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Solid-state circuit</a:t>
            </a:r>
          </a:p>
        </p:txBody>
      </p:sp>
      <p:pic>
        <p:nvPicPr>
          <p:cNvPr id="19" name="Picture 6" descr="http://t3.baidu.com/it/u=1359682327,3306332399&amp;fm=21&amp;gp=0.jpg">
            <a:extLst>
              <a:ext uri="{FF2B5EF4-FFF2-40B4-BE49-F238E27FC236}">
                <a16:creationId xmlns:a16="http://schemas.microsoft.com/office/drawing/2014/main" id="{2251F799-BBFC-4CA0-A58D-B810BCF291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7075" y="2997200"/>
            <a:ext cx="2374900" cy="2447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extBox 6">
            <a:extLst>
              <a:ext uri="{FF2B5EF4-FFF2-40B4-BE49-F238E27FC236}">
                <a16:creationId xmlns:a16="http://schemas.microsoft.com/office/drawing/2014/main" id="{C7878064-C0FB-4D72-A313-6BC1A9E97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3575" y="5445125"/>
            <a:ext cx="2881313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1</a:t>
            </a:r>
            <a:r>
              <a:rPr lang="en-US" altLang="zh-CN" sz="1600" b="1" baseline="30000">
                <a:latin typeface="Arial" panose="020B0604020202020204" pitchFamily="34" charset="0"/>
                <a:ea typeface="宋体" panose="02010600030101010101" pitchFamily="2" charset="-122"/>
              </a:rPr>
              <a:t>st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planar Integrated Circuit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by Fairchild Semiconductor </a:t>
            </a:r>
            <a:r>
              <a:rPr lang="zh-CN" altLang="en-US" sz="1600" b="1">
                <a:latin typeface="Arial" panose="020B0604020202020204" pitchFamily="34" charset="0"/>
                <a:ea typeface="宋体" panose="02010600030101010101" pitchFamily="2" charset="-122"/>
              </a:rPr>
              <a:t>（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1960</a:t>
            </a:r>
            <a:r>
              <a:rPr lang="zh-CN" altLang="en-US" sz="1600" b="1">
                <a:latin typeface="Arial" panose="020B0604020202020204" pitchFamily="34" charset="0"/>
                <a:ea typeface="宋体" panose="02010600030101010101" pitchFamily="2" charset="-122"/>
              </a:rPr>
              <a:t>）</a:t>
            </a:r>
          </a:p>
        </p:txBody>
      </p:sp>
      <p:sp>
        <p:nvSpPr>
          <p:cNvPr id="24" name="TextBox 6">
            <a:extLst>
              <a:ext uri="{FF2B5EF4-FFF2-40B4-BE49-F238E27FC236}">
                <a16:creationId xmlns:a16="http://schemas.microsoft.com/office/drawing/2014/main" id="{06B9D764-E728-4376-8B0D-000B26C27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5063" y="5643563"/>
            <a:ext cx="27717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Arial" panose="020B0604020202020204" pitchFamily="34" charset="0"/>
                <a:ea typeface="宋体" panose="02010600030101010101" pitchFamily="2" charset="-122"/>
              </a:rPr>
              <a:t>Modern CPU chip</a:t>
            </a:r>
            <a:endParaRPr lang="zh-CN" altLang="en-US" sz="18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7421" name="灯片编号占位符 5">
            <a:extLst>
              <a:ext uri="{FF2B5EF4-FFF2-40B4-BE49-F238E27FC236}">
                <a16:creationId xmlns:a16="http://schemas.microsoft.com/office/drawing/2014/main" id="{409FFDFD-B418-4464-9AF6-FCCA1A9EBB4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D35954C-0B19-4D4A-AAAA-350DA975D3A2}" type="slidenum">
              <a:rPr lang="zh-CN" altLang="en-US" sz="1100"/>
              <a:pPr/>
              <a:t>64</a:t>
            </a:fld>
            <a:endParaRPr lang="zh-CN" altLang="en-US" sz="1100" dirty="0"/>
          </a:p>
        </p:txBody>
      </p:sp>
      <p:pic>
        <p:nvPicPr>
          <p:cNvPr id="10259" name="Picture 19" descr="http://wenwen.soso.com/p/20111118/20111118225311-557259774.jpg">
            <a:extLst>
              <a:ext uri="{FF2B5EF4-FFF2-40B4-BE49-F238E27FC236}">
                <a16:creationId xmlns:a16="http://schemas.microsoft.com/office/drawing/2014/main" id="{0F763A43-D132-44BF-A8ED-24546AA6EF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788" y="3141663"/>
            <a:ext cx="2663825" cy="2370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advTm="701"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灯片编号占位符 3"/>
          <p:cNvSpPr>
            <a:spLocks noGrp="1"/>
          </p:cNvSpPr>
          <p:nvPr>
            <p:ph type="sldNum" sz="quarter" idx="11"/>
          </p:nvPr>
        </p:nvSpPr>
        <p:spPr>
          <a:xfrm>
            <a:off x="8316914" y="5674170"/>
            <a:ext cx="442912" cy="273844"/>
          </a:xfrm>
        </p:spPr>
        <p:txBody>
          <a:bodyPr/>
          <a:lstStyle/>
          <a:p>
            <a:fld id="{828433C9-4A25-4EFF-A13E-677ED709B907}" type="slidenum">
              <a:rPr lang="zh-CN" altLang="en-US" smtClean="0"/>
              <a:pPr/>
              <a:t>65</a:t>
            </a:fld>
            <a:endParaRPr lang="zh-CN" altLang="en-US"/>
          </a:p>
        </p:txBody>
      </p:sp>
      <p:pic>
        <p:nvPicPr>
          <p:cNvPr id="12" name="Picture 6">
            <a:extLst>
              <a:ext uri="{FF2B5EF4-FFF2-40B4-BE49-F238E27FC236}">
                <a16:creationId xmlns:a16="http://schemas.microsoft.com/office/drawing/2014/main" id="{55640916-FB2C-13C8-A913-96C4C72467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7703" y="3169229"/>
            <a:ext cx="4522123" cy="29664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4" name="Rectangle 3">
            <a:extLst>
              <a:ext uri="{FF2B5EF4-FFF2-40B4-BE49-F238E27FC236}">
                <a16:creationId xmlns:a16="http://schemas.microsoft.com/office/drawing/2014/main" id="{CFCD45D7-6E92-4080-A083-2E2B5C3AB1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0838" y="122238"/>
            <a:ext cx="8793162" cy="642937"/>
          </a:xfrm>
        </p:spPr>
        <p:txBody>
          <a:bodyPr/>
          <a:lstStyle/>
          <a:p>
            <a:pPr eaLnBrk="1" hangingPunct="1"/>
            <a:r>
              <a:rPr lang="en-US" altLang="zh-CN" dirty="0"/>
              <a:t>Development of Semiconductor Tech. </a:t>
            </a: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E3A46DAA-F410-85C2-B9A8-167B481A5C60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kern="12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fld id="{CD35954C-0B19-4D4A-AAAA-350DA975D3A2}" type="slidenum">
              <a:rPr lang="zh-CN" altLang="en-US" sz="1100" smtClean="0"/>
              <a:pPr/>
              <a:t>65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88187184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65CCED-ADC1-0788-7AF2-16607C11AC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灯片编号占位符 3">
            <a:extLst>
              <a:ext uri="{FF2B5EF4-FFF2-40B4-BE49-F238E27FC236}">
                <a16:creationId xmlns:a16="http://schemas.microsoft.com/office/drawing/2014/main" id="{C2F5F027-3600-9E66-3DE1-B62E02B8850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316914" y="5674170"/>
            <a:ext cx="442912" cy="273844"/>
          </a:xfrm>
        </p:spPr>
        <p:txBody>
          <a:bodyPr/>
          <a:lstStyle/>
          <a:p>
            <a:fld id="{828433C9-4A25-4EFF-A13E-677ED709B907}" type="slidenum">
              <a:rPr lang="zh-CN" altLang="en-US" smtClean="0"/>
              <a:pPr/>
              <a:t>66</a:t>
            </a:fld>
            <a:endParaRPr lang="zh-CN" altLang="en-US"/>
          </a:p>
        </p:txBody>
      </p:sp>
      <p:pic>
        <p:nvPicPr>
          <p:cNvPr id="12" name="Picture 6">
            <a:extLst>
              <a:ext uri="{FF2B5EF4-FFF2-40B4-BE49-F238E27FC236}">
                <a16:creationId xmlns:a16="http://schemas.microsoft.com/office/drawing/2014/main" id="{A2373E27-2647-529B-36BE-EFADA5C7CE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7703" y="3169229"/>
            <a:ext cx="4522123" cy="29664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4" name="Rectangle 3">
            <a:extLst>
              <a:ext uri="{FF2B5EF4-FFF2-40B4-BE49-F238E27FC236}">
                <a16:creationId xmlns:a16="http://schemas.microsoft.com/office/drawing/2014/main" id="{C563F25F-2F69-097B-8632-8375D9A1E2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0838" y="122238"/>
            <a:ext cx="8793162" cy="642937"/>
          </a:xfrm>
        </p:spPr>
        <p:txBody>
          <a:bodyPr/>
          <a:lstStyle/>
          <a:p>
            <a:pPr eaLnBrk="1" hangingPunct="1"/>
            <a:r>
              <a:rPr lang="en-US" altLang="zh-CN" dirty="0"/>
              <a:t>Development of Semiconductor Tech.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19A0AF5-FB83-A63C-FCAE-A6118BA787C7}"/>
              </a:ext>
            </a:extLst>
          </p:cNvPr>
          <p:cNvSpPr txBox="1"/>
          <p:nvPr/>
        </p:nvSpPr>
        <p:spPr>
          <a:xfrm>
            <a:off x="265471" y="4455536"/>
            <a:ext cx="3529781" cy="16203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lnSpc>
                <a:spcPct val="114000"/>
              </a:lnSpc>
              <a:spcBef>
                <a:spcPts val="600"/>
              </a:spcBef>
              <a:spcAft>
                <a:spcPts val="600"/>
              </a:spcAft>
              <a:defRPr/>
            </a:pPr>
            <a:r>
              <a:rPr lang="en-US" altLang="zh-CN" sz="2000" b="1" dirty="0"/>
              <a:t>Transistors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per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Integrated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Circuit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doubles every 18 months.</a:t>
            </a:r>
          </a:p>
          <a:p>
            <a:pPr eaLnBrk="1" hangingPunct="1">
              <a:lnSpc>
                <a:spcPct val="114000"/>
              </a:lnSpc>
              <a:spcBef>
                <a:spcPts val="600"/>
              </a:spcBef>
              <a:spcAft>
                <a:spcPts val="600"/>
              </a:spcAft>
              <a:defRPr/>
            </a:pPr>
            <a:r>
              <a:rPr lang="en-US" altLang="zh-CN" b="1" dirty="0"/>
              <a:t>             ---Gooden Moore, 1965</a:t>
            </a:r>
            <a:endParaRPr lang="zh-CN" altLang="en-US" b="1" dirty="0"/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F237F2BA-FA4E-7CAE-1638-7D620E5C402E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kern="12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fld id="{CD35954C-0B19-4D4A-AAAA-350DA975D3A2}" type="slidenum">
              <a:rPr lang="zh-CN" altLang="en-US" sz="1100" smtClean="0"/>
              <a:pPr/>
              <a:t>66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320096716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5CE1A3-54A2-1EE3-649B-18487AAD8F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5" name="Picture 2">
            <a:extLst>
              <a:ext uri="{FF2B5EF4-FFF2-40B4-BE49-F238E27FC236}">
                <a16:creationId xmlns:a16="http://schemas.microsoft.com/office/drawing/2014/main" id="{3D533CC6-5210-B84D-02E8-36168A8510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80" y="1010935"/>
            <a:ext cx="2786063" cy="16609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6" name="Picture 2">
            <a:extLst>
              <a:ext uri="{FF2B5EF4-FFF2-40B4-BE49-F238E27FC236}">
                <a16:creationId xmlns:a16="http://schemas.microsoft.com/office/drawing/2014/main" id="{F2332289-5C49-0D08-15A0-699C0412F7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819" y="1043348"/>
            <a:ext cx="2585494" cy="15808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70" name="矩形 2">
            <a:extLst>
              <a:ext uri="{FF2B5EF4-FFF2-40B4-BE49-F238E27FC236}">
                <a16:creationId xmlns:a16="http://schemas.microsoft.com/office/drawing/2014/main" id="{ED0EC6AB-EF54-398E-E4FD-D3C4C8B64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619" y="2656904"/>
            <a:ext cx="155683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4004</a:t>
            </a:r>
            <a:r>
              <a:rPr lang="zh-CN" altLang="en-US" sz="1400" b="1" dirty="0">
                <a:latin typeface="Arial" panose="020B0604020202020204" pitchFamily="34" charset="0"/>
                <a:ea typeface="宋体" panose="02010600030101010101" pitchFamily="2" charset="-122"/>
              </a:rPr>
              <a:t>（</a:t>
            </a: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1971</a:t>
            </a:r>
            <a:r>
              <a:rPr lang="zh-CN" altLang="en-US" sz="1400" b="1" dirty="0">
                <a:latin typeface="Arial" panose="020B0604020202020204" pitchFamily="34" charset="0"/>
                <a:ea typeface="宋体" panose="02010600030101010101" pitchFamily="2" charset="-122"/>
              </a:rPr>
              <a:t>）</a:t>
            </a:r>
            <a:endParaRPr lang="en-US" altLang="zh-CN" sz="1400" b="1" dirty="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2300</a:t>
            </a:r>
            <a:r>
              <a:rPr lang="zh-CN" altLang="en-US" sz="1400" b="1" dirty="0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transistors</a:t>
            </a:r>
          </a:p>
        </p:txBody>
      </p:sp>
      <p:sp>
        <p:nvSpPr>
          <p:cNvPr id="15371" name="矩形 2">
            <a:extLst>
              <a:ext uri="{FF2B5EF4-FFF2-40B4-BE49-F238E27FC236}">
                <a16:creationId xmlns:a16="http://schemas.microsoft.com/office/drawing/2014/main" id="{0B72604D-4799-13DC-E77A-4CA31F4C2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933" y="2586282"/>
            <a:ext cx="233429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Pentium 4 Xeon </a:t>
            </a:r>
            <a:r>
              <a:rPr lang="zh-CN" altLang="en-US" sz="1400" b="1" dirty="0">
                <a:latin typeface="Arial" panose="020B0604020202020204" pitchFamily="34" charset="0"/>
                <a:ea typeface="宋体" panose="02010600030101010101" pitchFamily="2" charset="-122"/>
              </a:rPr>
              <a:t>（</a:t>
            </a: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2000</a:t>
            </a:r>
            <a:r>
              <a:rPr lang="zh-CN" altLang="en-US" sz="1400" b="1" dirty="0">
                <a:latin typeface="Arial" panose="020B0604020202020204" pitchFamily="34" charset="0"/>
                <a:ea typeface="宋体" panose="02010600030101010101" pitchFamily="2" charset="-122"/>
              </a:rPr>
              <a:t>）</a:t>
            </a:r>
            <a:endParaRPr lang="en-US" altLang="zh-CN" sz="1400" b="1" dirty="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42 million transistors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2CE4089D-F0F2-1B80-941E-AADFDC28B0A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95189" y="1063732"/>
            <a:ext cx="1921990" cy="1355738"/>
          </a:xfrm>
          <a:prstGeom prst="rect">
            <a:avLst/>
          </a:prstGeom>
        </p:spPr>
      </p:pic>
      <p:sp>
        <p:nvSpPr>
          <p:cNvPr id="19" name="矩形 2">
            <a:extLst>
              <a:ext uri="{FF2B5EF4-FFF2-40B4-BE49-F238E27FC236}">
                <a16:creationId xmlns:a16="http://schemas.microsoft.com/office/drawing/2014/main" id="{E44B9FB0-3E81-AA66-0B13-4BB416C2D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6215" y="2464368"/>
            <a:ext cx="218361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Xeon</a:t>
            </a:r>
            <a:r>
              <a:rPr lang="zh-CN" altLang="en-US" sz="1400" b="1" dirty="0">
                <a:latin typeface="Arial" panose="020B0604020202020204" pitchFamily="34" charset="0"/>
                <a:ea typeface="宋体" panose="02010600030101010101" pitchFamily="2" charset="-122"/>
              </a:rPr>
              <a:t>（</a:t>
            </a: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2008</a:t>
            </a:r>
            <a:r>
              <a:rPr lang="zh-CN" altLang="en-US" sz="1400" b="1" dirty="0">
                <a:latin typeface="Arial" panose="020B0604020202020204" pitchFamily="34" charset="0"/>
                <a:ea typeface="宋体" panose="02010600030101010101" pitchFamily="2" charset="-122"/>
              </a:rPr>
              <a:t>）</a:t>
            </a:r>
            <a:endParaRPr lang="en-US" altLang="zh-CN" sz="1400" b="1" dirty="0"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 dirty="0">
                <a:latin typeface="Arial" panose="020B0604020202020204" pitchFamily="34" charset="0"/>
                <a:ea typeface="宋体" panose="02010600030101010101" pitchFamily="2" charset="-122"/>
              </a:rPr>
              <a:t>1900 million transistors</a:t>
            </a:r>
          </a:p>
        </p:txBody>
      </p:sp>
      <p:sp>
        <p:nvSpPr>
          <p:cNvPr id="17" name="灯片编号占位符 3">
            <a:extLst>
              <a:ext uri="{FF2B5EF4-FFF2-40B4-BE49-F238E27FC236}">
                <a16:creationId xmlns:a16="http://schemas.microsoft.com/office/drawing/2014/main" id="{90D336BB-2211-1D78-36CF-2E660B76BB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316914" y="5674170"/>
            <a:ext cx="442912" cy="273844"/>
          </a:xfrm>
        </p:spPr>
        <p:txBody>
          <a:bodyPr/>
          <a:lstStyle/>
          <a:p>
            <a:fld id="{828433C9-4A25-4EFF-A13E-677ED709B907}" type="slidenum">
              <a:rPr lang="zh-CN" altLang="en-US" smtClean="0"/>
              <a:pPr/>
              <a:t>67</a:t>
            </a:fld>
            <a:endParaRPr lang="zh-CN" altLang="en-US"/>
          </a:p>
        </p:txBody>
      </p:sp>
      <p:pic>
        <p:nvPicPr>
          <p:cNvPr id="12" name="Picture 6">
            <a:extLst>
              <a:ext uri="{FF2B5EF4-FFF2-40B4-BE49-F238E27FC236}">
                <a16:creationId xmlns:a16="http://schemas.microsoft.com/office/drawing/2014/main" id="{95479056-DC54-9200-A42B-2743F55BE7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7703" y="3169229"/>
            <a:ext cx="4522123" cy="29664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4" name="Rectangle 3">
            <a:extLst>
              <a:ext uri="{FF2B5EF4-FFF2-40B4-BE49-F238E27FC236}">
                <a16:creationId xmlns:a16="http://schemas.microsoft.com/office/drawing/2014/main" id="{2F916EDD-862A-BBEC-3EAC-F7A7806A62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0838" y="122238"/>
            <a:ext cx="8793162" cy="642937"/>
          </a:xfrm>
        </p:spPr>
        <p:txBody>
          <a:bodyPr/>
          <a:lstStyle/>
          <a:p>
            <a:pPr eaLnBrk="1" hangingPunct="1"/>
            <a:r>
              <a:rPr lang="en-US" altLang="zh-CN" dirty="0"/>
              <a:t>Development of Semiconductor Tech.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E9624FD-A605-A675-3226-CBEF47C37E7A}"/>
              </a:ext>
            </a:extLst>
          </p:cNvPr>
          <p:cNvSpPr txBox="1"/>
          <p:nvPr/>
        </p:nvSpPr>
        <p:spPr>
          <a:xfrm>
            <a:off x="265471" y="4455536"/>
            <a:ext cx="3529781" cy="16203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lnSpc>
                <a:spcPct val="114000"/>
              </a:lnSpc>
              <a:spcBef>
                <a:spcPts val="600"/>
              </a:spcBef>
              <a:spcAft>
                <a:spcPts val="600"/>
              </a:spcAft>
              <a:defRPr/>
            </a:pPr>
            <a:r>
              <a:rPr lang="en-US" altLang="zh-CN" sz="2000" b="1" dirty="0"/>
              <a:t>Transistors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per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Integrated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Circuit</a:t>
            </a:r>
            <a:r>
              <a:rPr lang="zh-CN" altLang="en-US" sz="2000" b="1" dirty="0"/>
              <a:t> </a:t>
            </a:r>
            <a:r>
              <a:rPr lang="en-US" altLang="zh-CN" sz="2000" b="1" dirty="0"/>
              <a:t>doubles every 18 months.</a:t>
            </a:r>
          </a:p>
          <a:p>
            <a:pPr eaLnBrk="1" hangingPunct="1">
              <a:lnSpc>
                <a:spcPct val="114000"/>
              </a:lnSpc>
              <a:spcBef>
                <a:spcPts val="600"/>
              </a:spcBef>
              <a:spcAft>
                <a:spcPts val="600"/>
              </a:spcAft>
              <a:defRPr/>
            </a:pPr>
            <a:r>
              <a:rPr lang="en-US" altLang="zh-CN" b="1" dirty="0"/>
              <a:t>             ---Gooden Moore, 1965</a:t>
            </a:r>
            <a:endParaRPr lang="zh-CN" altLang="en-US" b="1" dirty="0"/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58F87573-B044-55A9-C312-66C6D6125460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rtl="0" eaLnBrk="1" fontAlgn="base" hangingPunct="1">
              <a:spcBef>
                <a:spcPct val="0"/>
              </a:spcBef>
              <a:spcAft>
                <a:spcPct val="0"/>
              </a:spcAft>
              <a:defRPr sz="1400" kern="12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fld id="{CD35954C-0B19-4D4A-AAAA-350DA975D3A2}" type="slidenum">
              <a:rPr lang="zh-CN" altLang="en-US" sz="1100" smtClean="0"/>
              <a:pPr/>
              <a:t>67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45938959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标题 1">
            <a:extLst>
              <a:ext uri="{FF2B5EF4-FFF2-40B4-BE49-F238E27FC236}">
                <a16:creationId xmlns:a16="http://schemas.microsoft.com/office/drawing/2014/main" id="{18EADEBE-6062-44A1-8CF7-7636A74526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850" y="260350"/>
            <a:ext cx="7596188" cy="511175"/>
          </a:xfrm>
        </p:spPr>
        <p:txBody>
          <a:bodyPr/>
          <a:lstStyle/>
          <a:p>
            <a:r>
              <a:rPr lang="en-US" altLang="zh-CN"/>
              <a:t>More Than</a:t>
            </a:r>
            <a:r>
              <a:rPr lang="zh-CN" altLang="en-US"/>
              <a:t> </a:t>
            </a:r>
            <a:r>
              <a:rPr lang="en-US" altLang="zh-CN"/>
              <a:t>Moore &amp; Beyond Moore</a:t>
            </a:r>
            <a:endParaRPr lang="zh-CN" altLang="en-US"/>
          </a:p>
        </p:txBody>
      </p:sp>
      <p:sp>
        <p:nvSpPr>
          <p:cNvPr id="50179" name="灯片编号占位符 4">
            <a:extLst>
              <a:ext uri="{FF2B5EF4-FFF2-40B4-BE49-F238E27FC236}">
                <a16:creationId xmlns:a16="http://schemas.microsoft.com/office/drawing/2014/main" id="{606BD87D-FD69-411A-A580-1C2A212FFE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DF680B60-F781-4588-B5AA-F2F75781FADC}" type="slidenum">
              <a:rPr lang="en-US" altLang="zh-CN" sz="1100"/>
              <a:pPr/>
              <a:t>68</a:t>
            </a:fld>
            <a:endParaRPr lang="en-US" altLang="zh-CN" sz="1100" dirty="0"/>
          </a:p>
        </p:txBody>
      </p:sp>
      <p:sp>
        <p:nvSpPr>
          <p:cNvPr id="50180" name="日期占位符 2">
            <a:extLst>
              <a:ext uri="{FF2B5EF4-FFF2-40B4-BE49-F238E27FC236}">
                <a16:creationId xmlns:a16="http://schemas.microsoft.com/office/drawing/2014/main" id="{AEF74E0E-73A1-4583-B012-FD9D4C05DE7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D57B969-AEC6-4C41-8E14-E1CF2B0C145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35848" name="Picture 8">
            <a:extLst>
              <a:ext uri="{FF2B5EF4-FFF2-40B4-BE49-F238E27FC236}">
                <a16:creationId xmlns:a16="http://schemas.microsoft.com/office/drawing/2014/main" id="{5CF55ECD-8C58-4B22-9FC5-1BF0857100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75" y="1128559"/>
            <a:ext cx="6598977" cy="48494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74FFBA-4885-4336-2ED7-12CBF7B82E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标题 1">
            <a:extLst>
              <a:ext uri="{FF2B5EF4-FFF2-40B4-BE49-F238E27FC236}">
                <a16:creationId xmlns:a16="http://schemas.microsoft.com/office/drawing/2014/main" id="{87F2B15D-B8E3-ECB3-EAC3-9B05FB0352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850" y="260350"/>
            <a:ext cx="7596188" cy="511175"/>
          </a:xfrm>
        </p:spPr>
        <p:txBody>
          <a:bodyPr/>
          <a:lstStyle/>
          <a:p>
            <a:r>
              <a:rPr lang="en-US" altLang="zh-CN"/>
              <a:t>More Than</a:t>
            </a:r>
            <a:r>
              <a:rPr lang="zh-CN" altLang="en-US"/>
              <a:t> </a:t>
            </a:r>
            <a:r>
              <a:rPr lang="en-US" altLang="zh-CN"/>
              <a:t>Moore &amp; Beyond Moore</a:t>
            </a:r>
            <a:endParaRPr lang="zh-CN" altLang="en-US"/>
          </a:p>
        </p:txBody>
      </p:sp>
      <p:sp>
        <p:nvSpPr>
          <p:cNvPr id="50179" name="灯片编号占位符 4">
            <a:extLst>
              <a:ext uri="{FF2B5EF4-FFF2-40B4-BE49-F238E27FC236}">
                <a16:creationId xmlns:a16="http://schemas.microsoft.com/office/drawing/2014/main" id="{D34F52B7-6011-07FD-EA54-C4917D3607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DF680B60-F781-4588-B5AA-F2F75781FADC}" type="slidenum">
              <a:rPr lang="en-US" altLang="zh-CN" sz="1100"/>
              <a:pPr/>
              <a:t>69</a:t>
            </a:fld>
            <a:endParaRPr lang="en-US" altLang="zh-CN" sz="1100" dirty="0"/>
          </a:p>
        </p:txBody>
      </p:sp>
      <p:sp>
        <p:nvSpPr>
          <p:cNvPr id="50180" name="日期占位符 2">
            <a:extLst>
              <a:ext uri="{FF2B5EF4-FFF2-40B4-BE49-F238E27FC236}">
                <a16:creationId xmlns:a16="http://schemas.microsoft.com/office/drawing/2014/main" id="{45CEAC57-EFD4-44E2-9132-2C93686E2C3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D57B969-AEC6-4C41-8E14-E1CF2B0C145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3179C7A8-DC3A-4657-710A-71FA080C68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3438" y="1705451"/>
            <a:ext cx="2251587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3538" indent="-363538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ts val="1200"/>
              </a:spcBef>
              <a:buFontTx/>
              <a:buNone/>
            </a:pPr>
            <a:r>
              <a:rPr lang="en-US" altLang="zh-CN" sz="1800" b="1" dirty="0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More Moore</a:t>
            </a:r>
            <a:r>
              <a:rPr lang="en-US" altLang="zh-CN" sz="1800" b="1" dirty="0">
                <a:latin typeface="Arial" panose="020B0604020202020204" pitchFamily="34" charset="0"/>
                <a:ea typeface="宋体" panose="02010600030101010101" pitchFamily="2" charset="-122"/>
              </a:rPr>
              <a:t>: Scaling as per Moore’s law.</a:t>
            </a:r>
          </a:p>
        </p:txBody>
      </p:sp>
      <p:pic>
        <p:nvPicPr>
          <p:cNvPr id="35848" name="Picture 8">
            <a:extLst>
              <a:ext uri="{FF2B5EF4-FFF2-40B4-BE49-F238E27FC236}">
                <a16:creationId xmlns:a16="http://schemas.microsoft.com/office/drawing/2014/main" id="{742FF2F7-6DFF-7FD0-AC76-D7ADDAFAB8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65" y="1128559"/>
            <a:ext cx="6598977" cy="48494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2850959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E485C4-CC64-E756-59E9-CB29CF6196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标题 1">
            <a:extLst>
              <a:ext uri="{FF2B5EF4-FFF2-40B4-BE49-F238E27FC236}">
                <a16:creationId xmlns:a16="http://schemas.microsoft.com/office/drawing/2014/main" id="{66A94D24-CBE4-2A4C-9275-CB31A3A525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850" y="260350"/>
            <a:ext cx="7596188" cy="511175"/>
          </a:xfrm>
        </p:spPr>
        <p:txBody>
          <a:bodyPr/>
          <a:lstStyle/>
          <a:p>
            <a:r>
              <a:rPr lang="en-US" altLang="zh-CN"/>
              <a:t>More Than</a:t>
            </a:r>
            <a:r>
              <a:rPr lang="zh-CN" altLang="en-US"/>
              <a:t> </a:t>
            </a:r>
            <a:r>
              <a:rPr lang="en-US" altLang="zh-CN"/>
              <a:t>Moore &amp; Beyond Moore</a:t>
            </a:r>
            <a:endParaRPr lang="zh-CN" altLang="en-US"/>
          </a:p>
        </p:txBody>
      </p:sp>
      <p:sp>
        <p:nvSpPr>
          <p:cNvPr id="50179" name="灯片编号占位符 4">
            <a:extLst>
              <a:ext uri="{FF2B5EF4-FFF2-40B4-BE49-F238E27FC236}">
                <a16:creationId xmlns:a16="http://schemas.microsoft.com/office/drawing/2014/main" id="{64F1A5B3-30C6-1BE2-9EE3-D3F3012F5F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DF680B60-F781-4588-B5AA-F2F75781FADC}" type="slidenum">
              <a:rPr lang="en-US" altLang="zh-CN" sz="1100"/>
              <a:pPr/>
              <a:t>70</a:t>
            </a:fld>
            <a:endParaRPr lang="en-US" altLang="zh-CN" sz="1100" dirty="0"/>
          </a:p>
        </p:txBody>
      </p:sp>
      <p:sp>
        <p:nvSpPr>
          <p:cNvPr id="50180" name="日期占位符 2">
            <a:extLst>
              <a:ext uri="{FF2B5EF4-FFF2-40B4-BE49-F238E27FC236}">
                <a16:creationId xmlns:a16="http://schemas.microsoft.com/office/drawing/2014/main" id="{FEF24C3C-9F6A-F4A2-5E6C-B5157EEBBF9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D57B969-AEC6-4C41-8E14-E1CF2B0C145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29B6F306-D9CB-7EE1-D00D-34AB6DA274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3438" y="1705451"/>
            <a:ext cx="2251587" cy="27392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3538" indent="-363538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ts val="1200"/>
              </a:spcBef>
              <a:buFontTx/>
              <a:buNone/>
            </a:pPr>
            <a:r>
              <a:rPr lang="en-US" altLang="zh-CN" sz="1800" b="1" dirty="0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More Moore</a:t>
            </a:r>
            <a:r>
              <a:rPr lang="en-US" altLang="zh-CN" sz="1800" b="1" dirty="0">
                <a:latin typeface="Arial" panose="020B0604020202020204" pitchFamily="34" charset="0"/>
                <a:ea typeface="宋体" panose="02010600030101010101" pitchFamily="2" charset="-122"/>
              </a:rPr>
              <a:t>: Scaling as per Moore’s law.</a:t>
            </a:r>
          </a:p>
          <a:p>
            <a:pPr eaLnBrk="1" hangingPunct="1">
              <a:spcBef>
                <a:spcPts val="1200"/>
              </a:spcBef>
              <a:buFont typeface="Arial" panose="020B0604020202020204" pitchFamily="34" charset="0"/>
              <a:buNone/>
            </a:pPr>
            <a:r>
              <a:rPr lang="en-US" altLang="zh-CN" sz="1800" b="1" dirty="0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More than Moore</a:t>
            </a:r>
            <a:r>
              <a:rPr lang="en-US" altLang="zh-CN" sz="1800" b="1" dirty="0">
                <a:latin typeface="Arial" panose="020B0604020202020204" pitchFamily="34" charset="0"/>
                <a:ea typeface="宋体" panose="02010600030101010101" pitchFamily="2" charset="-122"/>
              </a:rPr>
              <a:t>: Functional Diversification, Application driven components</a:t>
            </a:r>
          </a:p>
        </p:txBody>
      </p:sp>
      <p:pic>
        <p:nvPicPr>
          <p:cNvPr id="35848" name="Picture 8">
            <a:extLst>
              <a:ext uri="{FF2B5EF4-FFF2-40B4-BE49-F238E27FC236}">
                <a16:creationId xmlns:a16="http://schemas.microsoft.com/office/drawing/2014/main" id="{F844CE63-F63E-2459-AA4D-7A4D1A7CD4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65" y="1128559"/>
            <a:ext cx="6598977" cy="48494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3710612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52F9E-D478-E7EE-A42C-08A60B4902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标题 1">
            <a:extLst>
              <a:ext uri="{FF2B5EF4-FFF2-40B4-BE49-F238E27FC236}">
                <a16:creationId xmlns:a16="http://schemas.microsoft.com/office/drawing/2014/main" id="{8B6F7D8E-A88A-24A1-16C5-5077DB213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3850" y="260350"/>
            <a:ext cx="7596188" cy="511175"/>
          </a:xfrm>
        </p:spPr>
        <p:txBody>
          <a:bodyPr/>
          <a:lstStyle/>
          <a:p>
            <a:r>
              <a:rPr lang="en-US" altLang="zh-CN"/>
              <a:t>More Than</a:t>
            </a:r>
            <a:r>
              <a:rPr lang="zh-CN" altLang="en-US"/>
              <a:t> </a:t>
            </a:r>
            <a:r>
              <a:rPr lang="en-US" altLang="zh-CN"/>
              <a:t>Moore &amp; Beyond Moore</a:t>
            </a:r>
            <a:endParaRPr lang="zh-CN" altLang="en-US"/>
          </a:p>
        </p:txBody>
      </p:sp>
      <p:sp>
        <p:nvSpPr>
          <p:cNvPr id="50179" name="灯片编号占位符 4">
            <a:extLst>
              <a:ext uri="{FF2B5EF4-FFF2-40B4-BE49-F238E27FC236}">
                <a16:creationId xmlns:a16="http://schemas.microsoft.com/office/drawing/2014/main" id="{5FD0193D-85D9-F019-4C69-224244FD36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DF680B60-F781-4588-B5AA-F2F75781FADC}" type="slidenum">
              <a:rPr lang="en-US" altLang="zh-CN" sz="1100"/>
              <a:pPr/>
              <a:t>71</a:t>
            </a:fld>
            <a:endParaRPr lang="en-US" altLang="zh-CN" sz="1100" dirty="0"/>
          </a:p>
        </p:txBody>
      </p:sp>
      <p:sp>
        <p:nvSpPr>
          <p:cNvPr id="50180" name="日期占位符 2">
            <a:extLst>
              <a:ext uri="{FF2B5EF4-FFF2-40B4-BE49-F238E27FC236}">
                <a16:creationId xmlns:a16="http://schemas.microsoft.com/office/drawing/2014/main" id="{EF0B90E2-4C53-4D69-4075-18238C15E63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D57B969-AEC6-4C41-8E14-E1CF2B0C145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0E28F659-19A6-BC61-93D6-6BCE49CBB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3438" y="1705451"/>
            <a:ext cx="2251587" cy="34470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63538" indent="-363538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ts val="1200"/>
              </a:spcBef>
              <a:buFontTx/>
              <a:buNone/>
            </a:pPr>
            <a:r>
              <a:rPr lang="en-US" altLang="zh-CN" sz="1800" b="1" dirty="0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More Moore</a:t>
            </a:r>
            <a:r>
              <a:rPr lang="en-US" altLang="zh-CN" sz="1800" b="1" dirty="0">
                <a:latin typeface="Arial" panose="020B0604020202020204" pitchFamily="34" charset="0"/>
                <a:ea typeface="宋体" panose="02010600030101010101" pitchFamily="2" charset="-122"/>
              </a:rPr>
              <a:t>: Scaling as per Moore’s law.</a:t>
            </a:r>
          </a:p>
          <a:p>
            <a:pPr eaLnBrk="1" hangingPunct="1">
              <a:spcBef>
                <a:spcPts val="1200"/>
              </a:spcBef>
              <a:buFont typeface="Arial" panose="020B0604020202020204" pitchFamily="34" charset="0"/>
              <a:buNone/>
            </a:pPr>
            <a:r>
              <a:rPr lang="en-US" altLang="zh-CN" sz="1800" b="1" dirty="0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More than Moore</a:t>
            </a:r>
            <a:r>
              <a:rPr lang="en-US" altLang="zh-CN" sz="1800" b="1" dirty="0">
                <a:latin typeface="Arial" panose="020B0604020202020204" pitchFamily="34" charset="0"/>
                <a:ea typeface="宋体" panose="02010600030101010101" pitchFamily="2" charset="-122"/>
              </a:rPr>
              <a:t>: Functional Diversification, Application driven components</a:t>
            </a:r>
          </a:p>
          <a:p>
            <a:pPr eaLnBrk="1" hangingPunct="1">
              <a:spcBef>
                <a:spcPts val="1200"/>
              </a:spcBef>
              <a:buFontTx/>
              <a:buNone/>
            </a:pPr>
            <a:r>
              <a:rPr lang="en-US" altLang="zh-CN" sz="1800" b="1" dirty="0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Beyond Moore</a:t>
            </a:r>
            <a:r>
              <a:rPr lang="en-US" altLang="zh-CN" sz="1800" b="1" dirty="0">
                <a:latin typeface="Arial" panose="020B0604020202020204" pitchFamily="34" charset="0"/>
                <a:ea typeface="宋体" panose="02010600030101010101" pitchFamily="2" charset="-122"/>
              </a:rPr>
              <a:t>: Beyond CMOS</a:t>
            </a:r>
            <a:endParaRPr lang="zh-CN" altLang="en-US" sz="1800" b="1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35848" name="Picture 8">
            <a:extLst>
              <a:ext uri="{FF2B5EF4-FFF2-40B4-BE49-F238E27FC236}">
                <a16:creationId xmlns:a16="http://schemas.microsoft.com/office/drawing/2014/main" id="{C9703D37-C18F-65DC-4147-E71697B95D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65" y="1128559"/>
            <a:ext cx="6598977" cy="48494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328168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A47A2C-4A4E-9DA8-317F-988D8A28F9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A604B807-D3B1-56FF-3D35-492A12F51C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D0D0C060-E28A-FB44-D123-3B9977D85A5E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D286B479-8170-C87D-6F08-27FEBF881C0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CCADB8BE-8EA1-E801-58A1-A33E236162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498455AB-9020-4C12-BBD7-E491438D6D8A}" type="slidenum">
              <a:rPr lang="zh-CN" altLang="en-US" sz="1100"/>
              <a:pPr/>
              <a:t>72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53344839"/>
      </p:ext>
    </p:extLst>
  </p:cSld>
  <p:clrMapOvr>
    <a:masterClrMapping/>
  </p:clrMapOvr>
  <p:transition advTm="235"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A47A2C-4A4E-9DA8-317F-988D8A28F9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A604B807-D3B1-56FF-3D35-492A12F51C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D0D0C060-E28A-FB44-D123-3B9977D85A5E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D286B479-8170-C87D-6F08-27FEBF881C0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CCADB8BE-8EA1-E801-58A1-A33E236162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498455AB-9020-4C12-BBD7-E491438D6D8A}" type="slidenum">
              <a:rPr lang="zh-CN" altLang="en-US" sz="1100"/>
              <a:pPr/>
              <a:t>73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66603637"/>
      </p:ext>
    </p:extLst>
  </p:cSld>
  <p:clrMapOvr>
    <a:masterClrMapping/>
  </p:clrMapOvr>
  <p:transition advTm="235"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标题 1"/>
          <p:cNvSpPr>
            <a:spLocks noGrp="1"/>
          </p:cNvSpPr>
          <p:nvPr>
            <p:ph type="title"/>
          </p:nvPr>
        </p:nvSpPr>
        <p:spPr>
          <a:xfrm>
            <a:off x="457200" y="223838"/>
            <a:ext cx="8480285" cy="615950"/>
          </a:xfrm>
        </p:spPr>
        <p:txBody>
          <a:bodyPr/>
          <a:lstStyle/>
          <a:p>
            <a:pPr eaLnBrk="1" hangingPunct="1"/>
            <a:r>
              <a:rPr lang="en-US" altLang="zh-CN" dirty="0"/>
              <a:t>The overall plan of the whole course</a:t>
            </a:r>
            <a:endParaRPr lang="zh-CN" altLang="en-US" dirty="0"/>
          </a:p>
        </p:txBody>
      </p:sp>
      <p:sp>
        <p:nvSpPr>
          <p:cNvPr id="8196" name="灯片编号占位符 3"/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A5C59D7-DE02-43BC-9CCB-FDA59C0A7CCD}" type="slidenum">
              <a:rPr lang="zh-CN" altLang="en-US" sz="1100"/>
              <a:pPr/>
              <a:t>74</a:t>
            </a:fld>
            <a:endParaRPr lang="zh-CN" altLang="en-US" sz="1100" dirty="0"/>
          </a:p>
        </p:txBody>
      </p:sp>
      <p:grpSp>
        <p:nvGrpSpPr>
          <p:cNvPr id="8197" name="组合 19"/>
          <p:cNvGrpSpPr>
            <a:grpSpLocks/>
          </p:cNvGrpSpPr>
          <p:nvPr/>
        </p:nvGrpSpPr>
        <p:grpSpPr bwMode="auto">
          <a:xfrm>
            <a:off x="73025" y="1042988"/>
            <a:ext cx="5354638" cy="5086350"/>
            <a:chOff x="299701" y="979680"/>
            <a:chExt cx="6506341" cy="5175605"/>
          </a:xfrm>
        </p:grpSpPr>
        <p:sp>
          <p:nvSpPr>
            <p:cNvPr id="8203" name="TextBox 8"/>
            <p:cNvSpPr txBox="1">
              <a:spLocks noChangeArrowheads="1"/>
            </p:cNvSpPr>
            <p:nvPr/>
          </p:nvSpPr>
          <p:spPr bwMode="auto">
            <a:xfrm>
              <a:off x="1006443" y="979680"/>
              <a:ext cx="5799599" cy="377219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Central Process Unit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4" name="TextBox 9"/>
            <p:cNvSpPr txBox="1">
              <a:spLocks noChangeArrowheads="1"/>
            </p:cNvSpPr>
            <p:nvPr/>
          </p:nvSpPr>
          <p:spPr bwMode="auto">
            <a:xfrm>
              <a:off x="1006444" y="1474738"/>
              <a:ext cx="2736850" cy="675079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Datapath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(ALU, MUX…)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8205" name="TextBox 10"/>
            <p:cNvSpPr txBox="1">
              <a:spLocks noChangeArrowheads="1"/>
            </p:cNvSpPr>
            <p:nvPr/>
          </p:nvSpPr>
          <p:spPr bwMode="auto">
            <a:xfrm>
              <a:off x="3887757" y="1429734"/>
              <a:ext cx="2906713" cy="720083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Controller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(State Machine)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721FFB2-9AE7-436C-AE48-E00C739DBB3C}"/>
                </a:ext>
              </a:extLst>
            </p:cNvPr>
            <p:cNvSpPr txBox="1"/>
            <p:nvPr/>
          </p:nvSpPr>
          <p:spPr>
            <a:xfrm>
              <a:off x="299701" y="1268828"/>
              <a:ext cx="563253" cy="3455250"/>
            </a:xfrm>
            <a:prstGeom prst="rect">
              <a:avLst/>
            </a:prstGeom>
            <a:noFill/>
            <a:ln w="38100">
              <a:solidFill>
                <a:schemeClr val="accent2">
                  <a:lumMod val="75000"/>
                </a:schemeClr>
              </a:solidFill>
            </a:ln>
          </p:spPr>
          <p:txBody>
            <a:bodyPr vert="eaVert" anchor="ctr" anchorCtr="1"/>
            <a:lstStyle/>
            <a:p>
              <a:pPr algn="ctr" eaLnBrk="1" hangingPunct="1">
                <a:defRPr/>
              </a:pPr>
              <a:r>
                <a:rPr lang="en-US" altLang="zh-CN" sz="2800" b="1" dirty="0">
                  <a:solidFill>
                    <a:srgbClr val="C00000"/>
                  </a:solidFill>
                  <a:latin typeface="Arial" charset="0"/>
                </a:rPr>
                <a:t>TEST</a:t>
              </a:r>
              <a:endParaRPr lang="zh-CN" altLang="en-US" sz="2800" b="1" dirty="0">
                <a:solidFill>
                  <a:srgbClr val="C00000"/>
                </a:solidFill>
                <a:latin typeface="Arial" charset="0"/>
              </a:endParaRPr>
            </a:p>
          </p:txBody>
        </p:sp>
        <p:sp>
          <p:nvSpPr>
            <p:cNvPr id="8207" name="TextBox 21"/>
            <p:cNvSpPr txBox="1">
              <a:spLocks noChangeArrowheads="1"/>
            </p:cNvSpPr>
            <p:nvPr/>
          </p:nvSpPr>
          <p:spPr bwMode="auto">
            <a:xfrm>
              <a:off x="1032736" y="5705991"/>
              <a:ext cx="5761734" cy="449294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Boolean Algebra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8" name="TextBox 22"/>
            <p:cNvSpPr txBox="1">
              <a:spLocks noChangeArrowheads="1"/>
            </p:cNvSpPr>
            <p:nvPr/>
          </p:nvSpPr>
          <p:spPr bwMode="auto">
            <a:xfrm>
              <a:off x="1032736" y="5121751"/>
              <a:ext cx="5761734" cy="493747"/>
            </a:xfrm>
            <a:prstGeom prst="rect">
              <a:avLst/>
            </a:prstGeom>
            <a:noFill/>
            <a:ln w="38100">
              <a:solidFill>
                <a:srgbClr val="00B0F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F0"/>
                  </a:solidFill>
                </a:rPr>
                <a:t>Gates</a:t>
              </a:r>
              <a:endParaRPr lang="zh-CN" altLang="en-US" sz="3200" b="1">
                <a:solidFill>
                  <a:srgbClr val="00B0F0"/>
                </a:solidFill>
              </a:endParaRPr>
            </a:p>
          </p:txBody>
        </p:sp>
        <p:sp>
          <p:nvSpPr>
            <p:cNvPr id="8209" name="TextBox 23"/>
            <p:cNvSpPr txBox="1">
              <a:spLocks noChangeArrowheads="1"/>
            </p:cNvSpPr>
            <p:nvPr/>
          </p:nvSpPr>
          <p:spPr bwMode="auto">
            <a:xfrm>
              <a:off x="1044131" y="2284695"/>
              <a:ext cx="2808702" cy="2746563"/>
            </a:xfrm>
            <a:prstGeom prst="rect">
              <a:avLst/>
            </a:prstGeom>
            <a:noFill/>
            <a:ln w="38100">
              <a:solidFill>
                <a:srgbClr val="7030A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7030A0"/>
                  </a:solidFill>
                </a:rPr>
                <a:t>Combinational Circuit</a:t>
              </a:r>
              <a:endParaRPr lang="zh-CN" altLang="en-US" sz="2400" b="1">
                <a:solidFill>
                  <a:srgbClr val="7030A0"/>
                </a:solidFill>
              </a:endParaRPr>
            </a:p>
          </p:txBody>
        </p:sp>
        <p:sp>
          <p:nvSpPr>
            <p:cNvPr id="8210" name="TextBox 24"/>
            <p:cNvSpPr txBox="1">
              <a:spLocks noChangeArrowheads="1"/>
            </p:cNvSpPr>
            <p:nvPr/>
          </p:nvSpPr>
          <p:spPr bwMode="auto">
            <a:xfrm>
              <a:off x="3960723" y="2239827"/>
              <a:ext cx="2845319" cy="2790772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0000"/>
                  </a:solidFill>
                </a:rPr>
                <a:t>Sequential</a:t>
              </a:r>
              <a:endParaRPr lang="en-US" altLang="zh-CN" sz="2000" b="1">
                <a:solidFill>
                  <a:srgbClr val="FF0000"/>
                </a:solidFill>
              </a:endParaRPr>
            </a:p>
            <a:p>
              <a:pPr algn="ctr" eaLnBrk="1" hangingPunct="1"/>
              <a:r>
                <a:rPr lang="en-US" altLang="zh-CN" sz="2000" b="1">
                  <a:solidFill>
                    <a:srgbClr val="FF0000"/>
                  </a:solidFill>
                </a:rPr>
                <a:t>Circuit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14:cNvPr>
              <p14:cNvContentPartPr/>
              <p14:nvPr/>
            </p14:nvContentPartPr>
            <p14:xfrm>
              <a:off x="693777" y="6918253"/>
              <a:ext cx="9720" cy="7560"/>
            </p14:xfrm>
          </p:contentPart>
        </mc:Choice>
        <mc:Fallback xmlns=""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89457" y="6913933"/>
                <a:ext cx="18360" cy="16200"/>
              </a:xfrm>
              <a:prstGeom prst="rect">
                <a:avLst/>
              </a:prstGeom>
            </p:spPr>
          </p:pic>
        </mc:Fallback>
      </mc:AlternateContent>
      <p:sp>
        <p:nvSpPr>
          <p:cNvPr id="3" name="日期占位符 2">
            <a:extLst>
              <a:ext uri="{FF2B5EF4-FFF2-40B4-BE49-F238E27FC236}">
                <a16:creationId xmlns:a16="http://schemas.microsoft.com/office/drawing/2014/main" id="{4233C13B-73BA-B879-93F5-1DF9B8437C5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xfrm>
            <a:off x="457200" y="6356350"/>
            <a:ext cx="2133600" cy="365125"/>
          </a:xfr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6F0C5E2-68E5-4CAC-B34C-3190D7C39CD7}" type="datetime1">
              <a:rPr lang="zh-CN" altLang="en-US" smtClean="0"/>
              <a:pPr fontAlgn="base">
                <a:spcBef>
                  <a:spcPct val="0"/>
                </a:spcBef>
                <a:spcAft>
                  <a:spcPct val="0"/>
                </a:spcAft>
              </a:pPr>
              <a:t>2026-08-30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4827646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6" name="灯片编号占位符 3"/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A5C59D7-DE02-43BC-9CCB-FDA59C0A7CCD}" type="slidenum">
              <a:rPr lang="zh-CN" altLang="en-US" sz="1100"/>
              <a:pPr/>
              <a:t>75</a:t>
            </a:fld>
            <a:endParaRPr lang="zh-CN" altLang="en-US" sz="1100" dirty="0"/>
          </a:p>
        </p:txBody>
      </p:sp>
      <p:grpSp>
        <p:nvGrpSpPr>
          <p:cNvPr id="8197" name="组合 19"/>
          <p:cNvGrpSpPr>
            <a:grpSpLocks/>
          </p:cNvGrpSpPr>
          <p:nvPr/>
        </p:nvGrpSpPr>
        <p:grpSpPr bwMode="auto">
          <a:xfrm>
            <a:off x="73025" y="1042988"/>
            <a:ext cx="5354638" cy="5086350"/>
            <a:chOff x="299701" y="979680"/>
            <a:chExt cx="6506341" cy="5175605"/>
          </a:xfrm>
        </p:grpSpPr>
        <p:sp>
          <p:nvSpPr>
            <p:cNvPr id="8203" name="TextBox 8"/>
            <p:cNvSpPr txBox="1">
              <a:spLocks noChangeArrowheads="1"/>
            </p:cNvSpPr>
            <p:nvPr/>
          </p:nvSpPr>
          <p:spPr bwMode="auto">
            <a:xfrm>
              <a:off x="1006443" y="979680"/>
              <a:ext cx="5799599" cy="377219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Central Process Unit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4" name="TextBox 9"/>
            <p:cNvSpPr txBox="1">
              <a:spLocks noChangeArrowheads="1"/>
            </p:cNvSpPr>
            <p:nvPr/>
          </p:nvSpPr>
          <p:spPr bwMode="auto">
            <a:xfrm>
              <a:off x="1006444" y="1474738"/>
              <a:ext cx="2736850" cy="675079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Datapath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(ALU, MUX…)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8205" name="TextBox 10"/>
            <p:cNvSpPr txBox="1">
              <a:spLocks noChangeArrowheads="1"/>
            </p:cNvSpPr>
            <p:nvPr/>
          </p:nvSpPr>
          <p:spPr bwMode="auto">
            <a:xfrm>
              <a:off x="3887757" y="1429734"/>
              <a:ext cx="2906713" cy="720083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Controller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(State Machine)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721FFB2-9AE7-436C-AE48-E00C739DBB3C}"/>
                </a:ext>
              </a:extLst>
            </p:cNvPr>
            <p:cNvSpPr txBox="1"/>
            <p:nvPr/>
          </p:nvSpPr>
          <p:spPr>
            <a:xfrm>
              <a:off x="299701" y="1268828"/>
              <a:ext cx="563253" cy="3455250"/>
            </a:xfrm>
            <a:prstGeom prst="rect">
              <a:avLst/>
            </a:prstGeom>
            <a:noFill/>
            <a:ln w="38100">
              <a:solidFill>
                <a:schemeClr val="accent2">
                  <a:lumMod val="75000"/>
                </a:schemeClr>
              </a:solidFill>
            </a:ln>
          </p:spPr>
          <p:txBody>
            <a:bodyPr vert="eaVert" anchor="ctr" anchorCtr="1"/>
            <a:lstStyle/>
            <a:p>
              <a:pPr algn="ctr" eaLnBrk="1" hangingPunct="1">
                <a:defRPr/>
              </a:pPr>
              <a:r>
                <a:rPr lang="en-US" altLang="zh-CN" sz="2800" b="1" dirty="0">
                  <a:solidFill>
                    <a:srgbClr val="C00000"/>
                  </a:solidFill>
                  <a:latin typeface="Arial" charset="0"/>
                </a:rPr>
                <a:t>TEST</a:t>
              </a:r>
              <a:endParaRPr lang="zh-CN" altLang="en-US" sz="2800" b="1" dirty="0">
                <a:solidFill>
                  <a:srgbClr val="C00000"/>
                </a:solidFill>
                <a:latin typeface="Arial" charset="0"/>
              </a:endParaRPr>
            </a:p>
          </p:txBody>
        </p:sp>
        <p:sp>
          <p:nvSpPr>
            <p:cNvPr id="8207" name="TextBox 21"/>
            <p:cNvSpPr txBox="1">
              <a:spLocks noChangeArrowheads="1"/>
            </p:cNvSpPr>
            <p:nvPr/>
          </p:nvSpPr>
          <p:spPr bwMode="auto">
            <a:xfrm>
              <a:off x="1032736" y="5705991"/>
              <a:ext cx="5761734" cy="449294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Boolean Algebra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8" name="TextBox 22"/>
            <p:cNvSpPr txBox="1">
              <a:spLocks noChangeArrowheads="1"/>
            </p:cNvSpPr>
            <p:nvPr/>
          </p:nvSpPr>
          <p:spPr bwMode="auto">
            <a:xfrm>
              <a:off x="1032736" y="5121751"/>
              <a:ext cx="5761734" cy="493747"/>
            </a:xfrm>
            <a:prstGeom prst="rect">
              <a:avLst/>
            </a:prstGeom>
            <a:noFill/>
            <a:ln w="38100">
              <a:solidFill>
                <a:srgbClr val="00B0F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F0"/>
                  </a:solidFill>
                </a:rPr>
                <a:t>Gates</a:t>
              </a:r>
              <a:endParaRPr lang="zh-CN" altLang="en-US" sz="3200" b="1">
                <a:solidFill>
                  <a:srgbClr val="00B0F0"/>
                </a:solidFill>
              </a:endParaRPr>
            </a:p>
          </p:txBody>
        </p:sp>
        <p:sp>
          <p:nvSpPr>
            <p:cNvPr id="8209" name="TextBox 23"/>
            <p:cNvSpPr txBox="1">
              <a:spLocks noChangeArrowheads="1"/>
            </p:cNvSpPr>
            <p:nvPr/>
          </p:nvSpPr>
          <p:spPr bwMode="auto">
            <a:xfrm>
              <a:off x="1044131" y="2284695"/>
              <a:ext cx="2808702" cy="2746563"/>
            </a:xfrm>
            <a:prstGeom prst="rect">
              <a:avLst/>
            </a:prstGeom>
            <a:noFill/>
            <a:ln w="38100">
              <a:solidFill>
                <a:srgbClr val="7030A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7030A0"/>
                  </a:solidFill>
                </a:rPr>
                <a:t>Combinational Circuit</a:t>
              </a:r>
              <a:endParaRPr lang="zh-CN" altLang="en-US" sz="2400" b="1">
                <a:solidFill>
                  <a:srgbClr val="7030A0"/>
                </a:solidFill>
              </a:endParaRPr>
            </a:p>
          </p:txBody>
        </p:sp>
        <p:sp>
          <p:nvSpPr>
            <p:cNvPr id="8210" name="TextBox 24"/>
            <p:cNvSpPr txBox="1">
              <a:spLocks noChangeArrowheads="1"/>
            </p:cNvSpPr>
            <p:nvPr/>
          </p:nvSpPr>
          <p:spPr bwMode="auto">
            <a:xfrm>
              <a:off x="3960723" y="2239827"/>
              <a:ext cx="2845319" cy="2790772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0000"/>
                  </a:solidFill>
                </a:rPr>
                <a:t>Sequential</a:t>
              </a:r>
              <a:endParaRPr lang="en-US" altLang="zh-CN" sz="2000" b="1">
                <a:solidFill>
                  <a:srgbClr val="FF0000"/>
                </a:solidFill>
              </a:endParaRPr>
            </a:p>
            <a:p>
              <a:pPr algn="ctr" eaLnBrk="1" hangingPunct="1"/>
              <a:r>
                <a:rPr lang="en-US" altLang="zh-CN" sz="2000" b="1">
                  <a:solidFill>
                    <a:srgbClr val="FF0000"/>
                  </a:solidFill>
                </a:rPr>
                <a:t>Circuit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  <p:sp>
        <p:nvSpPr>
          <p:cNvPr id="15366" name="TextBox 18"/>
          <p:cNvSpPr txBox="1">
            <a:spLocks noChangeArrowheads="1"/>
          </p:cNvSpPr>
          <p:nvPr/>
        </p:nvSpPr>
        <p:spPr bwMode="auto">
          <a:xfrm>
            <a:off x="5427663" y="5740400"/>
            <a:ext cx="3571875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1.Notation of number, base conversion</a:t>
            </a:r>
          </a:p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2. Laws of Boolean algebra</a:t>
            </a:r>
            <a:endParaRPr lang="zh-CN" altLang="en-US" sz="1400" b="1">
              <a:solidFill>
                <a:srgbClr val="00B050"/>
              </a:solidFill>
            </a:endParaRPr>
          </a:p>
        </p:txBody>
      </p:sp>
      <p:sp>
        <p:nvSpPr>
          <p:cNvPr id="19" name="TextBox 20">
            <a:extLst>
              <a:ext uri="{FF2B5EF4-FFF2-40B4-BE49-F238E27FC236}">
                <a16:creationId xmlns:a16="http://schemas.microsoft.com/office/drawing/2014/main" id="{B819BB3C-0925-4E1B-9935-698680590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7663" y="5075238"/>
            <a:ext cx="3716337" cy="739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1.Basic gates</a:t>
            </a: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2.Mninal complete set</a:t>
            </a: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3.Analogy </a:t>
            </a:r>
            <a:r>
              <a:rPr lang="en-US" altLang="zh-CN" sz="1400" b="1" dirty="0" err="1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feature:noise</a:t>
            </a: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 </a:t>
            </a:r>
            <a:r>
              <a:rPr lang="en-US" altLang="zh-CN" sz="1400" b="1" dirty="0" err="1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margin,fan</a:t>
            </a: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 in/out</a:t>
            </a:r>
            <a:endParaRPr lang="zh-CN" altLang="en-US" sz="1600" b="1" dirty="0">
              <a:solidFill>
                <a:srgbClr val="00B0F0"/>
              </a:solidFill>
              <a:ea typeface="+mn-ea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14:cNvPr>
              <p14:cNvContentPartPr/>
              <p14:nvPr/>
            </p14:nvContentPartPr>
            <p14:xfrm>
              <a:off x="693777" y="6918253"/>
              <a:ext cx="9720" cy="7560"/>
            </p14:xfrm>
          </p:contentPart>
        </mc:Choice>
        <mc:Fallback xmlns=""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89457" y="6913933"/>
                <a:ext cx="1836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3" name="墨迹 2">
                <a:extLst>
                  <a:ext uri="{FF2B5EF4-FFF2-40B4-BE49-F238E27FC236}">
                    <a16:creationId xmlns:a16="http://schemas.microsoft.com/office/drawing/2014/main" id="{73526EFA-5081-492D-9401-44688EF31773}"/>
                  </a:ext>
                </a:extLst>
              </p14:cNvPr>
              <p14:cNvContentPartPr/>
              <p14:nvPr/>
            </p14:nvContentPartPr>
            <p14:xfrm>
              <a:off x="7686777" y="3268260"/>
              <a:ext cx="25920" cy="11160"/>
            </p14:xfrm>
          </p:contentPart>
        </mc:Choice>
        <mc:Fallback xmlns="">
          <p:pic>
            <p:nvPicPr>
              <p:cNvPr id="3" name="墨迹 2">
                <a:extLst>
                  <a:ext uri="{FF2B5EF4-FFF2-40B4-BE49-F238E27FC236}">
                    <a16:creationId xmlns:a16="http://schemas.microsoft.com/office/drawing/2014/main" id="{73526EFA-5081-492D-9401-44688EF31773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682457" y="3263940"/>
                <a:ext cx="3456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A67DA7EE-798C-4846-B43D-49A8A4A7973C}"/>
                  </a:ext>
                </a:extLst>
              </p14:cNvPr>
              <p14:cNvContentPartPr/>
              <p14:nvPr/>
            </p14:nvContentPartPr>
            <p14:xfrm>
              <a:off x="7750137" y="3263220"/>
              <a:ext cx="35640" cy="10080"/>
            </p14:xfrm>
          </p:contentPart>
        </mc:Choice>
        <mc:Fallback xmlns=""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A67DA7EE-798C-4846-B43D-49A8A4A7973C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7745817" y="3258900"/>
                <a:ext cx="4428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F5E7B0CE-B005-4294-9733-7107D05593C1}"/>
                  </a:ext>
                </a:extLst>
              </p14:cNvPr>
              <p14:cNvContentPartPr/>
              <p14:nvPr/>
            </p14:nvContentPartPr>
            <p14:xfrm>
              <a:off x="7590657" y="3610914"/>
              <a:ext cx="8640" cy="432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F5E7B0CE-B005-4294-9733-7107D05593C1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7586337" y="3606594"/>
                <a:ext cx="17280" cy="12960"/>
              </a:xfrm>
              <a:prstGeom prst="rect">
                <a:avLst/>
              </a:prstGeom>
            </p:spPr>
          </p:pic>
        </mc:Fallback>
      </mc:AlternateContent>
      <p:sp>
        <p:nvSpPr>
          <p:cNvPr id="23" name="标题 1"/>
          <p:cNvSpPr>
            <a:spLocks noGrp="1"/>
          </p:cNvSpPr>
          <p:nvPr>
            <p:ph type="title"/>
          </p:nvPr>
        </p:nvSpPr>
        <p:spPr>
          <a:xfrm>
            <a:off x="457200" y="223838"/>
            <a:ext cx="8480285" cy="615950"/>
          </a:xfrm>
        </p:spPr>
        <p:txBody>
          <a:bodyPr/>
          <a:lstStyle/>
          <a:p>
            <a:pPr eaLnBrk="1" hangingPunct="1"/>
            <a:r>
              <a:rPr lang="en-US" altLang="zh-CN" dirty="0"/>
              <a:t>The overall plan of the whole course</a:t>
            </a:r>
            <a:endParaRPr lang="zh-CN" altLang="en-US" dirty="0"/>
          </a:p>
        </p:txBody>
      </p:sp>
      <p:sp>
        <p:nvSpPr>
          <p:cNvPr id="4" name="日期占位符 2">
            <a:extLst>
              <a:ext uri="{FF2B5EF4-FFF2-40B4-BE49-F238E27FC236}">
                <a16:creationId xmlns:a16="http://schemas.microsoft.com/office/drawing/2014/main" id="{C26F2FFA-ACD7-FB02-15EA-973A3DFD2DF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xfrm>
            <a:off x="457200" y="6356350"/>
            <a:ext cx="2133600" cy="365125"/>
          </a:xfr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6F0C5E2-68E5-4CAC-B34C-3190D7C39CD7}" type="datetime1">
              <a:rPr lang="zh-CN" altLang="en-US" smtClean="0"/>
              <a:pPr fontAlgn="base">
                <a:spcBef>
                  <a:spcPct val="0"/>
                </a:spcBef>
                <a:spcAft>
                  <a:spcPct val="0"/>
                </a:spcAft>
              </a:pPr>
              <a:t>2026-08-30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214054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6" name="灯片编号占位符 3"/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32287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A5C59D7-DE02-43BC-9CCB-FDA59C0A7CCD}" type="slidenum">
              <a:rPr lang="zh-CN" altLang="en-US" sz="1100"/>
              <a:pPr/>
              <a:t>76</a:t>
            </a:fld>
            <a:endParaRPr lang="zh-CN" altLang="en-US" sz="1100" dirty="0"/>
          </a:p>
        </p:txBody>
      </p:sp>
      <p:grpSp>
        <p:nvGrpSpPr>
          <p:cNvPr id="8197" name="组合 19"/>
          <p:cNvGrpSpPr>
            <a:grpSpLocks/>
          </p:cNvGrpSpPr>
          <p:nvPr/>
        </p:nvGrpSpPr>
        <p:grpSpPr bwMode="auto">
          <a:xfrm>
            <a:off x="73025" y="1018925"/>
            <a:ext cx="5354638" cy="5086350"/>
            <a:chOff x="299701" y="979680"/>
            <a:chExt cx="6506341" cy="5175605"/>
          </a:xfrm>
        </p:grpSpPr>
        <p:sp>
          <p:nvSpPr>
            <p:cNvPr id="8203" name="TextBox 8"/>
            <p:cNvSpPr txBox="1">
              <a:spLocks noChangeArrowheads="1"/>
            </p:cNvSpPr>
            <p:nvPr/>
          </p:nvSpPr>
          <p:spPr bwMode="auto">
            <a:xfrm>
              <a:off x="1006443" y="979680"/>
              <a:ext cx="5799599" cy="377219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Central Process Unit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4" name="TextBox 9"/>
            <p:cNvSpPr txBox="1">
              <a:spLocks noChangeArrowheads="1"/>
            </p:cNvSpPr>
            <p:nvPr/>
          </p:nvSpPr>
          <p:spPr bwMode="auto">
            <a:xfrm>
              <a:off x="1006444" y="1474738"/>
              <a:ext cx="2736850" cy="675079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Datapath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(ALU, MUX…)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8205" name="TextBox 10"/>
            <p:cNvSpPr txBox="1">
              <a:spLocks noChangeArrowheads="1"/>
            </p:cNvSpPr>
            <p:nvPr/>
          </p:nvSpPr>
          <p:spPr bwMode="auto">
            <a:xfrm>
              <a:off x="3887757" y="1429734"/>
              <a:ext cx="2906713" cy="720083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Controller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(State Machine)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721FFB2-9AE7-436C-AE48-E00C739DBB3C}"/>
                </a:ext>
              </a:extLst>
            </p:cNvPr>
            <p:cNvSpPr txBox="1"/>
            <p:nvPr/>
          </p:nvSpPr>
          <p:spPr>
            <a:xfrm>
              <a:off x="299701" y="1268828"/>
              <a:ext cx="563253" cy="3455250"/>
            </a:xfrm>
            <a:prstGeom prst="rect">
              <a:avLst/>
            </a:prstGeom>
            <a:noFill/>
            <a:ln w="38100">
              <a:solidFill>
                <a:schemeClr val="accent2">
                  <a:lumMod val="75000"/>
                </a:schemeClr>
              </a:solidFill>
            </a:ln>
          </p:spPr>
          <p:txBody>
            <a:bodyPr vert="eaVert" anchor="ctr" anchorCtr="1"/>
            <a:lstStyle/>
            <a:p>
              <a:pPr algn="ctr" eaLnBrk="1" hangingPunct="1">
                <a:defRPr/>
              </a:pPr>
              <a:r>
                <a:rPr lang="en-US" altLang="zh-CN" sz="2800" b="1" dirty="0">
                  <a:solidFill>
                    <a:srgbClr val="C00000"/>
                  </a:solidFill>
                  <a:latin typeface="Arial" charset="0"/>
                </a:rPr>
                <a:t>TEST</a:t>
              </a:r>
              <a:endParaRPr lang="zh-CN" altLang="en-US" sz="2800" b="1" dirty="0">
                <a:solidFill>
                  <a:srgbClr val="C00000"/>
                </a:solidFill>
                <a:latin typeface="Arial" charset="0"/>
              </a:endParaRPr>
            </a:p>
          </p:txBody>
        </p:sp>
        <p:sp>
          <p:nvSpPr>
            <p:cNvPr id="8207" name="TextBox 21"/>
            <p:cNvSpPr txBox="1">
              <a:spLocks noChangeArrowheads="1"/>
            </p:cNvSpPr>
            <p:nvPr/>
          </p:nvSpPr>
          <p:spPr bwMode="auto">
            <a:xfrm>
              <a:off x="1032736" y="5705991"/>
              <a:ext cx="5761734" cy="449294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Boolean Algebra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8" name="TextBox 22"/>
            <p:cNvSpPr txBox="1">
              <a:spLocks noChangeArrowheads="1"/>
            </p:cNvSpPr>
            <p:nvPr/>
          </p:nvSpPr>
          <p:spPr bwMode="auto">
            <a:xfrm>
              <a:off x="1032736" y="5121751"/>
              <a:ext cx="5761734" cy="493747"/>
            </a:xfrm>
            <a:prstGeom prst="rect">
              <a:avLst/>
            </a:prstGeom>
            <a:noFill/>
            <a:ln w="38100">
              <a:solidFill>
                <a:srgbClr val="00B0F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F0"/>
                  </a:solidFill>
                </a:rPr>
                <a:t>Gates</a:t>
              </a:r>
              <a:endParaRPr lang="zh-CN" altLang="en-US" sz="3200" b="1">
                <a:solidFill>
                  <a:srgbClr val="00B0F0"/>
                </a:solidFill>
              </a:endParaRPr>
            </a:p>
          </p:txBody>
        </p:sp>
        <p:sp>
          <p:nvSpPr>
            <p:cNvPr id="8209" name="TextBox 23"/>
            <p:cNvSpPr txBox="1">
              <a:spLocks noChangeArrowheads="1"/>
            </p:cNvSpPr>
            <p:nvPr/>
          </p:nvSpPr>
          <p:spPr bwMode="auto">
            <a:xfrm>
              <a:off x="1044131" y="2284695"/>
              <a:ext cx="2808702" cy="2746563"/>
            </a:xfrm>
            <a:prstGeom prst="rect">
              <a:avLst/>
            </a:prstGeom>
            <a:noFill/>
            <a:ln w="38100">
              <a:solidFill>
                <a:srgbClr val="7030A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7030A0"/>
                  </a:solidFill>
                </a:rPr>
                <a:t>Combinational Circuit</a:t>
              </a:r>
              <a:endParaRPr lang="zh-CN" altLang="en-US" sz="2400" b="1">
                <a:solidFill>
                  <a:srgbClr val="7030A0"/>
                </a:solidFill>
              </a:endParaRPr>
            </a:p>
          </p:txBody>
        </p:sp>
        <p:sp>
          <p:nvSpPr>
            <p:cNvPr id="8210" name="TextBox 24"/>
            <p:cNvSpPr txBox="1">
              <a:spLocks noChangeArrowheads="1"/>
            </p:cNvSpPr>
            <p:nvPr/>
          </p:nvSpPr>
          <p:spPr bwMode="auto">
            <a:xfrm>
              <a:off x="3960723" y="2239827"/>
              <a:ext cx="2845319" cy="2790772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0000"/>
                  </a:solidFill>
                </a:rPr>
                <a:t>Sequential</a:t>
              </a:r>
              <a:endParaRPr lang="en-US" altLang="zh-CN" sz="2000" b="1">
                <a:solidFill>
                  <a:srgbClr val="FF0000"/>
                </a:solidFill>
              </a:endParaRPr>
            </a:p>
            <a:p>
              <a:pPr algn="ctr" eaLnBrk="1" hangingPunct="1"/>
              <a:r>
                <a:rPr lang="en-US" altLang="zh-CN" sz="2000" b="1">
                  <a:solidFill>
                    <a:srgbClr val="FF0000"/>
                  </a:solidFill>
                </a:rPr>
                <a:t>Circuit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  <p:sp>
        <p:nvSpPr>
          <p:cNvPr id="15366" name="TextBox 18"/>
          <p:cNvSpPr txBox="1">
            <a:spLocks noChangeArrowheads="1"/>
          </p:cNvSpPr>
          <p:nvPr/>
        </p:nvSpPr>
        <p:spPr bwMode="auto">
          <a:xfrm>
            <a:off x="5427663" y="5716337"/>
            <a:ext cx="3571875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1.Notation of number, base conversion</a:t>
            </a:r>
          </a:p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2. Laws of Boolean algebra</a:t>
            </a:r>
            <a:endParaRPr lang="zh-CN" altLang="en-US" sz="1400" b="1">
              <a:solidFill>
                <a:srgbClr val="00B050"/>
              </a:solidFill>
            </a:endParaRPr>
          </a:p>
        </p:txBody>
      </p:sp>
      <p:sp>
        <p:nvSpPr>
          <p:cNvPr id="15368" name="TextBox 24"/>
          <p:cNvSpPr txBox="1">
            <a:spLocks noChangeArrowheads="1"/>
          </p:cNvSpPr>
          <p:nvPr/>
        </p:nvSpPr>
        <p:spPr bwMode="auto">
          <a:xfrm>
            <a:off x="5427663" y="3674812"/>
            <a:ext cx="3643312" cy="150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Truth table, K-map, logic expression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Design for Combinational circuit</a:t>
            </a: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7030A0"/>
                </a:solidFill>
              </a:rPr>
              <a:t>Gates</a:t>
            </a: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7030A0"/>
                </a:solidFill>
              </a:rPr>
              <a:t>On-shelf chip: Decoder, MUX</a:t>
            </a: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7030A0"/>
                </a:solidFill>
              </a:rPr>
              <a:t>HDL</a:t>
            </a:r>
            <a:r>
              <a:rPr lang="zh-CN" altLang="en-US" sz="1200" b="1">
                <a:solidFill>
                  <a:srgbClr val="7030A0"/>
                </a:solidFill>
              </a:rPr>
              <a:t> </a:t>
            </a:r>
            <a:r>
              <a:rPr lang="en-US" altLang="zh-CN" sz="1200" b="1">
                <a:solidFill>
                  <a:srgbClr val="7030A0"/>
                </a:solidFill>
              </a:rPr>
              <a:t>&amp; EDA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Analysis for  Combination Circuit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Analogy feature: hazard</a:t>
            </a:r>
            <a:endParaRPr lang="zh-CN" altLang="en-US" sz="1400" b="1">
              <a:solidFill>
                <a:srgbClr val="7030A0"/>
              </a:solidFill>
            </a:endParaRPr>
          </a:p>
        </p:txBody>
      </p:sp>
      <p:sp>
        <p:nvSpPr>
          <p:cNvPr id="15369" name="TextBox 24">
            <a:extLst>
              <a:ext uri="{FF2B5EF4-FFF2-40B4-BE49-F238E27FC236}">
                <a16:creationId xmlns:a16="http://schemas.microsoft.com/office/drawing/2014/main" id="{D24EC832-15A1-4CCD-9B70-454E6F7EB4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7663" y="2087312"/>
            <a:ext cx="3643312" cy="1722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534988" indent="-268288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 marL="263525" indent="-263525" eaLnBrk="1" hangingPunct="1">
              <a:buFontTx/>
              <a:buAutoNum type="arabicPeriod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STG, State transition/Output table                        </a:t>
            </a:r>
            <a:r>
              <a:rPr lang="zh-CN" altLang="en-US" sz="1400" b="1" dirty="0">
                <a:solidFill>
                  <a:srgbClr val="FF0000"/>
                </a:solidFill>
              </a:rPr>
              <a:t>  </a:t>
            </a:r>
            <a:endParaRPr lang="en-US" altLang="zh-CN" sz="1400" b="1" dirty="0">
              <a:solidFill>
                <a:srgbClr val="FF0000"/>
              </a:solidFill>
            </a:endParaRPr>
          </a:p>
          <a:p>
            <a:pPr marL="263525" indent="-263525" eaLnBrk="1" hangingPunct="1">
              <a:buFont typeface="Calibri" pitchFamily="34" charset="0"/>
              <a:buAutoNum type="arabicPeriod" startAt="2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Design for Sequential Circuit</a:t>
            </a:r>
          </a:p>
          <a:p>
            <a:pPr lvl="1" eaLnBrk="1" hangingPunct="1">
              <a:buFont typeface="Wingdings" pitchFamily="2" charset="2"/>
              <a:buChar char="Ø"/>
              <a:defRPr/>
            </a:pPr>
            <a:r>
              <a:rPr lang="en-US" altLang="zh-CN" sz="1200" b="1" dirty="0">
                <a:solidFill>
                  <a:srgbClr val="FF0000"/>
                </a:solidFill>
              </a:rPr>
              <a:t>F/F</a:t>
            </a:r>
            <a:r>
              <a:rPr lang="zh-CN" altLang="en-US" sz="1200" b="1" dirty="0">
                <a:solidFill>
                  <a:srgbClr val="FF0000"/>
                </a:solidFill>
              </a:rPr>
              <a:t>＋</a:t>
            </a:r>
            <a:r>
              <a:rPr lang="en-US" altLang="zh-CN" sz="1200" b="1" dirty="0">
                <a:solidFill>
                  <a:srgbClr val="FF0000"/>
                </a:solidFill>
              </a:rPr>
              <a:t>Combinational circuit</a:t>
            </a:r>
          </a:p>
          <a:p>
            <a:pPr lvl="1" eaLnBrk="1" hangingPunct="1">
              <a:buFont typeface="Wingdings" pitchFamily="2" charset="2"/>
              <a:buChar char="Ø"/>
              <a:defRPr/>
            </a:pPr>
            <a:r>
              <a:rPr lang="en-US" altLang="zh-CN" sz="1200" b="1" dirty="0">
                <a:solidFill>
                  <a:srgbClr val="FF0000"/>
                </a:solidFill>
              </a:rPr>
              <a:t>On-shelf chips: shift register, counter</a:t>
            </a:r>
          </a:p>
          <a:p>
            <a:pPr lvl="1" eaLnBrk="1" hangingPunct="1">
              <a:buFont typeface="Wingdings" pitchFamily="2" charset="2"/>
              <a:buChar char="Ø"/>
              <a:defRPr/>
            </a:pPr>
            <a:r>
              <a:rPr lang="en-US" altLang="zh-CN" sz="1200" b="1" dirty="0">
                <a:solidFill>
                  <a:srgbClr val="FF0000"/>
                </a:solidFill>
              </a:rPr>
              <a:t>HDL</a:t>
            </a:r>
            <a:r>
              <a:rPr lang="zh-CN" altLang="en-US" sz="1200" b="1" dirty="0">
                <a:solidFill>
                  <a:srgbClr val="FF0000"/>
                </a:solidFill>
              </a:rPr>
              <a:t> </a:t>
            </a:r>
            <a:r>
              <a:rPr lang="en-US" altLang="zh-CN" sz="1200" b="1" dirty="0">
                <a:solidFill>
                  <a:srgbClr val="FF0000"/>
                </a:solidFill>
              </a:rPr>
              <a:t>&amp; EDA</a:t>
            </a:r>
          </a:p>
          <a:p>
            <a:pPr marL="263525" indent="-263525" eaLnBrk="1" hangingPunct="1">
              <a:buFontTx/>
              <a:buAutoNum type="arabicPeriod" startAt="2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Analysis for </a:t>
            </a:r>
            <a:r>
              <a:rPr lang="en-US" altLang="zh-CN" sz="1400" b="1" dirty="0" err="1">
                <a:solidFill>
                  <a:srgbClr val="FF0000"/>
                </a:solidFill>
              </a:rPr>
              <a:t>Sequetial</a:t>
            </a:r>
            <a:r>
              <a:rPr lang="en-US" altLang="zh-CN" sz="1400" b="1" dirty="0">
                <a:solidFill>
                  <a:srgbClr val="FF0000"/>
                </a:solidFill>
              </a:rPr>
              <a:t> Circuit</a:t>
            </a:r>
          </a:p>
          <a:p>
            <a:pPr marL="263525" indent="-263525" eaLnBrk="1" hangingPunct="1">
              <a:buFontTx/>
              <a:buAutoNum type="arabicPeriod" startAt="2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Analogy feature</a:t>
            </a:r>
            <a:r>
              <a:rPr lang="zh-CN" altLang="en-US" sz="1400" b="1" dirty="0">
                <a:solidFill>
                  <a:srgbClr val="FF0000"/>
                </a:solidFill>
              </a:rPr>
              <a:t>：</a:t>
            </a:r>
            <a:endParaRPr lang="en-US" altLang="zh-CN" sz="1400" b="1" dirty="0">
              <a:solidFill>
                <a:srgbClr val="FF0000"/>
              </a:solidFill>
            </a:endParaRPr>
          </a:p>
          <a:p>
            <a:pPr marL="0" indent="0" eaLnBrk="1" hangingPunct="1"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         key path</a:t>
            </a:r>
            <a:r>
              <a:rPr lang="zh-CN" altLang="en-US" sz="1400" b="1" dirty="0">
                <a:solidFill>
                  <a:srgbClr val="FF0000"/>
                </a:solidFill>
              </a:rPr>
              <a:t>，</a:t>
            </a:r>
            <a:r>
              <a:rPr lang="en-US" altLang="zh-CN" sz="1400" b="1" dirty="0">
                <a:solidFill>
                  <a:srgbClr val="FF0000"/>
                </a:solidFill>
              </a:rPr>
              <a:t>setup time, hold time                                </a:t>
            </a:r>
            <a:endParaRPr lang="zh-CN" altLang="en-US" sz="1400" b="1" dirty="0">
              <a:solidFill>
                <a:srgbClr val="FF0000"/>
              </a:solidFill>
            </a:endParaRPr>
          </a:p>
        </p:txBody>
      </p:sp>
      <p:sp>
        <p:nvSpPr>
          <p:cNvPr id="19" name="TextBox 20">
            <a:extLst>
              <a:ext uri="{FF2B5EF4-FFF2-40B4-BE49-F238E27FC236}">
                <a16:creationId xmlns:a16="http://schemas.microsoft.com/office/drawing/2014/main" id="{B819BB3C-0925-4E1B-9935-698680590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7663" y="5051175"/>
            <a:ext cx="3716337" cy="739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1.Basic gates</a:t>
            </a: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2.Mninal complete set</a:t>
            </a: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3.Analogy </a:t>
            </a:r>
            <a:r>
              <a:rPr lang="en-US" altLang="zh-CN" sz="1400" b="1" dirty="0" err="1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feature:noise</a:t>
            </a: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 </a:t>
            </a:r>
            <a:r>
              <a:rPr lang="en-US" altLang="zh-CN" sz="1400" b="1" dirty="0" err="1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margin,fan</a:t>
            </a: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 in/out</a:t>
            </a:r>
            <a:endParaRPr lang="zh-CN" altLang="en-US" sz="1600" b="1" dirty="0">
              <a:solidFill>
                <a:srgbClr val="00B0F0"/>
              </a:solidFill>
              <a:ea typeface="+mn-ea"/>
              <a:cs typeface="Arial" panose="020B0604020202020204" pitchFamily="34" charset="0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14:cNvPr>
              <p14:cNvContentPartPr/>
              <p14:nvPr/>
            </p14:nvContentPartPr>
            <p14:xfrm>
              <a:off x="693777" y="6894190"/>
              <a:ext cx="9720" cy="7560"/>
            </p14:xfrm>
          </p:contentPart>
        </mc:Choice>
        <mc:Fallback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89457" y="6889870"/>
                <a:ext cx="1836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3" name="墨迹 2">
                <a:extLst>
                  <a:ext uri="{FF2B5EF4-FFF2-40B4-BE49-F238E27FC236}">
                    <a16:creationId xmlns:a16="http://schemas.microsoft.com/office/drawing/2014/main" id="{73526EFA-5081-492D-9401-44688EF31773}"/>
                  </a:ext>
                </a:extLst>
              </p14:cNvPr>
              <p14:cNvContentPartPr/>
              <p14:nvPr/>
            </p14:nvContentPartPr>
            <p14:xfrm>
              <a:off x="7686777" y="3244197"/>
              <a:ext cx="25920" cy="11160"/>
            </p14:xfrm>
          </p:contentPart>
        </mc:Choice>
        <mc:Fallback>
          <p:pic>
            <p:nvPicPr>
              <p:cNvPr id="3" name="墨迹 2">
                <a:extLst>
                  <a:ext uri="{FF2B5EF4-FFF2-40B4-BE49-F238E27FC236}">
                    <a16:creationId xmlns:a16="http://schemas.microsoft.com/office/drawing/2014/main" id="{73526EFA-5081-492D-9401-44688EF31773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682516" y="3239877"/>
                <a:ext cx="34442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A67DA7EE-798C-4846-B43D-49A8A4A7973C}"/>
                  </a:ext>
                </a:extLst>
              </p14:cNvPr>
              <p14:cNvContentPartPr/>
              <p14:nvPr/>
            </p14:nvContentPartPr>
            <p14:xfrm>
              <a:off x="7750137" y="3239157"/>
              <a:ext cx="35640" cy="10080"/>
            </p14:xfrm>
          </p:contentPart>
        </mc:Choice>
        <mc:Fallback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A67DA7EE-798C-4846-B43D-49A8A4A7973C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7745817" y="3234837"/>
                <a:ext cx="4428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F5E7B0CE-B005-4294-9733-7107D05593C1}"/>
                  </a:ext>
                </a:extLst>
              </p14:cNvPr>
              <p14:cNvContentPartPr/>
              <p14:nvPr/>
            </p14:nvContentPartPr>
            <p14:xfrm>
              <a:off x="7590657" y="3586851"/>
              <a:ext cx="8640" cy="4320"/>
            </p14:xfrm>
          </p:contentPart>
        </mc:Choice>
        <mc:Fallback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F5E7B0CE-B005-4294-9733-7107D05593C1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7586337" y="3582863"/>
                <a:ext cx="17280" cy="12295"/>
              </a:xfrm>
              <a:prstGeom prst="rect">
                <a:avLst/>
              </a:prstGeom>
            </p:spPr>
          </p:pic>
        </mc:Fallback>
      </mc:AlternateContent>
      <p:sp>
        <p:nvSpPr>
          <p:cNvPr id="23" name="标题 1"/>
          <p:cNvSpPr>
            <a:spLocks noGrp="1"/>
          </p:cNvSpPr>
          <p:nvPr>
            <p:ph type="title"/>
          </p:nvPr>
        </p:nvSpPr>
        <p:spPr>
          <a:xfrm>
            <a:off x="457200" y="199775"/>
            <a:ext cx="8480285" cy="615950"/>
          </a:xfrm>
        </p:spPr>
        <p:txBody>
          <a:bodyPr/>
          <a:lstStyle/>
          <a:p>
            <a:pPr eaLnBrk="1" hangingPunct="1"/>
            <a:r>
              <a:rPr lang="en-US" altLang="zh-CN" dirty="0"/>
              <a:t>The overall plan of the whole course</a:t>
            </a:r>
            <a:endParaRPr lang="zh-CN" altLang="en-US" dirty="0"/>
          </a:p>
        </p:txBody>
      </p:sp>
      <p:sp>
        <p:nvSpPr>
          <p:cNvPr id="4" name="日期占位符 2">
            <a:extLst>
              <a:ext uri="{FF2B5EF4-FFF2-40B4-BE49-F238E27FC236}">
                <a16:creationId xmlns:a16="http://schemas.microsoft.com/office/drawing/2014/main" id="{FE0E6B4B-FA4A-DF73-F86B-FC5E0A19D55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xfrm>
            <a:off x="457200" y="6332287"/>
            <a:ext cx="2133600" cy="365125"/>
          </a:xfr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6F0C5E2-68E5-4CAC-B34C-3190D7C39CD7}" type="datetime1">
              <a:rPr lang="zh-CN" altLang="en-US" smtClean="0"/>
              <a:pPr fontAlgn="base">
                <a:spcBef>
                  <a:spcPct val="0"/>
                </a:spcBef>
                <a:spcAft>
                  <a:spcPct val="0"/>
                </a:spcAft>
              </a:pPr>
              <a:t>2026-08-30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70521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日期占位符 2"/>
          <p:cNvSpPr>
            <a:spLocks noGrp="1"/>
          </p:cNvSpPr>
          <p:nvPr>
            <p:ph type="dt" sz="quarter" idx="10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6F0C5E2-68E5-4CAC-B34C-3190D7C39CD7}" type="datetime1">
              <a:rPr lang="zh-CN" altLang="en-US" smtClean="0"/>
              <a:pPr fontAlgn="base">
                <a:spcBef>
                  <a:spcPct val="0"/>
                </a:spcBef>
                <a:spcAft>
                  <a:spcPct val="0"/>
                </a:spcAft>
              </a:pPr>
              <a:t>2026-08-30</a:t>
            </a:fld>
            <a:endParaRPr lang="zh-CN" altLang="en-US"/>
          </a:p>
        </p:txBody>
      </p:sp>
      <p:sp>
        <p:nvSpPr>
          <p:cNvPr id="8196" name="灯片编号占位符 3"/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7A5C59D7-DE02-43BC-9CCB-FDA59C0A7CCD}" type="slidenum">
              <a:rPr lang="zh-CN" altLang="en-US" sz="1100"/>
              <a:pPr/>
              <a:t>77</a:t>
            </a:fld>
            <a:endParaRPr lang="zh-CN" altLang="en-US" sz="1100" dirty="0"/>
          </a:p>
        </p:txBody>
      </p:sp>
      <p:grpSp>
        <p:nvGrpSpPr>
          <p:cNvPr id="8197" name="组合 19"/>
          <p:cNvGrpSpPr>
            <a:grpSpLocks/>
          </p:cNvGrpSpPr>
          <p:nvPr/>
        </p:nvGrpSpPr>
        <p:grpSpPr bwMode="auto">
          <a:xfrm>
            <a:off x="73025" y="1042988"/>
            <a:ext cx="5354638" cy="5086350"/>
            <a:chOff x="299701" y="979680"/>
            <a:chExt cx="6506341" cy="5175605"/>
          </a:xfrm>
        </p:grpSpPr>
        <p:sp>
          <p:nvSpPr>
            <p:cNvPr id="8203" name="TextBox 8"/>
            <p:cNvSpPr txBox="1">
              <a:spLocks noChangeArrowheads="1"/>
            </p:cNvSpPr>
            <p:nvPr/>
          </p:nvSpPr>
          <p:spPr bwMode="auto">
            <a:xfrm>
              <a:off x="1006443" y="979680"/>
              <a:ext cx="5799599" cy="377219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Central Process Unit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4" name="TextBox 9"/>
            <p:cNvSpPr txBox="1">
              <a:spLocks noChangeArrowheads="1"/>
            </p:cNvSpPr>
            <p:nvPr/>
          </p:nvSpPr>
          <p:spPr bwMode="auto">
            <a:xfrm>
              <a:off x="1006444" y="1474738"/>
              <a:ext cx="2736850" cy="675079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Datapath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(ALU, MUX…)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8205" name="TextBox 10"/>
            <p:cNvSpPr txBox="1">
              <a:spLocks noChangeArrowheads="1"/>
            </p:cNvSpPr>
            <p:nvPr/>
          </p:nvSpPr>
          <p:spPr bwMode="auto">
            <a:xfrm>
              <a:off x="3887757" y="1429734"/>
              <a:ext cx="2906713" cy="720083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Controller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(State Machine)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721FFB2-9AE7-436C-AE48-E00C739DBB3C}"/>
                </a:ext>
              </a:extLst>
            </p:cNvPr>
            <p:cNvSpPr txBox="1"/>
            <p:nvPr/>
          </p:nvSpPr>
          <p:spPr>
            <a:xfrm>
              <a:off x="299701" y="1268828"/>
              <a:ext cx="563253" cy="3455250"/>
            </a:xfrm>
            <a:prstGeom prst="rect">
              <a:avLst/>
            </a:prstGeom>
            <a:noFill/>
            <a:ln w="38100">
              <a:solidFill>
                <a:schemeClr val="accent2">
                  <a:lumMod val="75000"/>
                </a:schemeClr>
              </a:solidFill>
            </a:ln>
          </p:spPr>
          <p:txBody>
            <a:bodyPr vert="eaVert" anchor="ctr" anchorCtr="1"/>
            <a:lstStyle/>
            <a:p>
              <a:pPr algn="ctr" eaLnBrk="1" hangingPunct="1">
                <a:defRPr/>
              </a:pPr>
              <a:r>
                <a:rPr lang="en-US" altLang="zh-CN" sz="2800" b="1" dirty="0">
                  <a:solidFill>
                    <a:srgbClr val="C00000"/>
                  </a:solidFill>
                  <a:latin typeface="Arial" charset="0"/>
                </a:rPr>
                <a:t>TEST</a:t>
              </a:r>
              <a:endParaRPr lang="zh-CN" altLang="en-US" sz="2800" b="1" dirty="0">
                <a:solidFill>
                  <a:srgbClr val="C00000"/>
                </a:solidFill>
                <a:latin typeface="Arial" charset="0"/>
              </a:endParaRPr>
            </a:p>
          </p:txBody>
        </p:sp>
        <p:sp>
          <p:nvSpPr>
            <p:cNvPr id="8207" name="TextBox 21"/>
            <p:cNvSpPr txBox="1">
              <a:spLocks noChangeArrowheads="1"/>
            </p:cNvSpPr>
            <p:nvPr/>
          </p:nvSpPr>
          <p:spPr bwMode="auto">
            <a:xfrm>
              <a:off x="1032736" y="5705991"/>
              <a:ext cx="5761734" cy="449294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Boolean Algebra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8208" name="TextBox 22"/>
            <p:cNvSpPr txBox="1">
              <a:spLocks noChangeArrowheads="1"/>
            </p:cNvSpPr>
            <p:nvPr/>
          </p:nvSpPr>
          <p:spPr bwMode="auto">
            <a:xfrm>
              <a:off x="1032736" y="5121751"/>
              <a:ext cx="5761734" cy="493747"/>
            </a:xfrm>
            <a:prstGeom prst="rect">
              <a:avLst/>
            </a:prstGeom>
            <a:noFill/>
            <a:ln w="38100">
              <a:solidFill>
                <a:srgbClr val="00B0F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F0"/>
                  </a:solidFill>
                </a:rPr>
                <a:t>Gates</a:t>
              </a:r>
              <a:endParaRPr lang="zh-CN" altLang="en-US" sz="3200" b="1">
                <a:solidFill>
                  <a:srgbClr val="00B0F0"/>
                </a:solidFill>
              </a:endParaRPr>
            </a:p>
          </p:txBody>
        </p:sp>
        <p:sp>
          <p:nvSpPr>
            <p:cNvPr id="8209" name="TextBox 23"/>
            <p:cNvSpPr txBox="1">
              <a:spLocks noChangeArrowheads="1"/>
            </p:cNvSpPr>
            <p:nvPr/>
          </p:nvSpPr>
          <p:spPr bwMode="auto">
            <a:xfrm>
              <a:off x="1044131" y="2284695"/>
              <a:ext cx="2808702" cy="2746563"/>
            </a:xfrm>
            <a:prstGeom prst="rect">
              <a:avLst/>
            </a:prstGeom>
            <a:noFill/>
            <a:ln w="38100">
              <a:solidFill>
                <a:srgbClr val="7030A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7030A0"/>
                  </a:solidFill>
                </a:rPr>
                <a:t>Combinational Circuit</a:t>
              </a:r>
              <a:endParaRPr lang="zh-CN" altLang="en-US" sz="2400" b="1">
                <a:solidFill>
                  <a:srgbClr val="7030A0"/>
                </a:solidFill>
              </a:endParaRPr>
            </a:p>
          </p:txBody>
        </p:sp>
        <p:sp>
          <p:nvSpPr>
            <p:cNvPr id="8210" name="TextBox 24"/>
            <p:cNvSpPr txBox="1">
              <a:spLocks noChangeArrowheads="1"/>
            </p:cNvSpPr>
            <p:nvPr/>
          </p:nvSpPr>
          <p:spPr bwMode="auto">
            <a:xfrm>
              <a:off x="3960723" y="2239827"/>
              <a:ext cx="2845319" cy="2790772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0000"/>
                  </a:solidFill>
                </a:rPr>
                <a:t>Sequential</a:t>
              </a:r>
              <a:endParaRPr lang="en-US" altLang="zh-CN" sz="2000" b="1">
                <a:solidFill>
                  <a:srgbClr val="FF0000"/>
                </a:solidFill>
              </a:endParaRPr>
            </a:p>
            <a:p>
              <a:pPr algn="ctr" eaLnBrk="1" hangingPunct="1"/>
              <a:r>
                <a:rPr lang="en-US" altLang="zh-CN" sz="2000" b="1">
                  <a:solidFill>
                    <a:srgbClr val="FF0000"/>
                  </a:solidFill>
                </a:rPr>
                <a:t>Circuit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  <p:sp>
        <p:nvSpPr>
          <p:cNvPr id="15366" name="TextBox 18"/>
          <p:cNvSpPr txBox="1">
            <a:spLocks noChangeArrowheads="1"/>
          </p:cNvSpPr>
          <p:nvPr/>
        </p:nvSpPr>
        <p:spPr bwMode="auto">
          <a:xfrm>
            <a:off x="5427663" y="5740400"/>
            <a:ext cx="3571875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1.Notation of number, base conversion</a:t>
            </a:r>
          </a:p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2. Laws of Boolean algebra</a:t>
            </a:r>
            <a:endParaRPr lang="zh-CN" altLang="en-US" sz="1400" b="1">
              <a:solidFill>
                <a:srgbClr val="00B050"/>
              </a:solidFill>
            </a:endParaRPr>
          </a:p>
        </p:txBody>
      </p:sp>
      <p:sp>
        <p:nvSpPr>
          <p:cNvPr id="15368" name="TextBox 24"/>
          <p:cNvSpPr txBox="1">
            <a:spLocks noChangeArrowheads="1"/>
          </p:cNvSpPr>
          <p:nvPr/>
        </p:nvSpPr>
        <p:spPr bwMode="auto">
          <a:xfrm>
            <a:off x="5427663" y="3698875"/>
            <a:ext cx="3643312" cy="150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Truth table, K-map, logic expression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Design for Combinational circuit</a:t>
            </a: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7030A0"/>
                </a:solidFill>
              </a:rPr>
              <a:t>Gates</a:t>
            </a: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7030A0"/>
                </a:solidFill>
              </a:rPr>
              <a:t>On-shelf chip: Decoder, MUX</a:t>
            </a: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7030A0"/>
                </a:solidFill>
              </a:rPr>
              <a:t>HDL</a:t>
            </a:r>
            <a:r>
              <a:rPr lang="zh-CN" altLang="en-US" sz="1200" b="1">
                <a:solidFill>
                  <a:srgbClr val="7030A0"/>
                </a:solidFill>
              </a:rPr>
              <a:t> </a:t>
            </a:r>
            <a:r>
              <a:rPr lang="en-US" altLang="zh-CN" sz="1200" b="1">
                <a:solidFill>
                  <a:srgbClr val="7030A0"/>
                </a:solidFill>
              </a:rPr>
              <a:t>&amp; EDA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Analysis for  Combination Circuit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7030A0"/>
                </a:solidFill>
              </a:rPr>
              <a:t>Analogy feature: hazard</a:t>
            </a:r>
            <a:endParaRPr lang="zh-CN" altLang="en-US" sz="1400" b="1">
              <a:solidFill>
                <a:srgbClr val="7030A0"/>
              </a:solidFill>
            </a:endParaRPr>
          </a:p>
        </p:txBody>
      </p:sp>
      <p:sp>
        <p:nvSpPr>
          <p:cNvPr id="15369" name="TextBox 24">
            <a:extLst>
              <a:ext uri="{FF2B5EF4-FFF2-40B4-BE49-F238E27FC236}">
                <a16:creationId xmlns:a16="http://schemas.microsoft.com/office/drawing/2014/main" id="{D24EC832-15A1-4CCD-9B70-454E6F7EB4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7663" y="2111375"/>
            <a:ext cx="3643312" cy="1722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534988" indent="-268288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 marL="263525" indent="-263525" eaLnBrk="1" hangingPunct="1">
              <a:buFontTx/>
              <a:buAutoNum type="arabicPeriod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STG, State transition/Output table                        </a:t>
            </a:r>
            <a:r>
              <a:rPr lang="zh-CN" altLang="en-US" sz="1400" b="1" dirty="0">
                <a:solidFill>
                  <a:srgbClr val="FF0000"/>
                </a:solidFill>
              </a:rPr>
              <a:t>  </a:t>
            </a:r>
            <a:endParaRPr lang="en-US" altLang="zh-CN" sz="1400" b="1" dirty="0">
              <a:solidFill>
                <a:srgbClr val="FF0000"/>
              </a:solidFill>
            </a:endParaRPr>
          </a:p>
          <a:p>
            <a:pPr marL="263525" indent="-263525" eaLnBrk="1" hangingPunct="1">
              <a:buFont typeface="Calibri" pitchFamily="34" charset="0"/>
              <a:buAutoNum type="arabicPeriod" startAt="2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Design for Sequential Circuit</a:t>
            </a:r>
          </a:p>
          <a:p>
            <a:pPr lvl="1" eaLnBrk="1" hangingPunct="1">
              <a:buFont typeface="Wingdings" pitchFamily="2" charset="2"/>
              <a:buChar char="Ø"/>
              <a:defRPr/>
            </a:pPr>
            <a:r>
              <a:rPr lang="en-US" altLang="zh-CN" sz="1200" b="1" dirty="0">
                <a:solidFill>
                  <a:srgbClr val="FF0000"/>
                </a:solidFill>
              </a:rPr>
              <a:t>F/F</a:t>
            </a:r>
            <a:r>
              <a:rPr lang="zh-CN" altLang="en-US" sz="1200" b="1" dirty="0">
                <a:solidFill>
                  <a:srgbClr val="FF0000"/>
                </a:solidFill>
              </a:rPr>
              <a:t>＋</a:t>
            </a:r>
            <a:r>
              <a:rPr lang="en-US" altLang="zh-CN" sz="1200" b="1" dirty="0">
                <a:solidFill>
                  <a:srgbClr val="FF0000"/>
                </a:solidFill>
              </a:rPr>
              <a:t>Combinational circuit</a:t>
            </a:r>
          </a:p>
          <a:p>
            <a:pPr lvl="1" eaLnBrk="1" hangingPunct="1">
              <a:buFont typeface="Wingdings" pitchFamily="2" charset="2"/>
              <a:buChar char="Ø"/>
              <a:defRPr/>
            </a:pPr>
            <a:r>
              <a:rPr lang="en-US" altLang="zh-CN" sz="1200" b="1" dirty="0">
                <a:solidFill>
                  <a:srgbClr val="FF0000"/>
                </a:solidFill>
              </a:rPr>
              <a:t>On-shelf chips: shift register, counter</a:t>
            </a:r>
          </a:p>
          <a:p>
            <a:pPr lvl="1" eaLnBrk="1" hangingPunct="1">
              <a:buFont typeface="Wingdings" pitchFamily="2" charset="2"/>
              <a:buChar char="Ø"/>
              <a:defRPr/>
            </a:pPr>
            <a:r>
              <a:rPr lang="en-US" altLang="zh-CN" sz="1200" b="1" dirty="0">
                <a:solidFill>
                  <a:srgbClr val="FF0000"/>
                </a:solidFill>
              </a:rPr>
              <a:t>HDL</a:t>
            </a:r>
            <a:r>
              <a:rPr lang="zh-CN" altLang="en-US" sz="1200" b="1" dirty="0">
                <a:solidFill>
                  <a:srgbClr val="FF0000"/>
                </a:solidFill>
              </a:rPr>
              <a:t> </a:t>
            </a:r>
            <a:r>
              <a:rPr lang="en-US" altLang="zh-CN" sz="1200" b="1" dirty="0">
                <a:solidFill>
                  <a:srgbClr val="FF0000"/>
                </a:solidFill>
              </a:rPr>
              <a:t>&amp; EDA</a:t>
            </a:r>
          </a:p>
          <a:p>
            <a:pPr marL="263525" indent="-263525" eaLnBrk="1" hangingPunct="1">
              <a:buFontTx/>
              <a:buAutoNum type="arabicPeriod" startAt="2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Analysis for </a:t>
            </a:r>
            <a:r>
              <a:rPr lang="en-US" altLang="zh-CN" sz="1400" b="1" dirty="0" err="1">
                <a:solidFill>
                  <a:srgbClr val="FF0000"/>
                </a:solidFill>
              </a:rPr>
              <a:t>Sequetial</a:t>
            </a:r>
            <a:r>
              <a:rPr lang="en-US" altLang="zh-CN" sz="1400" b="1" dirty="0">
                <a:solidFill>
                  <a:srgbClr val="FF0000"/>
                </a:solidFill>
              </a:rPr>
              <a:t> Circuit</a:t>
            </a:r>
          </a:p>
          <a:p>
            <a:pPr marL="263525" indent="-263525" eaLnBrk="1" hangingPunct="1">
              <a:buFontTx/>
              <a:buAutoNum type="arabicPeriod" startAt="2"/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Analogy feature</a:t>
            </a:r>
            <a:r>
              <a:rPr lang="zh-CN" altLang="en-US" sz="1400" b="1" dirty="0">
                <a:solidFill>
                  <a:srgbClr val="FF0000"/>
                </a:solidFill>
              </a:rPr>
              <a:t>：</a:t>
            </a:r>
            <a:endParaRPr lang="en-US" altLang="zh-CN" sz="1400" b="1" dirty="0">
              <a:solidFill>
                <a:srgbClr val="FF0000"/>
              </a:solidFill>
            </a:endParaRPr>
          </a:p>
          <a:p>
            <a:pPr marL="0" indent="0" eaLnBrk="1" hangingPunct="1">
              <a:defRPr/>
            </a:pPr>
            <a:r>
              <a:rPr lang="en-US" altLang="zh-CN" sz="1400" b="1" dirty="0">
                <a:solidFill>
                  <a:srgbClr val="FF0000"/>
                </a:solidFill>
              </a:rPr>
              <a:t>         key path</a:t>
            </a:r>
            <a:r>
              <a:rPr lang="zh-CN" altLang="en-US" sz="1400" b="1" dirty="0">
                <a:solidFill>
                  <a:srgbClr val="FF0000"/>
                </a:solidFill>
              </a:rPr>
              <a:t>，</a:t>
            </a:r>
            <a:r>
              <a:rPr lang="en-US" altLang="zh-CN" sz="1400" b="1" dirty="0">
                <a:solidFill>
                  <a:srgbClr val="FF0000"/>
                </a:solidFill>
              </a:rPr>
              <a:t>setup time, hold time                                </a:t>
            </a:r>
            <a:endParaRPr lang="zh-CN" altLang="en-US" sz="1400" b="1" dirty="0">
              <a:solidFill>
                <a:srgbClr val="FF0000"/>
              </a:solidFill>
            </a:endParaRPr>
          </a:p>
        </p:txBody>
      </p:sp>
      <p:sp>
        <p:nvSpPr>
          <p:cNvPr id="15370" name="TextBox 20"/>
          <p:cNvSpPr txBox="1">
            <a:spLocks noChangeArrowheads="1"/>
          </p:cNvSpPr>
          <p:nvPr/>
        </p:nvSpPr>
        <p:spPr bwMode="auto">
          <a:xfrm>
            <a:off x="5427663" y="863600"/>
            <a:ext cx="3643312" cy="1323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00B050"/>
                </a:solidFill>
              </a:rPr>
              <a:t>Specification</a:t>
            </a:r>
            <a:r>
              <a:rPr lang="zh-CN" altLang="en-US" sz="1400" b="1">
                <a:solidFill>
                  <a:srgbClr val="00B050"/>
                </a:solidFill>
              </a:rPr>
              <a:t>： </a:t>
            </a:r>
            <a:r>
              <a:rPr lang="en-US" altLang="zh-CN" sz="1400" b="1">
                <a:solidFill>
                  <a:srgbClr val="00B050"/>
                </a:solidFill>
              </a:rPr>
              <a:t>define ISA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en-US" altLang="zh-CN" sz="1400" b="1">
                <a:solidFill>
                  <a:srgbClr val="00B050"/>
                </a:solidFill>
              </a:rPr>
              <a:t>Top-design</a:t>
            </a:r>
            <a:r>
              <a:rPr lang="zh-CN" altLang="en-US" sz="1400" b="1">
                <a:solidFill>
                  <a:srgbClr val="00B050"/>
                </a:solidFill>
              </a:rPr>
              <a:t>：</a:t>
            </a:r>
            <a:endParaRPr lang="en-US" altLang="zh-CN" sz="1400" b="1">
              <a:solidFill>
                <a:srgbClr val="00B05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00B050"/>
                </a:solidFill>
              </a:rPr>
              <a:t>Port</a:t>
            </a: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00B050"/>
                </a:solidFill>
              </a:rPr>
              <a:t>Datapath</a:t>
            </a:r>
            <a:r>
              <a:rPr lang="zh-CN" altLang="en-US" sz="1200" b="1">
                <a:solidFill>
                  <a:srgbClr val="00B050"/>
                </a:solidFill>
              </a:rPr>
              <a:t>＋</a:t>
            </a:r>
            <a:r>
              <a:rPr lang="en-US" altLang="zh-CN" sz="1200" b="1">
                <a:solidFill>
                  <a:srgbClr val="00B050"/>
                </a:solidFill>
              </a:rPr>
              <a:t>Controller</a:t>
            </a:r>
            <a:r>
              <a:rPr lang="zh-CN" altLang="en-US" sz="1200" b="1">
                <a:solidFill>
                  <a:srgbClr val="00B050"/>
                </a:solidFill>
              </a:rPr>
              <a:t>＋</a:t>
            </a:r>
            <a:r>
              <a:rPr lang="en-US" altLang="zh-CN" sz="1200" b="1">
                <a:solidFill>
                  <a:srgbClr val="00B050"/>
                </a:solidFill>
              </a:rPr>
              <a:t>Interconnect</a:t>
            </a:r>
          </a:p>
          <a:p>
            <a:pPr marL="263525" indent="-263525" eaLnBrk="1" hangingPunct="1">
              <a:buFont typeface="Calibri" pitchFamily="34" charset="0"/>
              <a:buAutoNum type="arabicPeriod" startAt="3"/>
            </a:pPr>
            <a:r>
              <a:rPr lang="en-US" altLang="zh-CN" sz="1400" b="1">
                <a:solidFill>
                  <a:srgbClr val="00B050"/>
                </a:solidFill>
              </a:rPr>
              <a:t>Submodule-design according to ISA</a:t>
            </a:r>
            <a:r>
              <a:rPr lang="zh-CN" altLang="en-US" sz="1400" b="1">
                <a:solidFill>
                  <a:srgbClr val="00B050"/>
                </a:solidFill>
              </a:rPr>
              <a:t>          </a:t>
            </a:r>
            <a:endParaRPr lang="en-US" altLang="zh-CN" sz="1400" b="1">
              <a:solidFill>
                <a:srgbClr val="00B050"/>
              </a:solidFill>
            </a:endParaRPr>
          </a:p>
          <a:p>
            <a:pPr marL="263525" indent="-263525" eaLnBrk="1" hangingPunct="1">
              <a:buFont typeface="Calibri" pitchFamily="34" charset="0"/>
              <a:buAutoNum type="arabicPeriod" startAt="4"/>
            </a:pPr>
            <a:r>
              <a:rPr lang="en-US" altLang="zh-CN" sz="1400" b="1">
                <a:solidFill>
                  <a:srgbClr val="00B050"/>
                </a:solidFill>
              </a:rPr>
              <a:t>Testbench, performance assessment </a:t>
            </a:r>
            <a:endParaRPr lang="zh-CN" altLang="en-US" sz="1400" b="1">
              <a:solidFill>
                <a:srgbClr val="00B050"/>
              </a:solidFill>
            </a:endParaRPr>
          </a:p>
        </p:txBody>
      </p:sp>
      <p:sp>
        <p:nvSpPr>
          <p:cNvPr id="19" name="TextBox 20">
            <a:extLst>
              <a:ext uri="{FF2B5EF4-FFF2-40B4-BE49-F238E27FC236}">
                <a16:creationId xmlns:a16="http://schemas.microsoft.com/office/drawing/2014/main" id="{B819BB3C-0925-4E1B-9935-698680590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7663" y="5075238"/>
            <a:ext cx="3716337" cy="739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1.Basic gates</a:t>
            </a: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2.Mninal complete set</a:t>
            </a: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3.Analogy </a:t>
            </a:r>
            <a:r>
              <a:rPr lang="en-US" altLang="zh-CN" sz="1400" b="1" dirty="0" err="1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feature:noise</a:t>
            </a: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 </a:t>
            </a:r>
            <a:r>
              <a:rPr lang="en-US" altLang="zh-CN" sz="1400" b="1" dirty="0" err="1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margin,fan</a:t>
            </a:r>
            <a:r>
              <a:rPr lang="en-US" altLang="zh-CN" sz="1400" b="1" dirty="0">
                <a:solidFill>
                  <a:srgbClr val="00B0F0"/>
                </a:solidFill>
                <a:ea typeface="+mn-ea"/>
                <a:cs typeface="Arial" panose="020B0604020202020204" pitchFamily="34" charset="0"/>
              </a:rPr>
              <a:t> in/out</a:t>
            </a:r>
            <a:endParaRPr lang="zh-CN" altLang="en-US" sz="1600" b="1" dirty="0">
              <a:solidFill>
                <a:srgbClr val="00B0F0"/>
              </a:solidFill>
              <a:ea typeface="+mn-ea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14:cNvPr>
              <p14:cNvContentPartPr/>
              <p14:nvPr/>
            </p14:nvContentPartPr>
            <p14:xfrm>
              <a:off x="693777" y="6918253"/>
              <a:ext cx="9720" cy="7560"/>
            </p14:xfrm>
          </p:contentPart>
        </mc:Choice>
        <mc:Fallback xmlns="">
          <p:pic>
            <p:nvPicPr>
              <p:cNvPr id="2" name="墨迹 1">
                <a:extLst>
                  <a:ext uri="{FF2B5EF4-FFF2-40B4-BE49-F238E27FC236}">
                    <a16:creationId xmlns:a16="http://schemas.microsoft.com/office/drawing/2014/main" id="{57DD65ED-3E95-4944-A07C-3FC49502CCE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89457" y="6913933"/>
                <a:ext cx="1836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墨迹 2">
                <a:extLst>
                  <a:ext uri="{FF2B5EF4-FFF2-40B4-BE49-F238E27FC236}">
                    <a16:creationId xmlns:a16="http://schemas.microsoft.com/office/drawing/2014/main" id="{73526EFA-5081-492D-9401-44688EF31773}"/>
                  </a:ext>
                </a:extLst>
              </p14:cNvPr>
              <p14:cNvContentPartPr/>
              <p14:nvPr/>
            </p14:nvContentPartPr>
            <p14:xfrm>
              <a:off x="7686777" y="3268260"/>
              <a:ext cx="25920" cy="11160"/>
            </p14:xfrm>
          </p:contentPart>
        </mc:Choice>
        <mc:Fallback xmlns="">
          <p:pic>
            <p:nvPicPr>
              <p:cNvPr id="3" name="墨迹 2">
                <a:extLst>
                  <a:ext uri="{FF2B5EF4-FFF2-40B4-BE49-F238E27FC236}">
                    <a16:creationId xmlns:a16="http://schemas.microsoft.com/office/drawing/2014/main" id="{73526EFA-5081-492D-9401-44688EF3177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682457" y="3263940"/>
                <a:ext cx="3456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" name="墨迹 4">
                <a:extLst>
                  <a:ext uri="{FF2B5EF4-FFF2-40B4-BE49-F238E27FC236}">
                    <a16:creationId xmlns:a16="http://schemas.microsoft.com/office/drawing/2014/main" id="{A67DA7EE-798C-4846-B43D-49A8A4A7973C}"/>
                  </a:ext>
                </a:extLst>
              </p14:cNvPr>
              <p14:cNvContentPartPr/>
              <p14:nvPr/>
            </p14:nvContentPartPr>
            <p14:xfrm>
              <a:off x="7750137" y="3263220"/>
              <a:ext cx="35640" cy="10080"/>
            </p14:xfrm>
          </p:contentPart>
        </mc:Choice>
        <mc:Fallback xmlns="">
          <p:pic>
            <p:nvPicPr>
              <p:cNvPr id="5" name="墨迹 4">
                <a:extLst>
                  <a:ext uri="{FF2B5EF4-FFF2-40B4-BE49-F238E27FC236}">
                    <a16:creationId xmlns:a16="http://schemas.microsoft.com/office/drawing/2014/main" id="{A67DA7EE-798C-4846-B43D-49A8A4A7973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745817" y="3258900"/>
                <a:ext cx="4428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墨迹 5">
                <a:extLst>
                  <a:ext uri="{FF2B5EF4-FFF2-40B4-BE49-F238E27FC236}">
                    <a16:creationId xmlns:a16="http://schemas.microsoft.com/office/drawing/2014/main" id="{F5E7B0CE-B005-4294-9733-7107D05593C1}"/>
                  </a:ext>
                </a:extLst>
              </p14:cNvPr>
              <p14:cNvContentPartPr/>
              <p14:nvPr/>
            </p14:nvContentPartPr>
            <p14:xfrm>
              <a:off x="7590657" y="3610914"/>
              <a:ext cx="8640" cy="4320"/>
            </p14:xfrm>
          </p:contentPart>
        </mc:Choice>
        <mc:Fallback xmlns="">
          <p:pic>
            <p:nvPicPr>
              <p:cNvPr id="6" name="墨迹 5">
                <a:extLst>
                  <a:ext uri="{FF2B5EF4-FFF2-40B4-BE49-F238E27FC236}">
                    <a16:creationId xmlns:a16="http://schemas.microsoft.com/office/drawing/2014/main" id="{F5E7B0CE-B005-4294-9733-7107D05593C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586337" y="3606594"/>
                <a:ext cx="17280" cy="12960"/>
              </a:xfrm>
              <a:prstGeom prst="rect">
                <a:avLst/>
              </a:prstGeom>
            </p:spPr>
          </p:pic>
        </mc:Fallback>
      </mc:AlternateContent>
      <p:sp>
        <p:nvSpPr>
          <p:cNvPr id="25" name="标题 1"/>
          <p:cNvSpPr>
            <a:spLocks noGrp="1"/>
          </p:cNvSpPr>
          <p:nvPr>
            <p:ph type="title"/>
          </p:nvPr>
        </p:nvSpPr>
        <p:spPr>
          <a:xfrm>
            <a:off x="457200" y="223838"/>
            <a:ext cx="8480285" cy="615950"/>
          </a:xfrm>
        </p:spPr>
        <p:txBody>
          <a:bodyPr/>
          <a:lstStyle/>
          <a:p>
            <a:pPr eaLnBrk="1" hangingPunct="1"/>
            <a:r>
              <a:rPr lang="en-US" altLang="zh-CN" dirty="0"/>
              <a:t>The overall plan of the whole course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12283665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From Boolean Algebra to CPU</a:t>
            </a:r>
            <a:endParaRPr lang="zh-CN" altLang="en-US"/>
          </a:p>
        </p:txBody>
      </p:sp>
      <p:sp>
        <p:nvSpPr>
          <p:cNvPr id="9219" name="日期占位符 2"/>
          <p:cNvSpPr>
            <a:spLocks noGrp="1"/>
          </p:cNvSpPr>
          <p:nvPr>
            <p:ph type="dt" sz="quarter" idx="10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B199D05-E185-41C4-98F4-A497B24BA248}" type="datetime1">
              <a:rPr lang="zh-CN" altLang="en-US" smtClean="0"/>
              <a:pPr fontAlgn="base">
                <a:spcBef>
                  <a:spcPct val="0"/>
                </a:spcBef>
                <a:spcAft>
                  <a:spcPct val="0"/>
                </a:spcAft>
              </a:pPr>
              <a:t>2026-08-30</a:t>
            </a:fld>
            <a:endParaRPr lang="zh-CN" altLang="en-US"/>
          </a:p>
        </p:txBody>
      </p:sp>
      <p:sp>
        <p:nvSpPr>
          <p:cNvPr id="9220" name="灯片编号占位符 3"/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4456C9C5-59D8-4751-BBD3-FCDC48D9E30B}" type="slidenum">
              <a:rPr lang="zh-CN" altLang="en-US" sz="1100"/>
              <a:pPr/>
              <a:t>78</a:t>
            </a:fld>
            <a:endParaRPr lang="zh-CN" altLang="en-US" sz="1100" dirty="0"/>
          </a:p>
        </p:txBody>
      </p:sp>
      <p:sp>
        <p:nvSpPr>
          <p:cNvPr id="9222" name="TextBox 18"/>
          <p:cNvSpPr txBox="1">
            <a:spLocks noChangeArrowheads="1"/>
          </p:cNvSpPr>
          <p:nvPr/>
        </p:nvSpPr>
        <p:spPr bwMode="auto">
          <a:xfrm>
            <a:off x="5516563" y="5740400"/>
            <a:ext cx="3571875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1.</a:t>
            </a:r>
            <a:r>
              <a:rPr lang="zh-CN" altLang="en-US" sz="1400" b="1">
                <a:solidFill>
                  <a:srgbClr val="00B050"/>
                </a:solidFill>
              </a:rPr>
              <a:t>数的表示法，不同进制之间的转换；</a:t>
            </a:r>
            <a:endParaRPr lang="en-US" altLang="zh-CN" sz="1400" b="1">
              <a:solidFill>
                <a:srgbClr val="00B050"/>
              </a:solidFill>
            </a:endParaRPr>
          </a:p>
          <a:p>
            <a:pPr eaLnBrk="1" hangingPunct="1"/>
            <a:r>
              <a:rPr lang="en-US" altLang="zh-CN" sz="1400" b="1">
                <a:solidFill>
                  <a:srgbClr val="00B050"/>
                </a:solidFill>
              </a:rPr>
              <a:t>2.</a:t>
            </a:r>
            <a:r>
              <a:rPr lang="zh-CN" altLang="en-US" sz="1400" b="1">
                <a:solidFill>
                  <a:srgbClr val="00B050"/>
                </a:solidFill>
              </a:rPr>
              <a:t>布尔代数的公理、常用定理；</a:t>
            </a:r>
          </a:p>
        </p:txBody>
      </p:sp>
      <p:sp>
        <p:nvSpPr>
          <p:cNvPr id="9223" name="TextBox 24"/>
          <p:cNvSpPr txBox="1">
            <a:spLocks noChangeArrowheads="1"/>
          </p:cNvSpPr>
          <p:nvPr/>
        </p:nvSpPr>
        <p:spPr bwMode="auto">
          <a:xfrm>
            <a:off x="5500688" y="3654425"/>
            <a:ext cx="3643312" cy="150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63525" indent="-263525" eaLnBrk="1" hangingPunct="1">
              <a:buFontTx/>
              <a:buAutoNum type="arabicPeriod"/>
            </a:pPr>
            <a:r>
              <a:rPr lang="zh-CN" altLang="en-US" sz="1400" b="1">
                <a:solidFill>
                  <a:srgbClr val="7030A0"/>
                </a:solidFill>
              </a:rPr>
              <a:t>基本描述方法：真值表，</a:t>
            </a:r>
            <a:r>
              <a:rPr lang="en-US" altLang="zh-CN" sz="1400" b="1">
                <a:solidFill>
                  <a:srgbClr val="7030A0"/>
                </a:solidFill>
              </a:rPr>
              <a:t>K</a:t>
            </a:r>
            <a:r>
              <a:rPr lang="zh-CN" altLang="en-US" sz="1400" b="1">
                <a:solidFill>
                  <a:srgbClr val="7030A0"/>
                </a:solidFill>
              </a:rPr>
              <a:t>图，逻辑式</a:t>
            </a:r>
            <a:endParaRPr lang="en-US" altLang="zh-CN" sz="1400" b="1">
              <a:solidFill>
                <a:srgbClr val="7030A0"/>
              </a:solidFill>
            </a:endParaRPr>
          </a:p>
          <a:p>
            <a:pPr marL="263525" indent="-263525" eaLnBrk="1" hangingPunct="1">
              <a:buFontTx/>
              <a:buAutoNum type="arabicPeriod"/>
            </a:pPr>
            <a:r>
              <a:rPr lang="zh-CN" altLang="en-US" sz="1400" b="1">
                <a:solidFill>
                  <a:srgbClr val="7030A0"/>
                </a:solidFill>
              </a:rPr>
              <a:t>组合电路设计方法</a:t>
            </a:r>
            <a:endParaRPr lang="en-US" altLang="zh-CN" sz="1400" b="1">
              <a:solidFill>
                <a:srgbClr val="7030A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zh-CN" altLang="en-US" sz="1200" b="1">
                <a:solidFill>
                  <a:srgbClr val="7030A0"/>
                </a:solidFill>
              </a:rPr>
              <a:t>用门电路实现</a:t>
            </a:r>
            <a:endParaRPr lang="en-US" altLang="zh-CN" sz="1200" b="1">
              <a:solidFill>
                <a:srgbClr val="7030A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zh-CN" altLang="en-US" sz="1200" b="1">
                <a:solidFill>
                  <a:srgbClr val="7030A0"/>
                </a:solidFill>
              </a:rPr>
              <a:t>用已有模块搭建：级联，译码器，复用器</a:t>
            </a:r>
            <a:endParaRPr lang="en-US" altLang="zh-CN" sz="1200" b="1">
              <a:solidFill>
                <a:srgbClr val="7030A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7030A0"/>
                </a:solidFill>
              </a:rPr>
              <a:t>HDL</a:t>
            </a:r>
            <a:r>
              <a:rPr lang="zh-CN" altLang="en-US" sz="1200" b="1">
                <a:solidFill>
                  <a:srgbClr val="7030A0"/>
                </a:solidFill>
              </a:rPr>
              <a:t>语言描述，综合</a:t>
            </a:r>
            <a:endParaRPr lang="en-US" altLang="zh-CN" sz="1200" b="1">
              <a:solidFill>
                <a:srgbClr val="7030A0"/>
              </a:solidFill>
            </a:endParaRPr>
          </a:p>
          <a:p>
            <a:pPr marL="263525" indent="-263525" eaLnBrk="1" hangingPunct="1">
              <a:buFontTx/>
              <a:buAutoNum type="arabicPeriod"/>
            </a:pPr>
            <a:r>
              <a:rPr lang="zh-CN" altLang="en-US" sz="1400" b="1">
                <a:solidFill>
                  <a:srgbClr val="7030A0"/>
                </a:solidFill>
              </a:rPr>
              <a:t>组合电路分析方法</a:t>
            </a:r>
            <a:endParaRPr lang="en-US" altLang="zh-CN" sz="1400" b="1">
              <a:solidFill>
                <a:srgbClr val="7030A0"/>
              </a:solidFill>
            </a:endParaRPr>
          </a:p>
          <a:p>
            <a:pPr marL="263525" indent="-263525" eaLnBrk="1" hangingPunct="1">
              <a:buFontTx/>
              <a:buAutoNum type="arabicPeriod"/>
            </a:pPr>
            <a:r>
              <a:rPr lang="zh-CN" altLang="en-US" sz="1400" b="1">
                <a:solidFill>
                  <a:srgbClr val="7030A0"/>
                </a:solidFill>
              </a:rPr>
              <a:t>电路模拟特性：竞争冒险</a:t>
            </a:r>
          </a:p>
        </p:txBody>
      </p:sp>
      <p:sp>
        <p:nvSpPr>
          <p:cNvPr id="9224" name="TextBox 24"/>
          <p:cNvSpPr txBox="1">
            <a:spLocks noChangeArrowheads="1"/>
          </p:cNvSpPr>
          <p:nvPr/>
        </p:nvSpPr>
        <p:spPr bwMode="auto">
          <a:xfrm>
            <a:off x="5500688" y="2168525"/>
            <a:ext cx="3643312" cy="1508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63525" indent="-263525" eaLnBrk="1" hangingPunct="1">
              <a:buFontTx/>
              <a:buAutoNum type="arabicPeriod"/>
            </a:pPr>
            <a:r>
              <a:rPr lang="zh-CN" altLang="en-US" sz="1400" b="1">
                <a:solidFill>
                  <a:srgbClr val="FF0000"/>
                </a:solidFill>
              </a:rPr>
              <a:t>基本描述方法：</a:t>
            </a:r>
            <a:r>
              <a:rPr lang="en-US" altLang="zh-CN" sz="1400" b="1">
                <a:solidFill>
                  <a:srgbClr val="FF0000"/>
                </a:solidFill>
              </a:rPr>
              <a:t>STG, </a:t>
            </a:r>
            <a:r>
              <a:rPr lang="zh-CN" altLang="en-US" sz="1400" b="1">
                <a:solidFill>
                  <a:srgbClr val="FF0000"/>
                </a:solidFill>
              </a:rPr>
              <a:t>状态转移</a:t>
            </a:r>
            <a:r>
              <a:rPr lang="en-US" altLang="zh-CN" sz="1400" b="1">
                <a:solidFill>
                  <a:srgbClr val="FF0000"/>
                </a:solidFill>
              </a:rPr>
              <a:t>/</a:t>
            </a:r>
            <a:r>
              <a:rPr lang="zh-CN" altLang="en-US" sz="1400" b="1">
                <a:solidFill>
                  <a:srgbClr val="FF0000"/>
                </a:solidFill>
              </a:rPr>
              <a:t>输出表</a:t>
            </a:r>
            <a:r>
              <a:rPr lang="en-US" altLang="zh-CN" sz="1400" b="1">
                <a:solidFill>
                  <a:srgbClr val="FF0000"/>
                </a:solidFill>
              </a:rPr>
              <a:t>                        </a:t>
            </a:r>
            <a:r>
              <a:rPr lang="zh-CN" altLang="en-US" sz="1400" b="1">
                <a:solidFill>
                  <a:srgbClr val="FF0000"/>
                </a:solidFill>
              </a:rPr>
              <a:t>  </a:t>
            </a:r>
            <a:endParaRPr lang="en-US" altLang="zh-CN" sz="1400" b="1">
              <a:solidFill>
                <a:srgbClr val="FF0000"/>
              </a:solidFill>
            </a:endParaRPr>
          </a:p>
          <a:p>
            <a:pPr marL="263525" indent="-263525" eaLnBrk="1" hangingPunct="1">
              <a:buFont typeface="Calibri" pitchFamily="34" charset="0"/>
              <a:buAutoNum type="arabicPeriod" startAt="2"/>
            </a:pPr>
            <a:r>
              <a:rPr lang="zh-CN" altLang="en-US" sz="1400" b="1">
                <a:solidFill>
                  <a:srgbClr val="FF0000"/>
                </a:solidFill>
              </a:rPr>
              <a:t>时序电路设计方法</a:t>
            </a:r>
            <a:endParaRPr lang="en-US" altLang="zh-CN" sz="1400" b="1">
              <a:solidFill>
                <a:srgbClr val="FF000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zh-CN" altLang="en-US" sz="1200" b="1">
                <a:solidFill>
                  <a:srgbClr val="FF0000"/>
                </a:solidFill>
              </a:rPr>
              <a:t>用</a:t>
            </a:r>
            <a:r>
              <a:rPr lang="en-US" altLang="zh-CN" sz="1200" b="1">
                <a:solidFill>
                  <a:srgbClr val="FF0000"/>
                </a:solidFill>
              </a:rPr>
              <a:t>DFF</a:t>
            </a:r>
            <a:r>
              <a:rPr lang="zh-CN" altLang="en-US" sz="1200" b="1">
                <a:solidFill>
                  <a:srgbClr val="FF0000"/>
                </a:solidFill>
              </a:rPr>
              <a:t>＋组合电路实现</a:t>
            </a:r>
            <a:endParaRPr lang="en-US" altLang="zh-CN" sz="1200" b="1">
              <a:solidFill>
                <a:srgbClr val="FF000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zh-CN" altLang="en-US" sz="1200" b="1">
                <a:solidFill>
                  <a:srgbClr val="FF0000"/>
                </a:solidFill>
              </a:rPr>
              <a:t>用已有模块搭建：移位寄存器，计数器</a:t>
            </a:r>
            <a:endParaRPr lang="en-US" altLang="zh-CN" sz="1200" b="1">
              <a:solidFill>
                <a:srgbClr val="FF000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FF0000"/>
                </a:solidFill>
              </a:rPr>
              <a:t>HDL</a:t>
            </a:r>
            <a:r>
              <a:rPr lang="zh-CN" altLang="en-US" sz="1200" b="1">
                <a:solidFill>
                  <a:srgbClr val="FF0000"/>
                </a:solidFill>
              </a:rPr>
              <a:t>语言描述，综合</a:t>
            </a:r>
            <a:endParaRPr lang="en-US" altLang="zh-CN" sz="1200" b="1">
              <a:solidFill>
                <a:srgbClr val="FF0000"/>
              </a:solidFill>
            </a:endParaRPr>
          </a:p>
          <a:p>
            <a:pPr marL="263525" indent="-263525" eaLnBrk="1" hangingPunct="1">
              <a:buFontTx/>
              <a:buAutoNum type="arabicPeriod" startAt="2"/>
            </a:pPr>
            <a:r>
              <a:rPr lang="zh-CN" altLang="en-US" sz="1400" b="1">
                <a:solidFill>
                  <a:srgbClr val="FF0000"/>
                </a:solidFill>
              </a:rPr>
              <a:t>时序电路分析方法</a:t>
            </a:r>
            <a:endParaRPr lang="en-US" altLang="zh-CN" sz="1400" b="1">
              <a:solidFill>
                <a:srgbClr val="FF0000"/>
              </a:solidFill>
            </a:endParaRPr>
          </a:p>
          <a:p>
            <a:pPr marL="263525" indent="-263525" eaLnBrk="1" hangingPunct="1">
              <a:buFontTx/>
              <a:buAutoNum type="arabicPeriod" startAt="2"/>
            </a:pPr>
            <a:r>
              <a:rPr lang="zh-CN" altLang="en-US" sz="1400" b="1">
                <a:solidFill>
                  <a:srgbClr val="FF0000"/>
                </a:solidFill>
              </a:rPr>
              <a:t>电路模拟特性：关键路径</a:t>
            </a:r>
            <a:r>
              <a:rPr lang="en-US" altLang="zh-CN" sz="1400" b="1">
                <a:solidFill>
                  <a:srgbClr val="FF0000"/>
                </a:solidFill>
              </a:rPr>
              <a:t>, </a:t>
            </a:r>
            <a:r>
              <a:rPr lang="zh-CN" altLang="en-US" sz="1400" b="1">
                <a:solidFill>
                  <a:srgbClr val="FF0000"/>
                </a:solidFill>
              </a:rPr>
              <a:t>建立</a:t>
            </a:r>
            <a:r>
              <a:rPr lang="en-US" altLang="zh-CN" sz="1400" b="1">
                <a:solidFill>
                  <a:srgbClr val="FF0000"/>
                </a:solidFill>
              </a:rPr>
              <a:t>/</a:t>
            </a:r>
            <a:r>
              <a:rPr lang="zh-CN" altLang="en-US" sz="1400" b="1">
                <a:solidFill>
                  <a:srgbClr val="FF0000"/>
                </a:solidFill>
              </a:rPr>
              <a:t>保持时间</a:t>
            </a:r>
          </a:p>
        </p:txBody>
      </p:sp>
      <p:sp>
        <p:nvSpPr>
          <p:cNvPr id="9225" name="TextBox 20"/>
          <p:cNvSpPr txBox="1">
            <a:spLocks noChangeArrowheads="1"/>
          </p:cNvSpPr>
          <p:nvPr/>
        </p:nvSpPr>
        <p:spPr bwMode="auto">
          <a:xfrm>
            <a:off x="5500688" y="908050"/>
            <a:ext cx="3643312" cy="1323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263525" indent="-263525" eaLnBrk="1" hangingPunct="1">
              <a:buFontTx/>
              <a:buAutoNum type="arabicPeriod"/>
            </a:pPr>
            <a:r>
              <a:rPr lang="zh-CN" altLang="en-US" sz="1400" b="1">
                <a:solidFill>
                  <a:srgbClr val="00B050"/>
                </a:solidFill>
              </a:rPr>
              <a:t>规格定义： 指令集</a:t>
            </a:r>
            <a:r>
              <a:rPr lang="en-US" altLang="zh-CN" sz="1400" b="1">
                <a:solidFill>
                  <a:srgbClr val="00B050"/>
                </a:solidFill>
              </a:rPr>
              <a:t>ISA</a:t>
            </a:r>
          </a:p>
          <a:p>
            <a:pPr marL="263525" indent="-263525" eaLnBrk="1" hangingPunct="1">
              <a:buFontTx/>
              <a:buAutoNum type="arabicPeriod"/>
            </a:pPr>
            <a:r>
              <a:rPr lang="zh-CN" altLang="en-US" sz="1400" b="1">
                <a:solidFill>
                  <a:srgbClr val="00B050"/>
                </a:solidFill>
              </a:rPr>
              <a:t>顶层设计：</a:t>
            </a:r>
            <a:endParaRPr lang="en-US" altLang="zh-CN" sz="1400" b="1">
              <a:solidFill>
                <a:srgbClr val="00B05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00B050"/>
                </a:solidFill>
              </a:rPr>
              <a:t>Port</a:t>
            </a:r>
            <a:r>
              <a:rPr lang="zh-CN" altLang="en-US" sz="1200" b="1">
                <a:solidFill>
                  <a:srgbClr val="00B050"/>
                </a:solidFill>
              </a:rPr>
              <a:t>，</a:t>
            </a:r>
            <a:endParaRPr lang="en-US" altLang="zh-CN" sz="1200" b="1">
              <a:solidFill>
                <a:srgbClr val="00B050"/>
              </a:solidFill>
            </a:endParaRPr>
          </a:p>
          <a:p>
            <a:pPr marL="534988" lvl="1" indent="-268288" eaLnBrk="1" hangingPunct="1">
              <a:buFont typeface="Wingdings" pitchFamily="2" charset="2"/>
              <a:buChar char="Ø"/>
            </a:pPr>
            <a:r>
              <a:rPr lang="en-US" altLang="zh-CN" sz="1200" b="1">
                <a:solidFill>
                  <a:srgbClr val="00B050"/>
                </a:solidFill>
              </a:rPr>
              <a:t>Datapath</a:t>
            </a:r>
            <a:r>
              <a:rPr lang="zh-CN" altLang="en-US" sz="1200" b="1">
                <a:solidFill>
                  <a:srgbClr val="00B050"/>
                </a:solidFill>
              </a:rPr>
              <a:t>＋</a:t>
            </a:r>
            <a:r>
              <a:rPr lang="en-US" altLang="zh-CN" sz="1200" b="1">
                <a:solidFill>
                  <a:srgbClr val="00B050"/>
                </a:solidFill>
              </a:rPr>
              <a:t>Controller</a:t>
            </a:r>
            <a:r>
              <a:rPr lang="zh-CN" altLang="en-US" sz="1200" b="1">
                <a:solidFill>
                  <a:srgbClr val="00B050"/>
                </a:solidFill>
              </a:rPr>
              <a:t>＋</a:t>
            </a:r>
            <a:r>
              <a:rPr lang="en-US" altLang="zh-CN" sz="1200" b="1">
                <a:solidFill>
                  <a:srgbClr val="00B050"/>
                </a:solidFill>
              </a:rPr>
              <a:t>Interconnect</a:t>
            </a:r>
          </a:p>
          <a:p>
            <a:pPr marL="263525" indent="-263525" eaLnBrk="1" hangingPunct="1">
              <a:buFont typeface="Calibri" pitchFamily="34" charset="0"/>
              <a:buAutoNum type="arabicPeriod" startAt="3"/>
            </a:pPr>
            <a:r>
              <a:rPr lang="zh-CN" altLang="en-US" sz="1400" b="1">
                <a:solidFill>
                  <a:srgbClr val="00B050"/>
                </a:solidFill>
              </a:rPr>
              <a:t>子模块设计：根据</a:t>
            </a:r>
            <a:r>
              <a:rPr lang="en-US" altLang="zh-CN" sz="1400" b="1">
                <a:solidFill>
                  <a:srgbClr val="00B050"/>
                </a:solidFill>
              </a:rPr>
              <a:t>ISA</a:t>
            </a:r>
            <a:r>
              <a:rPr lang="zh-CN" altLang="en-US" sz="1400" b="1">
                <a:solidFill>
                  <a:srgbClr val="00B050"/>
                </a:solidFill>
              </a:rPr>
              <a:t>分别设计</a:t>
            </a:r>
            <a:endParaRPr lang="en-US" altLang="zh-CN" sz="1400" b="1">
              <a:solidFill>
                <a:srgbClr val="00B050"/>
              </a:solidFill>
            </a:endParaRPr>
          </a:p>
          <a:p>
            <a:pPr marL="263525" indent="-263525" eaLnBrk="1" hangingPunct="1">
              <a:buFont typeface="Calibri" pitchFamily="34" charset="0"/>
              <a:buAutoNum type="arabicPeriod" startAt="4"/>
            </a:pPr>
            <a:r>
              <a:rPr lang="zh-CN" altLang="en-US" sz="1400" b="1">
                <a:solidFill>
                  <a:srgbClr val="00B050"/>
                </a:solidFill>
              </a:rPr>
              <a:t>设计验证：</a:t>
            </a:r>
            <a:r>
              <a:rPr lang="en-US" altLang="zh-CN" sz="1400" b="1">
                <a:solidFill>
                  <a:srgbClr val="00B050"/>
                </a:solidFill>
              </a:rPr>
              <a:t>testbench</a:t>
            </a:r>
            <a:r>
              <a:rPr lang="zh-CN" altLang="en-US" sz="1400" b="1">
                <a:solidFill>
                  <a:srgbClr val="00B050"/>
                </a:solidFill>
              </a:rPr>
              <a:t>设计，性能评估</a:t>
            </a:r>
          </a:p>
        </p:txBody>
      </p:sp>
      <p:sp>
        <p:nvSpPr>
          <p:cNvPr id="19" name="TextBox 20">
            <a:extLst>
              <a:ext uri="{FF2B5EF4-FFF2-40B4-BE49-F238E27FC236}">
                <a16:creationId xmlns:a16="http://schemas.microsoft.com/office/drawing/2014/main" id="{223DED82-E107-40B6-BA98-DCE6B28E4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9738" y="5076825"/>
            <a:ext cx="3643312" cy="738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latin typeface="+mn-lt"/>
                <a:ea typeface="+mn-ea"/>
              </a:rPr>
              <a:t>1.</a:t>
            </a:r>
            <a:r>
              <a:rPr lang="zh-CN" altLang="en-US" sz="1400" b="1" dirty="0">
                <a:solidFill>
                  <a:srgbClr val="00B0F0"/>
                </a:solidFill>
                <a:latin typeface="+mn-lt"/>
                <a:ea typeface="+mn-ea"/>
              </a:rPr>
              <a:t>基本门；</a:t>
            </a:r>
            <a:endParaRPr lang="en-US" altLang="zh-CN" sz="1400" b="1" dirty="0">
              <a:solidFill>
                <a:srgbClr val="00B0F0"/>
              </a:solidFill>
              <a:latin typeface="+mn-lt"/>
              <a:ea typeface="+mn-ea"/>
            </a:endParaRP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latin typeface="+mn-lt"/>
                <a:ea typeface="+mn-ea"/>
              </a:rPr>
              <a:t>2.</a:t>
            </a:r>
            <a:r>
              <a:rPr lang="zh-CN" altLang="en-US" sz="1400" b="1" dirty="0">
                <a:solidFill>
                  <a:srgbClr val="00B0F0"/>
                </a:solidFill>
                <a:latin typeface="+mn-lt"/>
                <a:ea typeface="+mn-ea"/>
              </a:rPr>
              <a:t>最小完全集：电路形式的变换；</a:t>
            </a:r>
            <a:endParaRPr lang="en-US" altLang="zh-CN" sz="1400" b="1" dirty="0">
              <a:solidFill>
                <a:srgbClr val="00B0F0"/>
              </a:solidFill>
              <a:latin typeface="+mn-lt"/>
              <a:ea typeface="+mn-ea"/>
            </a:endParaRPr>
          </a:p>
          <a:p>
            <a:pPr eaLnBrk="1" hangingPunct="1">
              <a:defRPr/>
            </a:pPr>
            <a:r>
              <a:rPr lang="en-US" altLang="zh-CN" sz="1400" b="1" dirty="0">
                <a:solidFill>
                  <a:srgbClr val="00B0F0"/>
                </a:solidFill>
                <a:latin typeface="+mn-lt"/>
                <a:ea typeface="+mn-ea"/>
              </a:rPr>
              <a:t>3.</a:t>
            </a:r>
            <a:r>
              <a:rPr lang="zh-CN" altLang="en-US" sz="1400" b="1" dirty="0">
                <a:solidFill>
                  <a:srgbClr val="00B0F0"/>
                </a:solidFill>
                <a:latin typeface="+mn-lt"/>
                <a:ea typeface="+mn-ea"/>
              </a:rPr>
              <a:t>门的模拟特性：噪声容限，扇入，扇出</a:t>
            </a:r>
            <a:endParaRPr lang="zh-CN" altLang="en-US" sz="1600" b="1" dirty="0">
              <a:solidFill>
                <a:srgbClr val="00B0F0"/>
              </a:solidFill>
              <a:latin typeface="+mn-lt"/>
              <a:ea typeface="+mn-ea"/>
            </a:endParaRPr>
          </a:p>
        </p:txBody>
      </p:sp>
      <p:grpSp>
        <p:nvGrpSpPr>
          <p:cNvPr id="20" name="组合 19"/>
          <p:cNvGrpSpPr>
            <a:grpSpLocks/>
          </p:cNvGrpSpPr>
          <p:nvPr/>
        </p:nvGrpSpPr>
        <p:grpSpPr bwMode="auto">
          <a:xfrm>
            <a:off x="73025" y="1042988"/>
            <a:ext cx="5354638" cy="5086350"/>
            <a:chOff x="299701" y="979680"/>
            <a:chExt cx="6506341" cy="5175605"/>
          </a:xfrm>
        </p:grpSpPr>
        <p:sp>
          <p:nvSpPr>
            <p:cNvPr id="21" name="TextBox 8"/>
            <p:cNvSpPr txBox="1">
              <a:spLocks noChangeArrowheads="1"/>
            </p:cNvSpPr>
            <p:nvPr/>
          </p:nvSpPr>
          <p:spPr bwMode="auto">
            <a:xfrm>
              <a:off x="1006443" y="979680"/>
              <a:ext cx="5799599" cy="377219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Central Process Unit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22" name="TextBox 9"/>
            <p:cNvSpPr txBox="1">
              <a:spLocks noChangeArrowheads="1"/>
            </p:cNvSpPr>
            <p:nvPr/>
          </p:nvSpPr>
          <p:spPr bwMode="auto">
            <a:xfrm>
              <a:off x="1006444" y="1474738"/>
              <a:ext cx="2736850" cy="675079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Datapath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(ALU, MUX…)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23" name="TextBox 10"/>
            <p:cNvSpPr txBox="1">
              <a:spLocks noChangeArrowheads="1"/>
            </p:cNvSpPr>
            <p:nvPr/>
          </p:nvSpPr>
          <p:spPr bwMode="auto">
            <a:xfrm>
              <a:off x="3887757" y="1429734"/>
              <a:ext cx="2906713" cy="720083"/>
            </a:xfrm>
            <a:prstGeom prst="rect">
              <a:avLst/>
            </a:prstGeom>
            <a:noFill/>
            <a:ln w="38100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Controller</a:t>
              </a:r>
            </a:p>
            <a:p>
              <a:pPr algn="ctr" eaLnBrk="1" hangingPunct="1"/>
              <a:r>
                <a:rPr lang="en-US" altLang="zh-CN" sz="2400" b="1">
                  <a:solidFill>
                    <a:srgbClr val="FFC000"/>
                  </a:solidFill>
                </a:rPr>
                <a:t>(State Machine)</a:t>
              </a:r>
              <a:endParaRPr lang="zh-CN" altLang="en-US" sz="2400" b="1">
                <a:solidFill>
                  <a:srgbClr val="FFC000"/>
                </a:solidFill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1721FFB2-9AE7-436C-AE48-E00C739DBB3C}"/>
                </a:ext>
              </a:extLst>
            </p:cNvPr>
            <p:cNvSpPr txBox="1"/>
            <p:nvPr/>
          </p:nvSpPr>
          <p:spPr>
            <a:xfrm>
              <a:off x="299701" y="1268828"/>
              <a:ext cx="563253" cy="3455250"/>
            </a:xfrm>
            <a:prstGeom prst="rect">
              <a:avLst/>
            </a:prstGeom>
            <a:noFill/>
            <a:ln w="38100">
              <a:solidFill>
                <a:schemeClr val="accent2">
                  <a:lumMod val="75000"/>
                </a:schemeClr>
              </a:solidFill>
            </a:ln>
          </p:spPr>
          <p:txBody>
            <a:bodyPr vert="eaVert" anchor="ctr" anchorCtr="1"/>
            <a:lstStyle/>
            <a:p>
              <a:pPr algn="ctr" eaLnBrk="1" hangingPunct="1">
                <a:defRPr/>
              </a:pPr>
              <a:r>
                <a:rPr lang="en-US" altLang="zh-CN" sz="2800" b="1" dirty="0">
                  <a:solidFill>
                    <a:srgbClr val="C00000"/>
                  </a:solidFill>
                  <a:latin typeface="Arial" charset="0"/>
                </a:rPr>
                <a:t>TEST</a:t>
              </a:r>
              <a:endParaRPr lang="zh-CN" altLang="en-US" sz="2800" b="1" dirty="0">
                <a:solidFill>
                  <a:srgbClr val="C00000"/>
                </a:solidFill>
                <a:latin typeface="Arial" charset="0"/>
              </a:endParaRPr>
            </a:p>
          </p:txBody>
        </p:sp>
        <p:sp>
          <p:nvSpPr>
            <p:cNvPr id="25" name="TextBox 21"/>
            <p:cNvSpPr txBox="1">
              <a:spLocks noChangeArrowheads="1"/>
            </p:cNvSpPr>
            <p:nvPr/>
          </p:nvSpPr>
          <p:spPr bwMode="auto">
            <a:xfrm>
              <a:off x="1032736" y="5705991"/>
              <a:ext cx="5761734" cy="449294"/>
            </a:xfrm>
            <a:prstGeom prst="rect">
              <a:avLst/>
            </a:prstGeom>
            <a:noFill/>
            <a:ln w="38100">
              <a:solidFill>
                <a:srgbClr val="00B05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50"/>
                  </a:solidFill>
                </a:rPr>
                <a:t>Boolean Algebra</a:t>
              </a:r>
              <a:endParaRPr lang="zh-CN" altLang="en-US" sz="3200" b="1">
                <a:solidFill>
                  <a:srgbClr val="00B050"/>
                </a:solidFill>
              </a:endParaRPr>
            </a:p>
          </p:txBody>
        </p:sp>
        <p:sp>
          <p:nvSpPr>
            <p:cNvPr id="26" name="TextBox 22"/>
            <p:cNvSpPr txBox="1">
              <a:spLocks noChangeArrowheads="1"/>
            </p:cNvSpPr>
            <p:nvPr/>
          </p:nvSpPr>
          <p:spPr bwMode="auto">
            <a:xfrm>
              <a:off x="1032736" y="5121751"/>
              <a:ext cx="5761734" cy="493747"/>
            </a:xfrm>
            <a:prstGeom prst="rect">
              <a:avLst/>
            </a:prstGeom>
            <a:noFill/>
            <a:ln w="38100">
              <a:solidFill>
                <a:srgbClr val="00B0F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3200" b="1">
                  <a:solidFill>
                    <a:srgbClr val="00B0F0"/>
                  </a:solidFill>
                </a:rPr>
                <a:t>Gates</a:t>
              </a:r>
              <a:endParaRPr lang="zh-CN" altLang="en-US" sz="3200" b="1">
                <a:solidFill>
                  <a:srgbClr val="00B0F0"/>
                </a:solidFill>
              </a:endParaRPr>
            </a:p>
          </p:txBody>
        </p:sp>
        <p:sp>
          <p:nvSpPr>
            <p:cNvPr id="27" name="TextBox 23"/>
            <p:cNvSpPr txBox="1">
              <a:spLocks noChangeArrowheads="1"/>
            </p:cNvSpPr>
            <p:nvPr/>
          </p:nvSpPr>
          <p:spPr bwMode="auto">
            <a:xfrm>
              <a:off x="1044131" y="2284695"/>
              <a:ext cx="2808702" cy="2746563"/>
            </a:xfrm>
            <a:prstGeom prst="rect">
              <a:avLst/>
            </a:prstGeom>
            <a:noFill/>
            <a:ln w="38100">
              <a:solidFill>
                <a:srgbClr val="7030A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7030A0"/>
                  </a:solidFill>
                </a:rPr>
                <a:t>Combinational Circuit</a:t>
              </a:r>
              <a:endParaRPr lang="zh-CN" altLang="en-US" sz="2400" b="1">
                <a:solidFill>
                  <a:srgbClr val="7030A0"/>
                </a:solidFill>
              </a:endParaRPr>
            </a:p>
          </p:txBody>
        </p:sp>
        <p:sp>
          <p:nvSpPr>
            <p:cNvPr id="28" name="TextBox 24"/>
            <p:cNvSpPr txBox="1">
              <a:spLocks noChangeArrowheads="1"/>
            </p:cNvSpPr>
            <p:nvPr/>
          </p:nvSpPr>
          <p:spPr bwMode="auto">
            <a:xfrm>
              <a:off x="3960723" y="2239827"/>
              <a:ext cx="2845319" cy="2790772"/>
            </a:xfrm>
            <a:prstGeom prst="rect">
              <a:avLst/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anchor="ctr" anchorCtr="1"/>
            <a:lstStyle/>
            <a:p>
              <a:pPr algn="ctr" eaLnBrk="1" hangingPunct="1"/>
              <a:r>
                <a:rPr lang="en-US" altLang="zh-CN" sz="2400" b="1">
                  <a:solidFill>
                    <a:srgbClr val="FF0000"/>
                  </a:solidFill>
                </a:rPr>
                <a:t>Sequential</a:t>
              </a:r>
              <a:endParaRPr lang="en-US" altLang="zh-CN" sz="2000" b="1">
                <a:solidFill>
                  <a:srgbClr val="FF0000"/>
                </a:solidFill>
              </a:endParaRPr>
            </a:p>
            <a:p>
              <a:pPr algn="ctr" eaLnBrk="1" hangingPunct="1"/>
              <a:r>
                <a:rPr lang="en-US" altLang="zh-CN" sz="2000" b="1">
                  <a:solidFill>
                    <a:srgbClr val="FF0000"/>
                  </a:solidFill>
                </a:rPr>
                <a:t>Circuit</a:t>
              </a:r>
              <a:endParaRPr lang="zh-CN" altLang="en-US" sz="2000" b="1">
                <a:solidFill>
                  <a:srgbClr val="FF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206329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标题 1"/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80899" name="日期占位符 2"/>
          <p:cNvSpPr>
            <a:spLocks noGrp="1"/>
          </p:cNvSpPr>
          <p:nvPr>
            <p:ph type="dt" sz="quarter" idx="10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203C970-B75A-45D4-8078-0F5060D70FED}" type="datetime1">
              <a:rPr lang="zh-CN" altLang="en-US" smtClean="0"/>
              <a:pPr fontAlgn="base">
                <a:spcBef>
                  <a:spcPct val="0"/>
                </a:spcBef>
                <a:spcAft>
                  <a:spcPct val="0"/>
                </a:spcAft>
              </a:pPr>
              <a:t>2026-08-30</a:t>
            </a:fld>
            <a:endParaRPr lang="zh-CN" altLang="en-US"/>
          </a:p>
        </p:txBody>
      </p:sp>
      <p:sp>
        <p:nvSpPr>
          <p:cNvPr id="80900" name="灯片编号占位符 3"/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F0AEDB4-8F13-4F35-9DE4-B68D206E1BF0}" type="slidenum">
              <a:rPr lang="zh-CN" altLang="en-US" sz="1100"/>
              <a:pPr/>
              <a:t>79</a:t>
            </a:fld>
            <a:endParaRPr lang="zh-CN" altLang="en-US" sz="1100" dirty="0"/>
          </a:p>
        </p:txBody>
      </p:sp>
      <p:sp>
        <p:nvSpPr>
          <p:cNvPr id="80901" name="日期占位符 3"/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eaLnBrk="1" hangingPunct="1"/>
            <a:fld id="{738040A8-F4F8-4803-AE98-6BAD3185E9DE}" type="datetime1">
              <a:rPr lang="zh-CN" altLang="en-US" sz="140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rPr>
              <a:pPr eaLnBrk="1" hangingPunct="1"/>
              <a:t>2026-08-30</a:t>
            </a:fld>
            <a:endParaRPr lang="zh-CN" altLang="en-US" sz="1400">
              <a:solidFill>
                <a:srgbClr val="0A419B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8090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3" dist="53882" dir="13500000">
              <a:schemeClr val="bg2">
                <a:alpha val="50000"/>
              </a:schemeClr>
            </a:prstShdw>
          </a:effectLst>
        </p:spPr>
      </p:pic>
      <p:sp>
        <p:nvSpPr>
          <p:cNvPr id="80904" name="TextBox 32"/>
          <p:cNvSpPr txBox="1">
            <a:spLocks noChangeArrowheads="1"/>
          </p:cNvSpPr>
          <p:nvPr/>
        </p:nvSpPr>
        <p:spPr bwMode="auto">
          <a:xfrm>
            <a:off x="6118225" y="1403350"/>
            <a:ext cx="1528763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hangingPunct="1"/>
            <a:r>
              <a:rPr lang="en-US" altLang="zh-CN" b="1">
                <a:solidFill>
                  <a:srgbClr val="00B0F0"/>
                </a:solidFill>
                <a:latin typeface="Comic Sans MS" pitchFamily="66" charset="0"/>
                <a:ea typeface="微软雅黑" pitchFamily="34" charset="-122"/>
              </a:rPr>
              <a:t>Data Inputs</a:t>
            </a:r>
          </a:p>
        </p:txBody>
      </p:sp>
      <p:sp>
        <p:nvSpPr>
          <p:cNvPr id="80905" name="TextBox 33"/>
          <p:cNvSpPr txBox="1">
            <a:spLocks noChangeArrowheads="1"/>
          </p:cNvSpPr>
          <p:nvPr/>
        </p:nvSpPr>
        <p:spPr bwMode="auto">
          <a:xfrm>
            <a:off x="6715125" y="5661025"/>
            <a:ext cx="169545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hangingPunct="1"/>
            <a:r>
              <a:rPr lang="en-US" altLang="zh-CN" b="1">
                <a:solidFill>
                  <a:srgbClr val="00B0F0"/>
                </a:solidFill>
                <a:latin typeface="Comic Sans MS" pitchFamily="66" charset="0"/>
                <a:ea typeface="微软雅黑" pitchFamily="34" charset="-122"/>
              </a:rPr>
              <a:t>Data Outputs</a:t>
            </a:r>
            <a:endParaRPr lang="zh-CN" altLang="en-US" b="1">
              <a:solidFill>
                <a:srgbClr val="00B0F0"/>
              </a:solidFill>
              <a:latin typeface="Comic Sans MS" pitchFamily="66" charset="0"/>
              <a:ea typeface="微软雅黑" pitchFamily="34" charset="-122"/>
            </a:endParaRPr>
          </a:p>
        </p:txBody>
      </p:sp>
      <p:sp>
        <p:nvSpPr>
          <p:cNvPr id="80906" name="TextBox 19"/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hangingPunct="1"/>
            <a:r>
              <a:rPr lang="en-US" altLang="zh-CN" sz="2000" b="1">
                <a:solidFill>
                  <a:srgbClr val="FF0000"/>
                </a:solidFill>
                <a:latin typeface="Comic Sans MS" pitchFamily="66" charset="0"/>
                <a:ea typeface="微软雅黑" pitchFamily="34" charset="-122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itchFamily="66" charset="0"/>
              <a:ea typeface="微软雅黑" pitchFamily="34" charset="-122"/>
            </a:endParaRPr>
          </a:p>
        </p:txBody>
      </p:sp>
      <p:sp>
        <p:nvSpPr>
          <p:cNvPr id="80907" name="TextBox 20"/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hangingPunct="1"/>
            <a:r>
              <a:rPr lang="en-US" altLang="zh-CN" sz="2000" b="1">
                <a:solidFill>
                  <a:srgbClr val="FF0000"/>
                </a:solidFill>
                <a:latin typeface="Comic Sans MS" pitchFamily="66" charset="0"/>
                <a:ea typeface="微软雅黑" pitchFamily="34" charset="-122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itchFamily="66" charset="0"/>
              <a:ea typeface="微软雅黑" pitchFamily="34" charset="-122"/>
            </a:endParaRPr>
          </a:p>
        </p:txBody>
      </p:sp>
      <p:sp>
        <p:nvSpPr>
          <p:cNvPr id="23" name="圆角矩形 22">
            <a:extLst>
              <a:ext uri="{FF2B5EF4-FFF2-40B4-BE49-F238E27FC236}">
                <a16:creationId xmlns:a16="http://schemas.microsoft.com/office/drawing/2014/main" id="{7B0EF366-6B30-4910-A281-1A22430DE428}"/>
              </a:ext>
            </a:extLst>
          </p:cNvPr>
          <p:cNvSpPr/>
          <p:nvPr/>
        </p:nvSpPr>
        <p:spPr>
          <a:xfrm>
            <a:off x="5105400" y="2725738"/>
            <a:ext cx="1012825" cy="2143125"/>
          </a:xfrm>
          <a:prstGeom prst="roundRect">
            <a:avLst/>
          </a:prstGeom>
          <a:solidFill>
            <a:schemeClr val="accent2">
              <a:lumMod val="75000"/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BF47CB7-3BB2-4129-9F2F-E71867D99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0800" y="3516313"/>
            <a:ext cx="987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8C26EB9-511B-4153-AA44-7D1939B8FC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8263" y="5083175"/>
            <a:ext cx="987425" cy="585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圆角矩形 27">
            <a:extLst>
              <a:ext uri="{FF2B5EF4-FFF2-40B4-BE49-F238E27FC236}">
                <a16:creationId xmlns:a16="http://schemas.microsoft.com/office/drawing/2014/main" id="{92AE2296-58CA-44B5-8809-71870B625029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9" name="圆角矩形 28">
            <a:extLst>
              <a:ext uri="{FF2B5EF4-FFF2-40B4-BE49-F238E27FC236}">
                <a16:creationId xmlns:a16="http://schemas.microsoft.com/office/drawing/2014/main" id="{0B550E1F-66DE-4916-8E7B-3F2731427710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80913" name="TextBox 23"/>
          <p:cNvSpPr txBox="1">
            <a:spLocks noChangeArrowheads="1"/>
          </p:cNvSpPr>
          <p:nvPr/>
        </p:nvSpPr>
        <p:spPr bwMode="auto">
          <a:xfrm>
            <a:off x="436563" y="1138238"/>
            <a:ext cx="1784350" cy="646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hangingPunct="1"/>
            <a:r>
              <a:rPr lang="en-US" altLang="zh-CN" b="1">
                <a:solidFill>
                  <a:srgbClr val="00B0F0"/>
                </a:solidFill>
                <a:latin typeface="Comic Sans MS" pitchFamily="66" charset="0"/>
                <a:ea typeface="微软雅黑" pitchFamily="34" charset="-122"/>
              </a:rPr>
              <a:t>Control Inputs</a:t>
            </a:r>
          </a:p>
          <a:p>
            <a:pPr algn="ctr" eaLnBrk="1" hangingPunct="1"/>
            <a:r>
              <a:rPr lang="en-US" altLang="zh-CN" b="1">
                <a:solidFill>
                  <a:srgbClr val="00B0F0"/>
                </a:solidFill>
                <a:latin typeface="Comic Sans MS" pitchFamily="66" charset="0"/>
                <a:ea typeface="微软雅黑" pitchFamily="34" charset="-122"/>
              </a:rPr>
              <a:t>(Instruction)</a:t>
            </a:r>
            <a:endParaRPr lang="zh-CN" altLang="en-US" b="1">
              <a:solidFill>
                <a:srgbClr val="00B0F0"/>
              </a:solidFill>
              <a:latin typeface="Comic Sans MS" pitchFamily="66" charset="0"/>
              <a:ea typeface="微软雅黑" pitchFamily="34" charset="-122"/>
            </a:endParaRPr>
          </a:p>
        </p:txBody>
      </p:sp>
      <p:sp>
        <p:nvSpPr>
          <p:cNvPr id="80914" name="TextBox 29"/>
          <p:cNvSpPr txBox="1">
            <a:spLocks noChangeArrowheads="1"/>
          </p:cNvSpPr>
          <p:nvPr/>
        </p:nvSpPr>
        <p:spPr bwMode="auto">
          <a:xfrm>
            <a:off x="3171825" y="5661025"/>
            <a:ext cx="1951038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hangingPunct="1"/>
            <a:r>
              <a:rPr lang="en-US" altLang="zh-CN" b="1">
                <a:solidFill>
                  <a:srgbClr val="00B0F0"/>
                </a:solidFill>
                <a:latin typeface="Comic Sans MS" pitchFamily="66" charset="0"/>
                <a:ea typeface="微软雅黑" pitchFamily="34" charset="-122"/>
              </a:rPr>
              <a:t>Control Outputs</a:t>
            </a:r>
            <a:endParaRPr lang="zh-CN" altLang="en-US" b="1">
              <a:solidFill>
                <a:srgbClr val="00B0F0"/>
              </a:solidFill>
              <a:latin typeface="Comic Sans MS" pitchFamily="66" charset="0"/>
              <a:ea typeface="微软雅黑" pitchFamily="34" charset="-122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70033798"/>
      </p:ext>
    </p:extLst>
  </p:cSld>
  <p:clrMapOvr>
    <a:masterClrMapping/>
  </p:clrMapOvr>
  <p:transition advTm="135752"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80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C7131323-5694-4725-87ED-BDC1ED3F02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sp>
        <p:nvSpPr>
          <p:cNvPr id="7" name="TextBox 6"/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>
                <a:solidFill>
                  <a:schemeClr val="bg1"/>
                </a:solidFill>
              </a:rPr>
              <a:t>Every lecture and lab is last for </a:t>
            </a:r>
            <a:r>
              <a:rPr lang="en-US" altLang="zh-CN" sz="1600" b="1" dirty="0">
                <a:solidFill>
                  <a:schemeClr val="bg1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>
                <a:solidFill>
                  <a:schemeClr val="bg1"/>
                </a:solidFill>
              </a:rPr>
              <a:t>Team up as you want: </a:t>
            </a:r>
            <a:r>
              <a:rPr lang="en-US" altLang="zh-CN" sz="1600" b="1" dirty="0">
                <a:solidFill>
                  <a:schemeClr val="bg1"/>
                </a:solidFill>
              </a:rPr>
              <a:t>5 persons</a:t>
            </a:r>
            <a:r>
              <a:rPr lang="en-US" altLang="zh-CN" sz="1600" dirty="0">
                <a:solidFill>
                  <a:schemeClr val="bg1"/>
                </a:solidFill>
              </a:rPr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>
                <a:solidFill>
                  <a:schemeClr val="bg1"/>
                </a:solidFill>
              </a:rPr>
              <a:t>Totally we have </a:t>
            </a:r>
            <a:r>
              <a:rPr lang="en-US" altLang="zh-CN" sz="1600" b="1" dirty="0">
                <a:solidFill>
                  <a:schemeClr val="bg1"/>
                </a:solidFill>
              </a:rPr>
              <a:t>6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>
                <a:solidFill>
                  <a:schemeClr val="bg1"/>
                </a:solidFill>
              </a:rPr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>
                <a:solidFill>
                  <a:schemeClr val="bg1"/>
                </a:solidFill>
              </a:rPr>
              <a:t> 10min. </a:t>
            </a:r>
            <a:r>
              <a:rPr lang="en-US" altLang="zh-CN" sz="1400" dirty="0">
                <a:solidFill>
                  <a:schemeClr val="bg1"/>
                </a:solidFill>
              </a:rPr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>
                <a:solidFill>
                  <a:schemeClr val="bg1"/>
                </a:solidFill>
              </a:rPr>
              <a:t> </a:t>
            </a:r>
            <a:r>
              <a:rPr lang="en-US" altLang="zh-CN" sz="1400" b="1" dirty="0">
                <a:solidFill>
                  <a:schemeClr val="bg1"/>
                </a:solidFill>
              </a:rPr>
              <a:t>10min. </a:t>
            </a:r>
            <a:r>
              <a:rPr lang="en-US" altLang="zh-CN" sz="1400" dirty="0">
                <a:solidFill>
                  <a:schemeClr val="bg1"/>
                </a:solidFill>
              </a:rPr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29704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81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C7131323-5694-4725-87ED-BDC1ED3F028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sp>
        <p:nvSpPr>
          <p:cNvPr id="7" name="TextBox 6"/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3-5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899148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C9F627-753D-93CD-B903-E6794E2A26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A3B27ADD-D26A-3FED-0B38-FC82C22B97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17D7EC2-A15E-1C9F-9E2C-D1DA0E3E3F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82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50861066-1E5B-3AA4-104C-20C074029E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01BCE48F-F078-77E1-79AF-2ACFB0E598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94161"/>
              </p:ext>
            </p:extLst>
          </p:nvPr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5790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24993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69DB807-012E-B435-7F23-85AD4DAD09F2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614770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DE988E-5E4D-CC85-A917-9D012EC51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7DA3A0F5-DB22-7B87-E792-9E589D06BA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1E8D300-DD2D-26CD-0E43-DCB2B542FA0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83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C0E87D22-5413-E0C6-0F45-D2EEEEEDAE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66E22E00-7C67-3D35-726D-043D8C07E5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9938434"/>
              </p:ext>
            </p:extLst>
          </p:nvPr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5790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24993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Lab1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Lab2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Lab3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Lab4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Lab5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34630C4-50AF-1295-CC9C-D5B80630645D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814283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1AEB2-0820-694E-09AF-EFB473DBCF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2179ED7B-B7BF-B551-205A-A88E78A2F4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0152710-6960-190C-7E88-ED52CFBD9B8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84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3AB1444E-84A4-A03D-5A34-7B5B027F93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A551AEDF-3801-76BF-CFEA-3871096121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7873321"/>
              </p:ext>
            </p:extLst>
          </p:nvPr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863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11920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Introduction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Lab1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Lab2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Lab3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Lab4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Lab5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7A571AE0-2571-1F83-0672-60DA447F94CC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230878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552540-E6CD-C65E-376B-8A9CC9D76B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A3C02969-F5CB-1FA0-3729-AFB348538A9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57C2578-C1B6-73F6-D089-F59190D4C29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85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EA8038BD-E2BB-B9FB-3665-3838DDC5C1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6743FEE9-3E6D-5E0B-1550-BBEFD07242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7034387"/>
              </p:ext>
            </p:extLst>
          </p:nvPr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863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11920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Introduction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Design &amp; Document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Lab1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Lab2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Lab3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Lab4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Lab5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9F4024F-E681-1021-536B-F1530F320223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921202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60E1B1-369B-A1E5-84A6-D07195D0A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5621A39F-601E-6434-58C2-7B30E53A41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A83853F-EB5B-7450-1211-4ECA355304F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86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8580D92B-59B9-68B8-0E21-692096288A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9BE55EB7-5269-45E8-1748-BD09516509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9472723"/>
              </p:ext>
            </p:extLst>
          </p:nvPr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863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11920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Introduction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Design &amp; Document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Lab1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Lab2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Others about the Sequential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Lab3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Lab4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Lab5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86F5CBD-EF06-9C6A-7E78-B1B1D181334B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161559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5D4358-4C8C-E50C-5646-5465EF02E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8627A264-3386-5C5C-CC8A-7F71F317BBB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F2D57B7A-8BC4-2619-2581-433CC460B5E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87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E2C69369-E51E-AA39-1244-475DAACF7D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7A89B68A-D1D6-C5B3-6830-065933A40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1650102"/>
              </p:ext>
            </p:extLst>
          </p:nvPr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863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11920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Introduction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Design &amp; Document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Lab1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Lab2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Others about the Sequential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Lab3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Lab4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Course Review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kern="1200" dirty="0">
                        <a:solidFill>
                          <a:srgbClr val="00B05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Lab5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78E619EA-0BAA-AB46-8970-07C322B8C06B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388246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07D5E3-7E46-CA63-2B7A-334E29BAC1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C7452A1D-375F-58A5-53D2-650C77325D0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0FA074E8-B581-B22A-59C7-875628B8A7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88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7C0A9997-F291-9FE5-7E36-697A87B6D1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E41409FE-0526-13AA-4234-5D5D5ECC43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0003599"/>
              </p:ext>
            </p:extLst>
          </p:nvPr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863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11920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Introduction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Design &amp; Document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DDL for Homework </a:t>
                      </a:r>
                      <a:r>
                        <a:rPr lang="en-US" altLang="zh-CN" sz="1200" b="1" dirty="0">
                          <a:solidFill>
                            <a:srgbClr val="00B050"/>
                          </a:solidFill>
                        </a:rPr>
                        <a:t>1+2: 11/10/2026, WEEK7</a:t>
                      </a:r>
                      <a:endParaRPr lang="en-US" altLang="zh-CN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Lab1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Lab2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Others about the Sequential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Lab3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Lab4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Course Review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DDL for Homework 3</a:t>
                      </a:r>
                      <a:r>
                        <a:rPr lang="en-US" altLang="zh-CN" sz="1200" b="1" dirty="0">
                          <a:solidFill>
                            <a:srgbClr val="00B050"/>
                          </a:solidFill>
                        </a:rPr>
                        <a:t>+4+5: 15/11/2026, WEEK12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Lab5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42E4EB6E-881C-5BB1-7A2A-2059CFEEED6D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592319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9DC8A4-EB12-3A40-E957-7353DE4D1B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>
            <a:extLst>
              <a:ext uri="{FF2B5EF4-FFF2-40B4-BE49-F238E27FC236}">
                <a16:creationId xmlns:a16="http://schemas.microsoft.com/office/drawing/2014/main" id="{39EA7602-FB7D-C341-53A9-55356905CD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12BC4A64-5275-4D0F-BD5A-0273A1B6A3B9}" type="datetime1">
              <a:rPr lang="zh-CN" altLang="en-US" smtClean="0"/>
              <a:pPr>
                <a:defRPr/>
              </a:pPr>
              <a:t>2026-08-30</a:t>
            </a:fld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558CBF0-5111-251D-A41B-16640A7F4C4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828433C9-4A25-4EFF-A13E-677ED709B907}" type="slidenum">
              <a:rPr lang="zh-CN" altLang="en-US" sz="1100"/>
              <a:pPr/>
              <a:t>89</a:t>
            </a:fld>
            <a:endParaRPr lang="zh-CN" altLang="en-US" sz="1100" dirty="0"/>
          </a:p>
        </p:txBody>
      </p:sp>
      <p:sp>
        <p:nvSpPr>
          <p:cNvPr id="5" name="标题 1">
            <a:extLst>
              <a:ext uri="{FF2B5EF4-FFF2-40B4-BE49-F238E27FC236}">
                <a16:creationId xmlns:a16="http://schemas.microsoft.com/office/drawing/2014/main" id="{9F32A286-0CF3-2B7A-E6EC-F4A35DE8F9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7200" y="223838"/>
            <a:ext cx="8623540" cy="489279"/>
          </a:xfrm>
        </p:spPr>
        <p:txBody>
          <a:bodyPr/>
          <a:lstStyle/>
          <a:p>
            <a:pPr eaLnBrk="1" hangingPunct="1"/>
            <a:r>
              <a:rPr lang="en-US" altLang="zh-CN" dirty="0"/>
              <a:t>Schedule for Teaching &amp; Learning</a:t>
            </a:r>
            <a:endParaRPr lang="zh-CN" altLang="en-US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E84441EB-B2A2-2CDE-090D-5D969D77CDA6}"/>
              </a:ext>
            </a:extLst>
          </p:cNvPr>
          <p:cNvGraphicFramePr>
            <a:graphicFrameLocks noGrp="1"/>
          </p:cNvGraphicFramePr>
          <p:nvPr/>
        </p:nvGraphicFramePr>
        <p:xfrm>
          <a:off x="145369" y="989475"/>
          <a:ext cx="4621076" cy="5034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863">
                  <a:extLst>
                    <a:ext uri="{9D8B030D-6E8A-4147-A177-3AD203B41FA5}">
                      <a16:colId xmlns:a16="http://schemas.microsoft.com/office/drawing/2014/main" val="3792355742"/>
                    </a:ext>
                  </a:extLst>
                </a:gridCol>
                <a:gridCol w="3211920">
                  <a:extLst>
                    <a:ext uri="{9D8B030D-6E8A-4147-A177-3AD203B41FA5}">
                      <a16:colId xmlns:a16="http://schemas.microsoft.com/office/drawing/2014/main" val="3289989961"/>
                    </a:ext>
                  </a:extLst>
                </a:gridCol>
                <a:gridCol w="580293">
                  <a:extLst>
                    <a:ext uri="{9D8B030D-6E8A-4147-A177-3AD203B41FA5}">
                      <a16:colId xmlns:a16="http://schemas.microsoft.com/office/drawing/2014/main" val="598971362"/>
                    </a:ext>
                  </a:extLst>
                </a:gridCol>
              </a:tblGrid>
              <a:tr h="298554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zh-CN" altLang="en-US" sz="11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bg1"/>
                          </a:solidFill>
                        </a:rPr>
                        <a:t>Main Task</a:t>
                      </a:r>
                      <a:endParaRPr lang="zh-CN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19:00~</a:t>
                      </a:r>
                    </a:p>
                    <a:p>
                      <a:pPr algn="ctr"/>
                      <a:r>
                        <a:rPr lang="en-US" altLang="zh-CN" sz="1100" dirty="0">
                          <a:solidFill>
                            <a:srgbClr val="FFFF00"/>
                          </a:solidFill>
                        </a:rPr>
                        <a:t>22:00</a:t>
                      </a:r>
                      <a:endParaRPr lang="zh-CN" altLang="en-US" sz="1100" dirty="0">
                        <a:solidFill>
                          <a:srgbClr val="FFFF00"/>
                        </a:solidFill>
                      </a:endParaRPr>
                    </a:p>
                  </a:txBody>
                  <a:tcPr marL="68580" marR="68580"/>
                </a:tc>
                <a:extLst>
                  <a:ext uri="{0D108BD9-81ED-4DB2-BD59-A6C34878D82A}">
                    <a16:rowId xmlns:a16="http://schemas.microsoft.com/office/drawing/2014/main" val="3581427543"/>
                  </a:ext>
                </a:extLst>
              </a:tr>
              <a:tr h="22481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Introduction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588838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02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Dataflow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0160508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03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Design of Datapath &amp; Controller</a:t>
                      </a:r>
                      <a:endParaRPr lang="en-US" altLang="zh-CN" sz="1200" b="1" baseline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3979535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04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Verification </a:t>
                      </a: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of Datapath &amp; Controller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endParaRPr lang="en-US" altLang="zh-CN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89809"/>
                  </a:ext>
                </a:extLst>
              </a:tr>
              <a:tr h="31977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Lecture05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Design &amp; Document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76116146"/>
                  </a:ext>
                </a:extLst>
              </a:tr>
              <a:tr h="29339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06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algn="just"/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Integration &amp; Verification of RISC CPU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lang="zh-CN" altLang="en-US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20782942"/>
                  </a:ext>
                </a:extLst>
              </a:tr>
              <a:tr h="36861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07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DDL for Homework </a:t>
                      </a:r>
                      <a:r>
                        <a:rPr lang="en-US" altLang="zh-CN" sz="1200" b="1" dirty="0">
                          <a:solidFill>
                            <a:srgbClr val="00B050"/>
                          </a:solidFill>
                        </a:rPr>
                        <a:t>1+2: 11/10/2026, WEEK7</a:t>
                      </a:r>
                      <a:endParaRPr lang="en-US" altLang="zh-CN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Lab1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2856830601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08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</a:t>
                      </a:r>
                      <a:r>
                        <a:rPr lang="en-US" altLang="zh-CN" sz="1200" b="1" baseline="0" dirty="0">
                          <a:solidFill>
                            <a:schemeClr val="tx1"/>
                          </a:solidFill>
                        </a:rPr>
                        <a:t>s about the Combinational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Lab2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809765838"/>
                  </a:ext>
                </a:extLst>
              </a:tr>
              <a:tr h="331516"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09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Others about the Sequential Circuit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Lab3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523555650"/>
                  </a:ext>
                </a:extLst>
              </a:tr>
              <a:tr h="4975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10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 err="1">
                          <a:solidFill>
                            <a:srgbClr val="00B0F0"/>
                          </a:solidFill>
                        </a:rPr>
                        <a:t>RoadShow</a:t>
                      </a:r>
                      <a:endParaRPr lang="en-US" altLang="zh-CN" sz="12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(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Team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 Presentation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altLang="zh-CN" sz="1200" b="1" baseline="0" dirty="0">
                          <a:solidFill>
                            <a:srgbClr val="FF0000"/>
                          </a:solidFill>
                        </a:rPr>
                        <a:t>&amp; Discussion)</a:t>
                      </a:r>
                      <a:r>
                        <a:rPr lang="en-US" altLang="zh-CN" sz="1200" b="1" dirty="0">
                          <a:solidFill>
                            <a:srgbClr val="FF0000"/>
                          </a:solidFill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rgbClr val="00B0F0"/>
                          </a:solidFill>
                        </a:rPr>
                        <a:t>DDL for Report:  13/12/2026, WEEK16</a:t>
                      </a:r>
                      <a:endParaRPr lang="zh-CN" altLang="en-US" sz="1200" b="1" dirty="0">
                        <a:solidFill>
                          <a:srgbClr val="00B0F0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Lab4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1525035264"/>
                  </a:ext>
                </a:extLst>
              </a:tr>
              <a:tr h="29855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Lecture 11</a:t>
                      </a:r>
                      <a:endParaRPr lang="zh-CN" altLang="en-US" sz="12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Course Review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200" dirty="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DDL for Homework 3</a:t>
                      </a:r>
                      <a:r>
                        <a:rPr lang="en-US" altLang="zh-CN" sz="1200" b="1" dirty="0">
                          <a:solidFill>
                            <a:srgbClr val="00B050"/>
                          </a:solidFill>
                        </a:rPr>
                        <a:t>+4+5: 15/11/2026, WEEK12</a:t>
                      </a:r>
                      <a:endParaRPr lang="zh-CN" alt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dirty="0">
                          <a:solidFill>
                            <a:schemeClr val="tx1"/>
                          </a:solidFill>
                        </a:rPr>
                        <a:t>Lab5</a:t>
                      </a:r>
                      <a:endParaRPr lang="zh-CN" altLang="en-US" sz="1200" b="1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68580" marR="68580" anchor="ctr"/>
                </a:tc>
                <a:extLst>
                  <a:ext uri="{0D108BD9-81ED-4DB2-BD59-A6C34878D82A}">
                    <a16:rowId xmlns:a16="http://schemas.microsoft.com/office/drawing/2014/main" val="404611287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4137B263-39C4-0535-428C-91CC2D61A5B7}"/>
              </a:ext>
            </a:extLst>
          </p:cNvPr>
          <p:cNvSpPr txBox="1"/>
          <p:nvPr/>
        </p:nvSpPr>
        <p:spPr>
          <a:xfrm>
            <a:off x="4827992" y="1036585"/>
            <a:ext cx="4252748" cy="51244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Every lecture and lab is last for </a:t>
            </a:r>
            <a:r>
              <a:rPr lang="en-US" altLang="zh-CN" sz="1600" b="1" dirty="0">
                <a:solidFill>
                  <a:srgbClr val="7030A0"/>
                </a:solidFill>
              </a:rPr>
              <a:t>3 hours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Team up as you want: </a:t>
            </a:r>
            <a:r>
              <a:rPr lang="en-US" altLang="zh-CN" sz="1600" b="1" dirty="0">
                <a:solidFill>
                  <a:srgbClr val="7030A0"/>
                </a:solidFill>
              </a:rPr>
              <a:t>5 persons</a:t>
            </a:r>
            <a:r>
              <a:rPr lang="en-US" altLang="zh-CN" sz="1600" dirty="0"/>
              <a:t>/team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Totally we have </a:t>
            </a:r>
            <a:r>
              <a:rPr lang="en-US" altLang="zh-CN" sz="1600" b="1" dirty="0">
                <a:solidFill>
                  <a:srgbClr val="7030A0"/>
                </a:solidFill>
              </a:rPr>
              <a:t>5 presentations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For every team &amp; every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b="1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presentation</a:t>
            </a:r>
          </a:p>
          <a:p>
            <a:pPr marL="742950" lvl="1" indent="-285750">
              <a:spcBef>
                <a:spcPts val="600"/>
              </a:spcBef>
              <a:buFont typeface="Wingdings" panose="05000000000000000000" pitchFamily="2" charset="2"/>
              <a:buChar char="ü"/>
            </a:pPr>
            <a:r>
              <a:rPr lang="en-US" altLang="zh-CN" sz="1400" dirty="0"/>
              <a:t> </a:t>
            </a:r>
            <a:r>
              <a:rPr lang="en-US" altLang="zh-CN" sz="1400" b="1" dirty="0">
                <a:solidFill>
                  <a:srgbClr val="FF0000"/>
                </a:solidFill>
              </a:rPr>
              <a:t>10min.</a:t>
            </a:r>
            <a:r>
              <a:rPr lang="en-US" altLang="zh-CN" sz="1400" b="1" dirty="0"/>
              <a:t> </a:t>
            </a:r>
            <a:r>
              <a:rPr lang="en-US" altLang="zh-CN" sz="1400" dirty="0"/>
              <a:t>for discussion</a:t>
            </a:r>
          </a:p>
          <a:p>
            <a:pPr marL="285750" indent="-285750">
              <a:lnSpc>
                <a:spcPct val="200000"/>
              </a:lnSpc>
              <a:buFont typeface="Wingdings" panose="05000000000000000000" pitchFamily="2" charset="2"/>
              <a:buChar char="u"/>
            </a:pPr>
            <a:r>
              <a:rPr lang="en-US" altLang="zh-CN" sz="1600" dirty="0"/>
              <a:t>Grading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dirty="0"/>
              <a:t> </a:t>
            </a:r>
            <a:r>
              <a:rPr lang="en-US" altLang="zh-CN" sz="1600" b="1" dirty="0">
                <a:solidFill>
                  <a:srgbClr val="00B050"/>
                </a:solidFill>
              </a:rPr>
              <a:t>Homework (Set Exercise)    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>
                <a:solidFill>
                  <a:srgbClr val="00B0F0"/>
                </a:solidFill>
              </a:rPr>
              <a:t> Project           	             20%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Output	10%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Presentation	5%</a:t>
            </a:r>
          </a:p>
          <a:p>
            <a:pPr marL="1169988" lvl="1" defTabSz="1257300">
              <a:spcBef>
                <a:spcPts val="600"/>
              </a:spcBef>
              <a:tabLst>
                <a:tab pos="2690813" algn="l"/>
              </a:tabLst>
            </a:pPr>
            <a:r>
              <a:rPr lang="en-US" altLang="zh-CN" sz="1400" dirty="0">
                <a:solidFill>
                  <a:srgbClr val="00B0F0"/>
                </a:solidFill>
              </a:rPr>
              <a:t>Report 	5%</a:t>
            </a:r>
          </a:p>
          <a:p>
            <a:pPr marL="7429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zh-CN" sz="1600" b="1" dirty="0"/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</a:rPr>
              <a:t>Final Exam (Written Exam)  75%</a:t>
            </a:r>
            <a:endParaRPr lang="zh-CN" altLang="en-US" sz="16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397864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90</a:t>
            </a:fld>
            <a:endParaRPr lang="zh-CN" altLang="en-US" sz="1100" dirty="0"/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9594446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440341393"/>
      </p:ext>
    </p:extLst>
  </p:cSld>
  <p:clrMapOvr>
    <a:masterClrMapping/>
  </p:clrMapOvr>
  <p:transition advTm="437"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91</a:t>
            </a:fld>
            <a:endParaRPr lang="zh-CN" altLang="en-US" sz="1100" dirty="0"/>
          </a:p>
        </p:txBody>
      </p:sp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5673974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440341393"/>
      </p:ext>
    </p:extLst>
  </p:cSld>
  <p:clrMapOvr>
    <a:masterClrMapping/>
  </p:clrMapOvr>
  <p:transition advTm="437"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92</a:t>
            </a:fld>
            <a:endParaRPr lang="zh-CN" altLang="en-US" sz="11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1158155"/>
              </p:ext>
            </p:extLst>
          </p:nvPr>
        </p:nvGraphicFramePr>
        <p:xfrm>
          <a:off x="266434" y="1072055"/>
          <a:ext cx="8638080" cy="1453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93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3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1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88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Technical level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chemeClr val="accent6">
                              <a:lumMod val="40000"/>
                              <a:lumOff val="60000"/>
                            </a:schemeClr>
                          </a:solidFill>
                        </a:rPr>
                        <a:t>(team)</a:t>
                      </a:r>
                      <a:endParaRPr lang="zh-CN" altLang="en-US" sz="1400" dirty="0">
                        <a:solidFill>
                          <a:schemeClr val="accent6">
                            <a:lumMod val="40000"/>
                            <a:lumOff val="6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61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  <a:p>
                      <a:pPr algn="l"/>
                      <a:endParaRPr lang="en-US" altLang="zh-CN" sz="1600" dirty="0"/>
                    </a:p>
                    <a:p>
                      <a:pPr algn="l"/>
                      <a:r>
                        <a:rPr lang="en-US" altLang="zh-CN" sz="1400" dirty="0" err="1"/>
                        <a:t>C_Level</a:t>
                      </a:r>
                      <a:r>
                        <a:rPr lang="en-US" altLang="zh-CN" sz="1400" dirty="0"/>
                        <a:t>(only support basic instructions):</a:t>
                      </a:r>
                      <a:r>
                        <a:rPr lang="en-US" altLang="zh-CN" sz="1400" baseline="0" dirty="0"/>
                        <a:t>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6’</a:t>
                      </a:r>
                      <a:endParaRPr lang="zh-CN" alt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endParaRPr lang="en-US" altLang="zh-CN" sz="14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4279483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249670141"/>
      </p:ext>
    </p:extLst>
  </p:cSld>
  <p:clrMapOvr>
    <a:masterClrMapping/>
  </p:clrMapOvr>
  <p:transition advTm="437"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93</a:t>
            </a:fld>
            <a:endParaRPr lang="zh-CN" altLang="en-US" sz="11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9285352"/>
              </p:ext>
            </p:extLst>
          </p:nvPr>
        </p:nvGraphicFramePr>
        <p:xfrm>
          <a:off x="266434" y="1072055"/>
          <a:ext cx="8638080" cy="1453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93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3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1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88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Technical level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chemeClr val="accent6">
                              <a:lumMod val="40000"/>
                              <a:lumOff val="60000"/>
                            </a:schemeClr>
                          </a:solidFill>
                        </a:rPr>
                        <a:t>(team)</a:t>
                      </a:r>
                      <a:endParaRPr lang="zh-CN" altLang="en-US" sz="1400" dirty="0">
                        <a:solidFill>
                          <a:schemeClr val="accent6">
                            <a:lumMod val="40000"/>
                            <a:lumOff val="6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61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zh-CN" sz="1600" dirty="0"/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B_Level</a:t>
                      </a:r>
                      <a:r>
                        <a:rPr lang="en-US" altLang="zh-CN" sz="1400" dirty="0"/>
                        <a:t>(can run on a real FPGA):              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7’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en-US" altLang="zh-CN" sz="1400" dirty="0" err="1"/>
                        <a:t>C_Level</a:t>
                      </a:r>
                      <a:r>
                        <a:rPr lang="en-US" altLang="zh-CN" sz="1400" dirty="0"/>
                        <a:t>(only support basic instructions):</a:t>
                      </a:r>
                      <a:r>
                        <a:rPr lang="en-US" altLang="zh-CN" sz="1400" baseline="0" dirty="0"/>
                        <a:t>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6’</a:t>
                      </a:r>
                      <a:endParaRPr lang="zh-CN" alt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endParaRPr lang="en-US" altLang="zh-CN" sz="14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0533971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646425508"/>
      </p:ext>
    </p:extLst>
  </p:cSld>
  <p:clrMapOvr>
    <a:masterClrMapping/>
  </p:clrMapOvr>
  <p:transition advTm="437"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94</a:t>
            </a:fld>
            <a:endParaRPr lang="zh-CN" altLang="en-US" sz="11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1984644"/>
              </p:ext>
            </p:extLst>
          </p:nvPr>
        </p:nvGraphicFramePr>
        <p:xfrm>
          <a:off x="266434" y="1072055"/>
          <a:ext cx="8638080" cy="1453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93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3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1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88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Technical level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chemeClr val="accent6">
                              <a:lumMod val="40000"/>
                              <a:lumOff val="60000"/>
                            </a:schemeClr>
                          </a:solidFill>
                        </a:rPr>
                        <a:t>(team)</a:t>
                      </a:r>
                      <a:endParaRPr lang="zh-CN" altLang="en-US" sz="1400" dirty="0">
                        <a:solidFill>
                          <a:schemeClr val="accent6">
                            <a:lumMod val="40000"/>
                            <a:lumOff val="6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61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A_Level</a:t>
                      </a:r>
                      <a:r>
                        <a:rPr lang="en-US" altLang="zh-CN" sz="1400" dirty="0"/>
                        <a:t>(can support more instructions):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8’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B_Level</a:t>
                      </a:r>
                      <a:r>
                        <a:rPr lang="en-US" altLang="zh-CN" sz="1400" dirty="0"/>
                        <a:t>(can run on a real FPGA):              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7’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en-US" altLang="zh-CN" sz="1400" dirty="0" err="1"/>
                        <a:t>C_Level</a:t>
                      </a:r>
                      <a:r>
                        <a:rPr lang="en-US" altLang="zh-CN" sz="1400" dirty="0"/>
                        <a:t>(only support basic instructions):</a:t>
                      </a:r>
                      <a:r>
                        <a:rPr lang="en-US" altLang="zh-CN" sz="1400" baseline="0" dirty="0"/>
                        <a:t>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6’</a:t>
                      </a:r>
                      <a:endParaRPr lang="zh-CN" alt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endParaRPr lang="en-US" altLang="zh-CN" sz="14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7119408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918089588"/>
      </p:ext>
    </p:extLst>
  </p:cSld>
  <p:clrMapOvr>
    <a:masterClrMapping/>
  </p:clrMapOvr>
  <p:transition advTm="437"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95</a:t>
            </a:fld>
            <a:endParaRPr lang="zh-CN" altLang="en-US" sz="11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6078133"/>
              </p:ext>
            </p:extLst>
          </p:nvPr>
        </p:nvGraphicFramePr>
        <p:xfrm>
          <a:off x="266434" y="1072055"/>
          <a:ext cx="8638080" cy="1453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93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3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1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88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Technical level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chemeClr val="accent6">
                              <a:lumMod val="40000"/>
                              <a:lumOff val="60000"/>
                            </a:schemeClr>
                          </a:solidFill>
                        </a:rPr>
                        <a:t>(team)</a:t>
                      </a:r>
                      <a:endParaRPr lang="zh-CN" altLang="en-US" sz="1400" dirty="0">
                        <a:solidFill>
                          <a:schemeClr val="accent6">
                            <a:lumMod val="40000"/>
                            <a:lumOff val="6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61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A_Level</a:t>
                      </a:r>
                      <a:r>
                        <a:rPr lang="en-US" altLang="zh-CN" sz="1400" dirty="0"/>
                        <a:t>(can support more instructions):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8’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B_Level</a:t>
                      </a:r>
                      <a:r>
                        <a:rPr lang="en-US" altLang="zh-CN" sz="1400" dirty="0"/>
                        <a:t>(can run on a real FPGA):              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7’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en-US" altLang="zh-CN" sz="1400" dirty="0" err="1"/>
                        <a:t>C_Level</a:t>
                      </a:r>
                      <a:r>
                        <a:rPr lang="en-US" altLang="zh-CN" sz="1400" dirty="0"/>
                        <a:t>(only support basic instructions):</a:t>
                      </a:r>
                      <a:r>
                        <a:rPr lang="en-US" altLang="zh-CN" sz="1400" baseline="0" dirty="0"/>
                        <a:t>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6’</a:t>
                      </a:r>
                      <a:endParaRPr lang="zh-CN" alt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endParaRPr lang="en-US" altLang="zh-CN" sz="14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727148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CD9CF70-E013-F7BE-1314-B3886F5F1894}"/>
              </a:ext>
            </a:extLst>
          </p:cNvPr>
          <p:cNvSpPr txBox="1">
            <a:spLocks/>
          </p:cNvSpPr>
          <p:nvPr/>
        </p:nvSpPr>
        <p:spPr>
          <a:xfrm>
            <a:off x="118310" y="3870324"/>
            <a:ext cx="3491666" cy="218757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4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eaLnBrk="1" fontAlgn="auto" hangingPunct="1">
              <a:spcBef>
                <a:spcPts val="0"/>
              </a:spcBef>
              <a:spcAft>
                <a:spcPts val="600"/>
              </a:spcAft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Some idea for enlarging the basic Instruction Set: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Memory access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ldr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str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Conditional branch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jz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jnc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…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Other data operation instructions</a:t>
            </a:r>
          </a:p>
          <a:p>
            <a:pPr marL="0" lvl="1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xor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cmp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 acc (add 1 to N)</a:t>
            </a:r>
            <a:endParaRPr lang="zh-CN" altLang="en-US" sz="1400" b="1" dirty="0">
              <a:solidFill>
                <a:srgbClr val="7030A0"/>
              </a:solidFill>
              <a:latin typeface="+mn-lt"/>
              <a:ea typeface="+mn-ea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80221449"/>
      </p:ext>
    </p:extLst>
  </p:cSld>
  <p:clrMapOvr>
    <a:masterClrMapping/>
  </p:clrMapOvr>
  <p:transition advTm="437"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96</a:t>
            </a:fld>
            <a:endParaRPr lang="zh-CN" altLang="en-US" sz="11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100115"/>
              </p:ext>
            </p:extLst>
          </p:nvPr>
        </p:nvGraphicFramePr>
        <p:xfrm>
          <a:off x="266434" y="1072055"/>
          <a:ext cx="8638080" cy="1453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93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3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1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88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Technical level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chemeClr val="accent6">
                              <a:lumMod val="40000"/>
                              <a:lumOff val="60000"/>
                            </a:schemeClr>
                          </a:solidFill>
                        </a:rPr>
                        <a:t>(team)</a:t>
                      </a:r>
                      <a:endParaRPr lang="zh-CN" altLang="en-US" sz="1400" dirty="0">
                        <a:solidFill>
                          <a:schemeClr val="accent6">
                            <a:lumMod val="40000"/>
                            <a:lumOff val="6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Workload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rgbClr val="FFFF00"/>
                          </a:solidFill>
                        </a:rPr>
                        <a:t>(individual)</a:t>
                      </a:r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61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A_Level</a:t>
                      </a:r>
                      <a:r>
                        <a:rPr lang="en-US" altLang="zh-CN" sz="1400" dirty="0"/>
                        <a:t>(can support more instructions):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8’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B_Level</a:t>
                      </a:r>
                      <a:r>
                        <a:rPr lang="en-US" altLang="zh-CN" sz="1400" dirty="0"/>
                        <a:t>(can run on a real FPGA):              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7’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en-US" altLang="zh-CN" sz="1400" dirty="0" err="1"/>
                        <a:t>C_Level</a:t>
                      </a:r>
                      <a:r>
                        <a:rPr lang="en-US" altLang="zh-CN" sz="1400" dirty="0"/>
                        <a:t>(only support basic instructions):</a:t>
                      </a:r>
                      <a:r>
                        <a:rPr lang="en-US" altLang="zh-CN" sz="1400" baseline="0" dirty="0"/>
                        <a:t>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6’</a:t>
                      </a:r>
                      <a:endParaRPr lang="zh-CN" alt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zh-CN" sz="1400" baseline="0" dirty="0"/>
                        <a:t>Distributed by yourself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Average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 2’ </a:t>
                      </a:r>
                      <a:r>
                        <a:rPr lang="en-US" altLang="zh-CN" sz="14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for each  </a:t>
                      </a:r>
                      <a:r>
                        <a:rPr lang="en-US" altLang="zh-CN" sz="1400" baseline="0" dirty="0"/>
                        <a:t>people</a:t>
                      </a:r>
                    </a:p>
                    <a:p>
                      <a:r>
                        <a:rPr lang="en-US" altLang="zh-CN" sz="1400" baseline="0" dirty="0"/>
                        <a:t>Up to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4’ </a:t>
                      </a:r>
                      <a:r>
                        <a:rPr lang="en-US" altLang="zh-CN" sz="1400" b="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for  each, </a:t>
                      </a:r>
                      <a:r>
                        <a:rPr lang="en-US" altLang="zh-CN" sz="1400" dirty="0"/>
                        <a:t>no negative marks</a:t>
                      </a:r>
                      <a:endParaRPr lang="en-US" altLang="zh-CN" sz="14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1652076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F7073AC-DA3D-0D04-4A5F-56774A66A620}"/>
              </a:ext>
            </a:extLst>
          </p:cNvPr>
          <p:cNvSpPr txBox="1">
            <a:spLocks/>
          </p:cNvSpPr>
          <p:nvPr/>
        </p:nvSpPr>
        <p:spPr>
          <a:xfrm>
            <a:off x="118310" y="3870324"/>
            <a:ext cx="3491666" cy="218757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4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eaLnBrk="1" fontAlgn="auto" hangingPunct="1">
              <a:spcBef>
                <a:spcPts val="0"/>
              </a:spcBef>
              <a:spcAft>
                <a:spcPts val="600"/>
              </a:spcAft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Some idea for enlarging the basic Instruction Set: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Memory access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ldr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str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Conditional branch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jz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jnc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…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Other data operation instructions</a:t>
            </a:r>
          </a:p>
          <a:p>
            <a:pPr marL="0" lvl="1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xor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cmp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 acc (add 1 to N)</a:t>
            </a:r>
            <a:endParaRPr lang="zh-CN" altLang="en-US" sz="1400" b="1" dirty="0">
              <a:solidFill>
                <a:srgbClr val="7030A0"/>
              </a:solidFill>
              <a:latin typeface="+mn-lt"/>
              <a:ea typeface="+mn-ea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41641091"/>
      </p:ext>
    </p:extLst>
  </p:cSld>
  <p:clrMapOvr>
    <a:masterClrMapping/>
  </p:clrMapOvr>
  <p:transition advTm="437"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97</a:t>
            </a:fld>
            <a:endParaRPr lang="zh-CN" altLang="en-US" sz="11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6917554"/>
              </p:ext>
            </p:extLst>
          </p:nvPr>
        </p:nvGraphicFramePr>
        <p:xfrm>
          <a:off x="266434" y="1072055"/>
          <a:ext cx="8638080" cy="1453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93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3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1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88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Technical level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chemeClr val="accent6">
                              <a:lumMod val="40000"/>
                              <a:lumOff val="60000"/>
                            </a:schemeClr>
                          </a:solidFill>
                        </a:rPr>
                        <a:t>(team)</a:t>
                      </a:r>
                      <a:endParaRPr lang="zh-CN" altLang="en-US" sz="1400" dirty="0">
                        <a:solidFill>
                          <a:schemeClr val="accent6">
                            <a:lumMod val="40000"/>
                            <a:lumOff val="6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CN" altLang="en-US" sz="1600" dirty="0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aseline="0" dirty="0"/>
                        <a:t>Pres. &amp; Disc.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rgbClr val="FFFF00"/>
                          </a:solidFill>
                        </a:rPr>
                        <a:t>(individual)</a:t>
                      </a:r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Workload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rgbClr val="FFFF00"/>
                          </a:solidFill>
                        </a:rPr>
                        <a:t>(individual)</a:t>
                      </a:r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61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A_Level</a:t>
                      </a:r>
                      <a:r>
                        <a:rPr lang="en-US" altLang="zh-CN" sz="1400" dirty="0"/>
                        <a:t>(can support more instructions):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8’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B_Level</a:t>
                      </a:r>
                      <a:r>
                        <a:rPr lang="en-US" altLang="zh-CN" sz="1400" dirty="0"/>
                        <a:t>(can run on a real FPGA):              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7’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en-US" altLang="zh-CN" sz="1400" dirty="0" err="1"/>
                        <a:t>C_Level</a:t>
                      </a:r>
                      <a:r>
                        <a:rPr lang="en-US" altLang="zh-CN" sz="1400" dirty="0"/>
                        <a:t>(only support basic instructions):</a:t>
                      </a:r>
                      <a:r>
                        <a:rPr lang="en-US" altLang="zh-CN" sz="1400" baseline="0" dirty="0"/>
                        <a:t>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6’</a:t>
                      </a:r>
                      <a:endParaRPr lang="zh-CN" alt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B0F0"/>
                          </a:solidFill>
                        </a:rPr>
                        <a:t>+0~5’</a:t>
                      </a:r>
                      <a:endParaRPr lang="zh-CN" altLang="en-US" sz="16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Clearly</a:t>
                      </a:r>
                      <a:endParaRPr lang="zh-CN" altLang="en-US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zh-CN" sz="1400" baseline="0" dirty="0"/>
                        <a:t>Distributed by yourself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Average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 2’ </a:t>
                      </a:r>
                      <a:r>
                        <a:rPr lang="en-US" altLang="zh-CN" sz="14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for each  </a:t>
                      </a:r>
                      <a:r>
                        <a:rPr lang="en-US" altLang="zh-CN" sz="1400" baseline="0" dirty="0"/>
                        <a:t>people</a:t>
                      </a:r>
                    </a:p>
                    <a:p>
                      <a:r>
                        <a:rPr lang="en-US" altLang="zh-CN" sz="1400" baseline="0" dirty="0"/>
                        <a:t>Up to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4’ </a:t>
                      </a:r>
                      <a:r>
                        <a:rPr lang="en-US" altLang="zh-CN" sz="1400" b="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for  each, </a:t>
                      </a:r>
                      <a:r>
                        <a:rPr lang="en-US" altLang="zh-CN" sz="1400" dirty="0"/>
                        <a:t>no negative marks</a:t>
                      </a:r>
                      <a:endParaRPr lang="en-US" altLang="zh-CN" sz="14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833488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02530D1-FFB1-1BBB-BD5C-7988B88064F3}"/>
              </a:ext>
            </a:extLst>
          </p:cNvPr>
          <p:cNvSpPr txBox="1">
            <a:spLocks/>
          </p:cNvSpPr>
          <p:nvPr/>
        </p:nvSpPr>
        <p:spPr>
          <a:xfrm>
            <a:off x="118310" y="3870324"/>
            <a:ext cx="3491666" cy="218757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4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eaLnBrk="1" fontAlgn="auto" hangingPunct="1">
              <a:spcBef>
                <a:spcPts val="0"/>
              </a:spcBef>
              <a:spcAft>
                <a:spcPts val="600"/>
              </a:spcAft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Some idea for enlarging the basic Instruction Set: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Memory access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ldr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str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Conditional branch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jz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jnc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…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Other data operation instructions</a:t>
            </a:r>
          </a:p>
          <a:p>
            <a:pPr marL="0" lvl="1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xor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cmp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 acc (add 1 to N)</a:t>
            </a:r>
            <a:endParaRPr lang="zh-CN" altLang="en-US" sz="1400" b="1" dirty="0">
              <a:solidFill>
                <a:srgbClr val="7030A0"/>
              </a:solidFill>
              <a:latin typeface="+mn-lt"/>
              <a:ea typeface="+mn-ea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54208200"/>
      </p:ext>
    </p:extLst>
  </p:cSld>
  <p:clrMapOvr>
    <a:masterClrMapping/>
  </p:clrMapOvr>
  <p:transition advTm="437"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en-US" altLang="zh-CN" dirty="0"/>
              <a:t>For Project(Pres. &amp; Disc.)      </a:t>
            </a:r>
            <a:r>
              <a:rPr lang="en-US" altLang="zh-CN" dirty="0">
                <a:solidFill>
                  <a:srgbClr val="00B0F0"/>
                </a:solidFill>
              </a:rPr>
              <a:t>20%</a:t>
            </a:r>
            <a:endParaRPr lang="zh-CN" altLang="en-US" sz="5400" dirty="0"/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355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98</a:t>
            </a:fld>
            <a:endParaRPr lang="zh-CN" altLang="en-US" sz="1100" dirty="0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6608566"/>
              </p:ext>
            </p:extLst>
          </p:nvPr>
        </p:nvGraphicFramePr>
        <p:xfrm>
          <a:off x="266434" y="1072055"/>
          <a:ext cx="8638080" cy="14538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93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3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1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88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Technical level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chemeClr val="accent6">
                              <a:lumMod val="40000"/>
                              <a:lumOff val="60000"/>
                            </a:schemeClr>
                          </a:solidFill>
                        </a:rPr>
                        <a:t>(team)</a:t>
                      </a:r>
                      <a:endParaRPr lang="zh-CN" altLang="en-US" sz="1400" dirty="0">
                        <a:solidFill>
                          <a:schemeClr val="accent6">
                            <a:lumMod val="40000"/>
                            <a:lumOff val="6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dirty="0"/>
                        <a:t>Document </a:t>
                      </a:r>
                      <a:r>
                        <a:rPr lang="en-US" altLang="zh-CN" sz="1400" dirty="0">
                          <a:solidFill>
                            <a:schemeClr val="accent6">
                              <a:lumMod val="60000"/>
                              <a:lumOff val="40000"/>
                            </a:schemeClr>
                          </a:solidFill>
                        </a:rPr>
                        <a:t>(team)</a:t>
                      </a:r>
                      <a:endParaRPr lang="zh-CN" altLang="en-US" sz="1600" dirty="0">
                        <a:solidFill>
                          <a:schemeClr val="accent6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aseline="0" dirty="0"/>
                        <a:t>Pres. &amp; Disc.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rgbClr val="FFFF00"/>
                          </a:solidFill>
                        </a:rPr>
                        <a:t>(individual)</a:t>
                      </a:r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/>
                        <a:t>Workload</a:t>
                      </a:r>
                    </a:p>
                    <a:p>
                      <a:pPr algn="ctr"/>
                      <a:r>
                        <a:rPr lang="en-US" altLang="zh-CN" sz="1400" dirty="0">
                          <a:solidFill>
                            <a:srgbClr val="FFFF00"/>
                          </a:solidFill>
                        </a:rPr>
                        <a:t>(individual)</a:t>
                      </a:r>
                      <a:endParaRPr lang="zh-CN" altLang="en-US" sz="1400" dirty="0">
                        <a:solidFill>
                          <a:srgbClr val="FFFF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61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A_Level</a:t>
                      </a:r>
                      <a:r>
                        <a:rPr lang="en-US" altLang="zh-CN" sz="1400" dirty="0"/>
                        <a:t>(can support more instructions):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8’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dirty="0" err="1"/>
                        <a:t>B_Level</a:t>
                      </a:r>
                      <a:r>
                        <a:rPr lang="en-US" altLang="zh-CN" sz="1400" dirty="0"/>
                        <a:t>(can run on a real FPGA):               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7’</a:t>
                      </a:r>
                      <a:endParaRPr lang="en-US" altLang="zh-CN" sz="1400" b="1" kern="1200" dirty="0">
                        <a:solidFill>
                          <a:srgbClr val="00B0F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en-US" altLang="zh-CN" sz="1400" dirty="0" err="1"/>
                        <a:t>C_Level</a:t>
                      </a:r>
                      <a:r>
                        <a:rPr lang="en-US" altLang="zh-CN" sz="1400" dirty="0"/>
                        <a:t>(only support basic instructions):</a:t>
                      </a:r>
                      <a:r>
                        <a:rPr lang="en-US" altLang="zh-CN" sz="1400" baseline="0" dirty="0"/>
                        <a:t>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6’</a:t>
                      </a:r>
                      <a:endParaRPr lang="zh-CN" alt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>
                          <a:solidFill>
                            <a:srgbClr val="00B0F0"/>
                          </a:solidFill>
                        </a:rPr>
                        <a:t>+0~5’</a:t>
                      </a:r>
                    </a:p>
                    <a:p>
                      <a:pPr algn="ctr"/>
                      <a:r>
                        <a:rPr lang="en-US" altLang="zh-CN" sz="14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Completely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rgbClr val="00B0F0"/>
                          </a:solidFill>
                        </a:rPr>
                        <a:t>+0~5’</a:t>
                      </a:r>
                      <a:endParaRPr lang="zh-CN" altLang="en-US" sz="1600" b="1" dirty="0">
                        <a:solidFill>
                          <a:srgbClr val="00B0F0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Clearly</a:t>
                      </a:r>
                      <a:endParaRPr lang="zh-CN" altLang="en-US" sz="14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zh-CN" sz="1400" baseline="0" dirty="0"/>
                        <a:t>Distributed by yourself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4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Average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 2’</a:t>
                      </a:r>
                      <a:r>
                        <a:rPr lang="en-US" altLang="zh-CN" sz="14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for each  </a:t>
                      </a:r>
                      <a:r>
                        <a:rPr lang="en-US" altLang="zh-CN" sz="1400" baseline="0" dirty="0"/>
                        <a:t>people</a:t>
                      </a:r>
                    </a:p>
                    <a:p>
                      <a:r>
                        <a:rPr lang="en-US" altLang="zh-CN" sz="1400" baseline="0" dirty="0"/>
                        <a:t>Up to </a:t>
                      </a:r>
                      <a:r>
                        <a:rPr lang="en-US" altLang="zh-CN" sz="1600" b="1" kern="1200" dirty="0">
                          <a:solidFill>
                            <a:srgbClr val="00B0F0"/>
                          </a:solidFill>
                          <a:latin typeface="+mn-lt"/>
                          <a:ea typeface="+mn-ea"/>
                          <a:cs typeface="+mn-cs"/>
                        </a:rPr>
                        <a:t>4’ </a:t>
                      </a:r>
                      <a:r>
                        <a:rPr lang="en-US" altLang="zh-CN" sz="1400" b="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for  each, </a:t>
                      </a:r>
                      <a:r>
                        <a:rPr lang="en-US" altLang="zh-CN" sz="1400" dirty="0"/>
                        <a:t>no negative marks</a:t>
                      </a:r>
                      <a:endParaRPr lang="en-US" altLang="zh-CN" sz="14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18309" y="2773575"/>
            <a:ext cx="352224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16-bit RISC CPU with: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16 instructions (4-bit for Opcode )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at most 4 registers (2-bit for Rd and </a:t>
            </a:r>
            <a:r>
              <a:rPr lang="en-US" altLang="zh-CN" sz="1400" dirty="0" err="1">
                <a:latin typeface="+mn-lt"/>
                <a:ea typeface="+mn-ea"/>
              </a:rPr>
              <a:t>Rs</a:t>
            </a:r>
            <a:r>
              <a:rPr lang="en-US" altLang="zh-CN" sz="1400" dirty="0">
                <a:latin typeface="+mn-lt"/>
                <a:ea typeface="+mn-ea"/>
              </a:rPr>
              <a:t>)</a:t>
            </a:r>
          </a:p>
        </p:txBody>
      </p:sp>
      <p:graphicFrame>
        <p:nvGraphicFramePr>
          <p:cNvPr id="10" name="表格 9">
            <a:extLst>
              <a:ext uri="{FF2B5EF4-FFF2-40B4-BE49-F238E27FC236}">
                <a16:creationId xmlns:a16="http://schemas.microsoft.com/office/drawing/2014/main" id="{C303558E-1B56-4E17-B77B-A564B9A5D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559254"/>
              </p:ext>
            </p:extLst>
          </p:nvPr>
        </p:nvGraphicFramePr>
        <p:xfrm>
          <a:off x="3743325" y="2921970"/>
          <a:ext cx="5327650" cy="3094372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20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1850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439566">
                <a:tc gridSpan="6">
                  <a:txBody>
                    <a:bodyPr/>
                    <a:lstStyle/>
                    <a:p>
                      <a:pPr algn="ctr"/>
                      <a:r>
                        <a:rPr lang="en-US" altLang="zh-CN" sz="1800" dirty="0"/>
                        <a:t> Basic Instruction Set</a:t>
                      </a:r>
                      <a:r>
                        <a:rPr lang="en-US" altLang="zh-CN" sz="1800" baseline="0" dirty="0"/>
                        <a:t> for RISC CPU</a:t>
                      </a:r>
                      <a:endParaRPr lang="zh-CN" altLang="en-US" sz="1800" dirty="0"/>
                    </a:p>
                  </a:txBody>
                  <a:tcPr marL="91439" marR="91439" marT="45725" marB="45725">
                    <a:solidFill>
                      <a:srgbClr val="205BA9">
                        <a:alpha val="77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zh-CN" altLang="en-US" sz="1200" dirty="0"/>
                    </a:p>
                  </a:txBody>
                  <a:tcPr marL="91439" marR="91439" marT="45725" marB="45725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Rs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/>
                        <a:t>Imme</a:t>
                      </a:r>
                      <a:endParaRPr lang="en-US" altLang="zh-CN" sz="1400" dirty="0"/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Assembly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/>
                        <a:t>Function Description</a:t>
                      </a:r>
                      <a:endParaRPr lang="zh-CN" altLang="en-US" sz="1400" dirty="0"/>
                    </a:p>
                  </a:txBody>
                  <a:tcPr marL="91439" marR="91439" marT="45725" marB="45725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cxnSp>
        <p:nvCxnSpPr>
          <p:cNvPr id="4" name="直接连接符 3"/>
          <p:cNvCxnSpPr/>
          <p:nvPr/>
        </p:nvCxnSpPr>
        <p:spPr>
          <a:xfrm>
            <a:off x="67002" y="2648607"/>
            <a:ext cx="8895693" cy="0"/>
          </a:xfrm>
          <a:prstGeom prst="line">
            <a:avLst/>
          </a:prstGeom>
          <a:ln w="254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9C71858C-541C-D009-8399-85A9870D0E9D}"/>
              </a:ext>
            </a:extLst>
          </p:cNvPr>
          <p:cNvSpPr txBox="1">
            <a:spLocks/>
          </p:cNvSpPr>
          <p:nvPr/>
        </p:nvSpPr>
        <p:spPr>
          <a:xfrm>
            <a:off x="118310" y="3870324"/>
            <a:ext cx="3491666" cy="218757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4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eaLnBrk="1" fontAlgn="auto" hangingPunct="1">
              <a:spcBef>
                <a:spcPts val="0"/>
              </a:spcBef>
              <a:spcAft>
                <a:spcPts val="600"/>
              </a:spcAft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+mn-ea"/>
              </a:rPr>
              <a:t>Some idea for enlarging the basic Instruction Set: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Memory access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ldr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str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Conditional branch instructions</a:t>
            </a:r>
          </a:p>
          <a:p>
            <a:pPr marL="0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jz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jnc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…</a:t>
            </a:r>
          </a:p>
          <a:p>
            <a:pPr eaLnBrk="1" hangingPunct="1">
              <a:buFont typeface="Wingdings" panose="05000000000000000000" pitchFamily="2" charset="2"/>
              <a:buChar char="u"/>
              <a:defRPr/>
            </a:pPr>
            <a:r>
              <a:rPr lang="en-US" altLang="zh-CN" sz="1400" dirty="0">
                <a:latin typeface="+mn-lt"/>
                <a:ea typeface="+mn-ea"/>
              </a:rPr>
              <a:t>Other data operation instructions</a:t>
            </a:r>
          </a:p>
          <a:p>
            <a:pPr marL="0" lvl="1" indent="0" eaLnBrk="1" hangingPunct="1">
              <a:buNone/>
              <a:defRPr/>
            </a:pPr>
            <a:r>
              <a:rPr lang="en-US" altLang="zh-CN" sz="1400" dirty="0">
                <a:latin typeface="+mn-lt"/>
                <a:ea typeface="+mn-ea"/>
              </a:rPr>
              <a:t>                 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xor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</a:t>
            </a:r>
            <a:r>
              <a:rPr lang="zh-CN" altLang="en-US" sz="1400" b="1" dirty="0">
                <a:solidFill>
                  <a:srgbClr val="7030A0"/>
                </a:solidFill>
                <a:latin typeface="+mn-lt"/>
                <a:ea typeface="+mn-ea"/>
              </a:rPr>
              <a:t> </a:t>
            </a:r>
            <a:r>
              <a:rPr lang="en-US" altLang="zh-CN" sz="1400" b="1" dirty="0" err="1">
                <a:solidFill>
                  <a:srgbClr val="7030A0"/>
                </a:solidFill>
                <a:latin typeface="+mn-lt"/>
                <a:ea typeface="+mn-ea"/>
              </a:rPr>
              <a:t>cmp</a:t>
            </a:r>
            <a:r>
              <a:rPr lang="en-US" altLang="zh-CN" sz="1400" b="1" dirty="0">
                <a:solidFill>
                  <a:srgbClr val="7030A0"/>
                </a:solidFill>
                <a:latin typeface="+mn-lt"/>
                <a:ea typeface="+mn-ea"/>
              </a:rPr>
              <a:t>,  acc (add 1 to N)</a:t>
            </a:r>
            <a:endParaRPr lang="zh-CN" altLang="en-US" sz="1400" b="1" dirty="0">
              <a:solidFill>
                <a:srgbClr val="7030A0"/>
              </a:solidFill>
              <a:latin typeface="+mn-lt"/>
              <a:ea typeface="+mn-ea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872875249"/>
      </p:ext>
    </p:extLst>
  </p:cSld>
  <p:clrMapOvr>
    <a:masterClrMapping/>
  </p:clrMapOvr>
  <p:transition advTm="437"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7BD36AB-168C-454C-A5E7-3A5A942E367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08566" y="173233"/>
            <a:ext cx="8693543" cy="578076"/>
          </a:xfrm>
        </p:spPr>
        <p:txBody>
          <a:bodyPr>
            <a:noAutofit/>
          </a:bodyPr>
          <a:lstStyle/>
          <a:p>
            <a:pPr algn="l"/>
            <a:r>
              <a:rPr lang="en-US" altLang="zh-CN" sz="3200" dirty="0"/>
              <a:t>Project assessment (</a:t>
            </a:r>
            <a:r>
              <a:rPr lang="en-US" altLang="zh-CN" sz="3200" dirty="0">
                <a:solidFill>
                  <a:srgbClr val="FF0000"/>
                </a:solidFill>
              </a:rPr>
              <a:t>20 marks </a:t>
            </a:r>
            <a:r>
              <a:rPr lang="en-US" altLang="zh-CN" sz="3200" dirty="0"/>
              <a:t>in total)</a:t>
            </a:r>
            <a:endParaRPr lang="zh-CN" altLang="en-US" sz="3200" dirty="0"/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8F37BD7B-5F47-4A9C-B574-389BE7EA73F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04949" y="1230131"/>
            <a:ext cx="8655269" cy="590012"/>
          </a:xfrm>
        </p:spPr>
        <p:txBody>
          <a:bodyPr>
            <a:noAutofit/>
          </a:bodyPr>
          <a:lstStyle/>
          <a:p>
            <a:pPr algn="l">
              <a:lnSpc>
                <a:spcPct val="100000"/>
              </a:lnSpc>
            </a:pPr>
            <a:r>
              <a:rPr lang="en-US" altLang="zh-CN" b="1" dirty="0">
                <a:solidFill>
                  <a:srgbClr val="FF0000"/>
                </a:solidFill>
              </a:rPr>
              <a:t>Part1: Team assessment</a:t>
            </a:r>
            <a:r>
              <a:rPr lang="zh-CN" altLang="en-US" b="1" dirty="0">
                <a:solidFill>
                  <a:srgbClr val="FF0000"/>
                </a:solidFill>
              </a:rPr>
              <a:t>   </a:t>
            </a:r>
            <a:r>
              <a:rPr lang="en-US" altLang="zh-CN" sz="1800" b="1" dirty="0">
                <a:solidFill>
                  <a:srgbClr val="00B0F0"/>
                </a:solidFill>
              </a:rPr>
              <a:t>Technical level </a:t>
            </a:r>
            <a:r>
              <a:rPr lang="en-US" altLang="zh-CN" sz="1800" b="1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6~8’</a:t>
            </a:r>
            <a:r>
              <a:rPr lang="en-US" altLang="zh-CN" sz="1800" b="1" dirty="0"/>
              <a:t>+ </a:t>
            </a:r>
            <a:r>
              <a:rPr lang="en-US" altLang="zh-CN" sz="1800" b="1" dirty="0">
                <a:solidFill>
                  <a:srgbClr val="7030A0"/>
                </a:solidFill>
              </a:rPr>
              <a:t>Document </a:t>
            </a:r>
            <a:r>
              <a:rPr lang="en-US" altLang="zh-CN" sz="1800" b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0~5’</a:t>
            </a:r>
            <a:r>
              <a:rPr lang="zh-CN" altLang="en-US" sz="1800" b="1" dirty="0">
                <a:solidFill>
                  <a:srgbClr val="7030A0"/>
                </a:solidFill>
              </a:rPr>
              <a:t> </a:t>
            </a:r>
            <a:r>
              <a:rPr lang="en-US" altLang="zh-CN" sz="1800" b="1" dirty="0">
                <a:solidFill>
                  <a:srgbClr val="00B0F0"/>
                </a:solidFill>
              </a:rPr>
              <a:t>   </a:t>
            </a:r>
            <a:endParaRPr lang="zh-CN" altLang="en-US" sz="1800" dirty="0"/>
          </a:p>
        </p:txBody>
      </p:sp>
      <p:sp>
        <p:nvSpPr>
          <p:cNvPr id="4" name="副标题 2">
            <a:extLst>
              <a:ext uri="{FF2B5EF4-FFF2-40B4-BE49-F238E27FC236}">
                <a16:creationId xmlns:a16="http://schemas.microsoft.com/office/drawing/2014/main" id="{55F928AD-B447-4B1C-A882-D4905E1F4C0B}"/>
              </a:ext>
            </a:extLst>
          </p:cNvPr>
          <p:cNvSpPr txBox="1">
            <a:spLocks/>
          </p:cNvSpPr>
          <p:nvPr/>
        </p:nvSpPr>
        <p:spPr>
          <a:xfrm>
            <a:off x="308566" y="4572693"/>
            <a:ext cx="8649281" cy="57807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altLang="zh-CN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Part2: Individual assessment</a:t>
            </a:r>
            <a:r>
              <a:rPr lang="zh-CN" altLang="en-US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en-US" altLang="zh-CN" sz="1800" b="1" dirty="0">
                <a:solidFill>
                  <a:srgbClr val="7030A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Pres.&amp;</a:t>
            </a:r>
            <a:r>
              <a:rPr lang="en-US" altLang="zh-CN" sz="1800" b="1" dirty="0" err="1">
                <a:solidFill>
                  <a:srgbClr val="7030A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Dissc</a:t>
            </a:r>
            <a:r>
              <a:rPr lang="en-US" altLang="zh-CN" sz="1800" b="1" dirty="0">
                <a:solidFill>
                  <a:srgbClr val="7030A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800" b="1" dirty="0">
                <a:solidFill>
                  <a:srgbClr val="7030A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0~5’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en-US" altLang="zh-CN" sz="18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Workload </a:t>
            </a:r>
            <a:r>
              <a:rPr lang="en-US" altLang="zh-CN" sz="1800" b="1" dirty="0">
                <a:solidFill>
                  <a:srgbClr val="00B0F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0~4’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endParaRPr lang="zh-CN" altLang="en-US" sz="1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50220" y="1682195"/>
            <a:ext cx="8475860" cy="2486835"/>
          </a:xfrm>
          <a:prstGeom prst="rect">
            <a:avLst/>
          </a:prstGeom>
          <a:ln w="25400">
            <a:solidFill>
              <a:srgbClr val="00B0F0"/>
            </a:solidFill>
            <a:prstDash val="sysDash"/>
          </a:ln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sz="1600" b="1" dirty="0">
                <a:solidFill>
                  <a:srgbClr val="00B0F0"/>
                </a:solidFill>
              </a:rPr>
              <a:t>Class A(8~13’)</a:t>
            </a:r>
            <a:r>
              <a:rPr lang="en-US" altLang="zh-CN" sz="1600" dirty="0"/>
              <a:t>: Support </a:t>
            </a:r>
            <a:r>
              <a:rPr lang="en-US" altLang="zh-CN" sz="1600" dirty="0">
                <a:solidFill>
                  <a:srgbClr val="00B0F0"/>
                </a:solidFill>
              </a:rPr>
              <a:t>more</a:t>
            </a:r>
            <a:r>
              <a:rPr lang="zh-CN" altLang="en-US" sz="1600" dirty="0"/>
              <a:t> </a:t>
            </a:r>
            <a:r>
              <a:rPr lang="en-US" altLang="zh-CN" sz="1600" dirty="0"/>
              <a:t>instruction</a:t>
            </a:r>
            <a:r>
              <a:rPr lang="zh-CN" altLang="en-US" sz="1600" dirty="0"/>
              <a:t> </a:t>
            </a:r>
            <a:r>
              <a:rPr lang="en-US" altLang="zh-CN" sz="1600" dirty="0"/>
              <a:t>and</a:t>
            </a:r>
            <a:r>
              <a:rPr lang="zh-CN" altLang="en-US" sz="1600" dirty="0"/>
              <a:t> </a:t>
            </a:r>
            <a:r>
              <a:rPr lang="en-US" altLang="zh-CN" sz="1600" dirty="0"/>
              <a:t>simulation signals could be explained.</a:t>
            </a:r>
          </a:p>
          <a:p>
            <a:pPr>
              <a:lnSpc>
                <a:spcPct val="130000"/>
              </a:lnSpc>
            </a:pPr>
            <a:r>
              <a:rPr lang="en-US" altLang="zh-CN" sz="1600" b="1" dirty="0">
                <a:solidFill>
                  <a:srgbClr val="00B0F0"/>
                </a:solidFill>
              </a:rPr>
              <a:t>Class B(7~12’)</a:t>
            </a:r>
            <a:r>
              <a:rPr lang="en-US" altLang="zh-CN" sz="1600" dirty="0"/>
              <a:t>: The design can run on a real</a:t>
            </a:r>
            <a:r>
              <a:rPr lang="en-US" altLang="zh-CN" sz="1600" dirty="0">
                <a:solidFill>
                  <a:srgbClr val="00B0F0"/>
                </a:solidFill>
              </a:rPr>
              <a:t> FPGA board </a:t>
            </a:r>
            <a:r>
              <a:rPr lang="en-US" altLang="zh-CN" sz="1600" dirty="0"/>
              <a:t>(e.g. as a LED Controller), 		and the internal signals could be observed through </a:t>
            </a:r>
            <a:r>
              <a:rPr lang="en-US" altLang="zh-CN" sz="1600" dirty="0">
                <a:solidFill>
                  <a:srgbClr val="00B0F0"/>
                </a:solidFill>
              </a:rPr>
              <a:t>ILA</a:t>
            </a:r>
            <a:r>
              <a:rPr lang="en-US" altLang="zh-CN" sz="1600" dirty="0"/>
              <a:t> IP core.</a:t>
            </a:r>
          </a:p>
          <a:p>
            <a:pPr>
              <a:lnSpc>
                <a:spcPct val="130000"/>
              </a:lnSpc>
            </a:pPr>
            <a:r>
              <a:rPr lang="en-US" altLang="zh-CN" sz="1600" b="1" dirty="0">
                <a:solidFill>
                  <a:srgbClr val="00B0F0"/>
                </a:solidFill>
              </a:rPr>
              <a:t>Class C(6~11’)</a:t>
            </a:r>
            <a:r>
              <a:rPr lang="en-US" altLang="zh-CN" sz="1600" dirty="0"/>
              <a:t>: </a:t>
            </a:r>
            <a:r>
              <a:rPr lang="zh-CN" altLang="en-US" sz="1600" dirty="0"/>
              <a:t> </a:t>
            </a:r>
            <a:r>
              <a:rPr lang="en-US" altLang="zh-CN" sz="1600" dirty="0"/>
              <a:t>Support basic instructions</a:t>
            </a:r>
            <a:r>
              <a:rPr lang="zh-CN" altLang="en-US" sz="1600" dirty="0"/>
              <a:t> </a:t>
            </a:r>
            <a:r>
              <a:rPr lang="en-US" altLang="zh-CN" sz="1600" dirty="0"/>
              <a:t>and</a:t>
            </a:r>
            <a:r>
              <a:rPr lang="zh-CN" altLang="en-US" sz="1600" dirty="0"/>
              <a:t> </a:t>
            </a:r>
            <a:r>
              <a:rPr lang="en-US" altLang="zh-CN" sz="1600" dirty="0"/>
              <a:t>simulation signals could be explained.</a:t>
            </a:r>
          </a:p>
          <a:p>
            <a:pPr>
              <a:lnSpc>
                <a:spcPct val="130000"/>
              </a:lnSpc>
              <a:spcBef>
                <a:spcPts val="1200"/>
              </a:spcBef>
            </a:pPr>
            <a:r>
              <a:rPr lang="en-US" altLang="zh-CN" sz="1600" i="1" dirty="0"/>
              <a:t>** Code can be simulated and synthesized directly. </a:t>
            </a:r>
          </a:p>
          <a:p>
            <a:pPr>
              <a:lnSpc>
                <a:spcPct val="130000"/>
              </a:lnSpc>
            </a:pPr>
            <a:r>
              <a:rPr lang="en-US" altLang="zh-CN" sz="1600" i="1" dirty="0"/>
              <a:t>** Codes and reports will be checked for duplicates.  </a:t>
            </a:r>
          </a:p>
          <a:p>
            <a:pPr>
              <a:lnSpc>
                <a:spcPct val="130000"/>
              </a:lnSpc>
            </a:pPr>
            <a:r>
              <a:rPr lang="en-US" altLang="zh-CN" sz="1600" i="1" dirty="0"/>
              <a:t>** The marks is better if pipeline or instruction accelerator could be added to Class A</a:t>
            </a:r>
            <a:endParaRPr lang="zh-CN" altLang="en-US" sz="1600" dirty="0"/>
          </a:p>
        </p:txBody>
      </p:sp>
      <p:sp>
        <p:nvSpPr>
          <p:cNvPr id="6" name="矩形 5"/>
          <p:cNvSpPr/>
          <p:nvPr/>
        </p:nvSpPr>
        <p:spPr>
          <a:xfrm>
            <a:off x="289795" y="5079825"/>
            <a:ext cx="8570423" cy="1092607"/>
          </a:xfrm>
          <a:prstGeom prst="rect">
            <a:avLst/>
          </a:prstGeom>
          <a:ln w="25400">
            <a:solidFill>
              <a:srgbClr val="00B0F0"/>
            </a:solidFill>
            <a:prstDash val="sysDash"/>
          </a:ln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sz="1600" b="1" dirty="0">
                <a:solidFill>
                  <a:srgbClr val="00B0F0"/>
                </a:solidFill>
              </a:rPr>
              <a:t>Pres.&amp;</a:t>
            </a:r>
            <a:r>
              <a:rPr lang="en-US" altLang="zh-CN" sz="1600" b="1" dirty="0" err="1">
                <a:solidFill>
                  <a:srgbClr val="00B0F0"/>
                </a:solidFill>
              </a:rPr>
              <a:t>Dissc</a:t>
            </a:r>
            <a:r>
              <a:rPr lang="en-US" altLang="zh-CN" sz="1600" b="1" dirty="0">
                <a:solidFill>
                  <a:srgbClr val="00B0F0"/>
                </a:solidFill>
              </a:rPr>
              <a:t> (0~5’)</a:t>
            </a:r>
            <a:r>
              <a:rPr lang="en-US" altLang="zh-CN" sz="1600" dirty="0"/>
              <a:t>:</a:t>
            </a:r>
            <a:r>
              <a:rPr lang="en-US" altLang="zh-CN" sz="1600" b="1" dirty="0">
                <a:solidFill>
                  <a:srgbClr val="00B0F0"/>
                </a:solidFill>
              </a:rPr>
              <a:t> </a:t>
            </a:r>
            <a:r>
              <a:rPr lang="en-US" altLang="zh-CN" sz="1600" dirty="0"/>
              <a:t>Assess separately for each student </a:t>
            </a:r>
          </a:p>
          <a:p>
            <a:pPr>
              <a:lnSpc>
                <a:spcPct val="130000"/>
              </a:lnSpc>
            </a:pPr>
            <a:r>
              <a:rPr lang="en-US" altLang="zh-CN" sz="1600" b="1" dirty="0">
                <a:solidFill>
                  <a:srgbClr val="00B0F0"/>
                </a:solidFill>
              </a:rPr>
              <a:t>Workload(0~4’)</a:t>
            </a:r>
            <a:r>
              <a:rPr lang="en-US" altLang="zh-CN" sz="1600" dirty="0"/>
              <a:t>: Distributed by yourself. </a:t>
            </a:r>
          </a:p>
          <a:p>
            <a:pPr>
              <a:lnSpc>
                <a:spcPct val="130000"/>
              </a:lnSpc>
            </a:pPr>
            <a:r>
              <a:rPr lang="en-US" altLang="zh-CN" sz="1600" dirty="0">
                <a:solidFill>
                  <a:schemeClr val="dk1"/>
                </a:solidFill>
              </a:rPr>
              <a:t>                           Average</a:t>
            </a:r>
            <a:r>
              <a:rPr lang="en-US" altLang="zh-CN" sz="1600" b="1" dirty="0">
                <a:solidFill>
                  <a:srgbClr val="00B0F0"/>
                </a:solidFill>
              </a:rPr>
              <a:t> 2</a:t>
            </a:r>
            <a:r>
              <a:rPr lang="en-US" altLang="zh-CN" sz="1600" dirty="0">
                <a:solidFill>
                  <a:schemeClr val="dk1"/>
                </a:solidFill>
              </a:rPr>
              <a:t>’ for each  </a:t>
            </a:r>
            <a:r>
              <a:rPr lang="en-US" altLang="zh-CN" sz="1600" dirty="0"/>
              <a:t>people; up to 4’ for each one; no negative marks.</a:t>
            </a:r>
            <a:endParaRPr lang="zh-CN" altLang="en-US" sz="1600" b="1" dirty="0">
              <a:solidFill>
                <a:srgbClr val="00B0F0"/>
              </a:solidFill>
            </a:endParaRPr>
          </a:p>
        </p:txBody>
      </p:sp>
      <p:sp>
        <p:nvSpPr>
          <p:cNvPr id="7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xfrm>
            <a:off x="457200" y="6356350"/>
            <a:ext cx="2133600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 eaLnBrk="1" hangingPunct="1"/>
            <a:fld id="{0AFCCB1E-9861-4A6D-B62B-AB3E03321E29}" type="slidenum">
              <a:rPr lang="zh-CN" altLang="en-US"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pPr algn="ctr" eaLnBrk="1" hangingPunct="1"/>
              <a:t>99</a:t>
            </a:fld>
            <a:endParaRPr lang="zh-CN" altLang="en-US" sz="1100" dirty="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40236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149439" y="283426"/>
            <a:ext cx="76663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rPr>
              <a:t>Task description:  Class C  (6`) </a:t>
            </a:r>
            <a:endParaRPr lang="zh-CN" altLang="en-US" sz="32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CC992F0E-81CE-D248-6F65-BD8C3D3EFEAF}"/>
              </a:ext>
            </a:extLst>
          </p:cNvPr>
          <p:cNvSpPr txBox="1"/>
          <p:nvPr/>
        </p:nvSpPr>
        <p:spPr>
          <a:xfrm>
            <a:off x="247975" y="1351425"/>
            <a:ext cx="3500278" cy="4242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b="1" dirty="0"/>
              <a:t>1. Familiar with EDA software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b="1" dirty="0">
                <a:effectLst/>
              </a:rPr>
              <a:t>2. </a:t>
            </a:r>
            <a:r>
              <a:rPr lang="en-US" altLang="zh-CN" b="1" dirty="0"/>
              <a:t>Complete the structure design (</a:t>
            </a:r>
            <a:r>
              <a:rPr lang="en-US" altLang="zh-CN" b="1" dirty="0" err="1">
                <a:solidFill>
                  <a:srgbClr val="00B0F0"/>
                </a:solidFill>
              </a:rPr>
              <a:t>Datapath</a:t>
            </a:r>
            <a:r>
              <a:rPr lang="en-US" altLang="zh-CN" b="1" dirty="0">
                <a:solidFill>
                  <a:srgbClr val="00B0F0"/>
                </a:solidFill>
              </a:rPr>
              <a:t> + Controller</a:t>
            </a:r>
            <a:r>
              <a:rPr lang="en-US" altLang="zh-CN" b="1" dirty="0"/>
              <a:t>) according to the basic instruction set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b="1" dirty="0"/>
              <a:t>3. Compose Verilog code for </a:t>
            </a:r>
            <a:r>
              <a:rPr lang="en-US" altLang="zh-CN" b="1" dirty="0">
                <a:solidFill>
                  <a:srgbClr val="00B0F0"/>
                </a:solidFill>
              </a:rPr>
              <a:t>design</a:t>
            </a:r>
            <a:r>
              <a:rPr lang="en-US" altLang="zh-CN" b="1" dirty="0"/>
              <a:t> and do </a:t>
            </a:r>
            <a:r>
              <a:rPr lang="en-US" altLang="zh-CN" b="1" dirty="0">
                <a:solidFill>
                  <a:srgbClr val="00B0F0"/>
                </a:solidFill>
              </a:rPr>
              <a:t>synthesis</a:t>
            </a:r>
          </a:p>
          <a:p>
            <a:pPr>
              <a:lnSpc>
                <a:spcPct val="150000"/>
              </a:lnSpc>
              <a:spcBef>
                <a:spcPts val="1200"/>
              </a:spcBef>
            </a:pPr>
            <a:r>
              <a:rPr lang="en-US" altLang="zh-CN" b="1" dirty="0"/>
              <a:t>4. Compose Verilog code for </a:t>
            </a:r>
            <a:r>
              <a:rPr lang="en-US" altLang="zh-CN" b="1" dirty="0" err="1">
                <a:solidFill>
                  <a:srgbClr val="00B0F0"/>
                </a:solidFill>
              </a:rPr>
              <a:t>testbench</a:t>
            </a:r>
            <a:r>
              <a:rPr lang="en-US" altLang="zh-CN" b="1" dirty="0"/>
              <a:t> and do </a:t>
            </a:r>
            <a:r>
              <a:rPr lang="en-US" altLang="zh-CN" b="1" dirty="0">
                <a:solidFill>
                  <a:srgbClr val="00B0F0"/>
                </a:solidFill>
              </a:rPr>
              <a:t>simulation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1F3D8FEC-5665-4F85-B6F4-EDBE0B48B172}"/>
              </a:ext>
            </a:extLst>
          </p:cNvPr>
          <p:cNvSpPr txBox="1"/>
          <p:nvPr/>
        </p:nvSpPr>
        <p:spPr>
          <a:xfrm>
            <a:off x="6440214" y="1344680"/>
            <a:ext cx="235662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b="1" dirty="0">
                <a:solidFill>
                  <a:srgbClr val="7030A0"/>
                </a:solidFill>
              </a:rPr>
              <a:t>Instruction</a:t>
            </a:r>
            <a:r>
              <a:rPr lang="en-US" altLang="zh-CN" dirty="0">
                <a:solidFill>
                  <a:srgbClr val="7030A0"/>
                </a:solidFill>
              </a:rPr>
              <a:t> </a:t>
            </a:r>
            <a:r>
              <a:rPr lang="en-US" altLang="zh-CN" b="1" dirty="0">
                <a:solidFill>
                  <a:srgbClr val="7030A0"/>
                </a:solidFill>
              </a:rPr>
              <a:t>Format</a:t>
            </a:r>
            <a:endParaRPr lang="zh-CN" altLang="en-US" b="1" dirty="0">
              <a:solidFill>
                <a:srgbClr val="7030A0"/>
              </a:solidFill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2368D13-A527-48FD-87E7-6CC8475F4DC0}"/>
              </a:ext>
            </a:extLst>
          </p:cNvPr>
          <p:cNvSpPr txBox="1"/>
          <p:nvPr/>
        </p:nvSpPr>
        <p:spPr>
          <a:xfrm>
            <a:off x="6268582" y="2610247"/>
            <a:ext cx="26998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b="1">
                <a:solidFill>
                  <a:srgbClr val="7030A0"/>
                </a:solidFill>
              </a:defRPr>
            </a:lvl1pPr>
          </a:lstStyle>
          <a:p>
            <a:pPr algn="ctr"/>
            <a:r>
              <a:rPr lang="en-US" altLang="zh-CN" dirty="0"/>
              <a:t>Basic Instruction Set</a:t>
            </a:r>
            <a:endParaRPr lang="zh-CN" alt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27D688C8-8C73-C8AE-58AA-BFD2BC5B31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82597" y="1652184"/>
            <a:ext cx="5043599" cy="696859"/>
          </a:xfrm>
          <a:prstGeom prst="rect">
            <a:avLst/>
          </a:prstGeom>
        </p:spPr>
      </p:pic>
      <p:sp>
        <p:nvSpPr>
          <p:cNvPr id="9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100</a:t>
            </a:fld>
            <a:endParaRPr lang="zh-CN" altLang="en-US" sz="1100" dirty="0"/>
          </a:p>
        </p:txBody>
      </p:sp>
      <p:graphicFrame>
        <p:nvGraphicFramePr>
          <p:cNvPr id="6" name="表格 5">
            <a:extLst>
              <a:ext uri="{FF2B5EF4-FFF2-40B4-BE49-F238E27FC236}">
                <a16:creationId xmlns:a16="http://schemas.microsoft.com/office/drawing/2014/main" id="{66393E23-083B-203F-23BF-85BE934E79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852273"/>
              </p:ext>
            </p:extLst>
          </p:nvPr>
        </p:nvGraphicFramePr>
        <p:xfrm>
          <a:off x="3982597" y="2921970"/>
          <a:ext cx="5088376" cy="2819088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7589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27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57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19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04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08585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>
                          <a:solidFill>
                            <a:schemeClr val="tx1"/>
                          </a:solidFill>
                        </a:rPr>
                        <a:t>Rs</a:t>
                      </a:r>
                      <a:endParaRPr lang="en-US" altLang="zh-CN" sz="14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>
                          <a:solidFill>
                            <a:schemeClr val="tx1"/>
                          </a:solidFill>
                        </a:rPr>
                        <a:t>Imme</a:t>
                      </a:r>
                      <a:endParaRPr lang="en-US" altLang="zh-CN" sz="14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Assembly</a:t>
                      </a:r>
                      <a:endParaRPr lang="zh-CN" altLang="en-US" sz="1400" dirty="0">
                        <a:solidFill>
                          <a:schemeClr val="tx1"/>
                        </a:solidFill>
                      </a:endParaRPr>
                    </a:p>
                  </a:txBody>
                  <a:tcPr marL="91439" marR="91439" marT="45725" marB="457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Function Description</a:t>
                      </a:r>
                      <a:endParaRPr lang="zh-CN" altLang="en-US" sz="1400" dirty="0">
                        <a:solidFill>
                          <a:schemeClr val="tx1"/>
                        </a:solidFill>
                      </a:endParaRPr>
                    </a:p>
                  </a:txBody>
                  <a:tcPr marL="91439" marR="91439" marT="45725" marB="457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44424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903AC549-2D15-41DE-854A-DE4647F31BE6}"/>
              </a:ext>
            </a:extLst>
          </p:cNvPr>
          <p:cNvSpPr txBox="1"/>
          <p:nvPr/>
        </p:nvSpPr>
        <p:spPr>
          <a:xfrm>
            <a:off x="149437" y="1623848"/>
            <a:ext cx="3551517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ts val="600"/>
              </a:spcBef>
              <a:defRPr sz="2400" b="1"/>
            </a:lvl1pPr>
          </a:lstStyle>
          <a:p>
            <a:pPr>
              <a:spcBef>
                <a:spcPts val="1200"/>
              </a:spcBef>
            </a:pPr>
            <a:r>
              <a:rPr lang="en-US" altLang="zh-CN" sz="2000" dirty="0"/>
              <a:t>1. Design a </a:t>
            </a:r>
            <a:r>
              <a:rPr lang="en-US" altLang="zh-CN" sz="2000" dirty="0">
                <a:solidFill>
                  <a:srgbClr val="00B0F0"/>
                </a:solidFill>
              </a:rPr>
              <a:t>application demo </a:t>
            </a:r>
            <a:r>
              <a:rPr lang="en-US" altLang="zh-CN" sz="2000" dirty="0"/>
              <a:t>(LED controller, etc.) base on your CPU chip</a:t>
            </a:r>
          </a:p>
          <a:p>
            <a:pPr>
              <a:spcBef>
                <a:spcPts val="1200"/>
              </a:spcBef>
            </a:pPr>
            <a:r>
              <a:rPr lang="en-US" altLang="zh-CN" sz="2000" dirty="0"/>
              <a:t>2. Download the </a:t>
            </a:r>
            <a:r>
              <a:rPr lang="en-US" altLang="zh-CN" sz="2000" dirty="0" err="1"/>
              <a:t>bitstream</a:t>
            </a:r>
            <a:r>
              <a:rPr lang="en-US" altLang="zh-CN" sz="2000" dirty="0"/>
              <a:t> to a real </a:t>
            </a:r>
            <a:r>
              <a:rPr lang="en-US" altLang="zh-CN" sz="2000" dirty="0">
                <a:solidFill>
                  <a:srgbClr val="00B0F0"/>
                </a:solidFill>
              </a:rPr>
              <a:t>FPGA board</a:t>
            </a:r>
          </a:p>
          <a:p>
            <a:pPr>
              <a:spcBef>
                <a:spcPts val="1200"/>
              </a:spcBef>
            </a:pPr>
            <a:r>
              <a:rPr lang="en-US" altLang="zh-CN" sz="2000" dirty="0"/>
              <a:t>3. Use </a:t>
            </a:r>
            <a:r>
              <a:rPr lang="en-US" altLang="zh-CN" sz="2000" dirty="0">
                <a:solidFill>
                  <a:srgbClr val="00B0F0"/>
                </a:solidFill>
              </a:rPr>
              <a:t>ILA IP core </a:t>
            </a:r>
            <a:r>
              <a:rPr lang="en-US" altLang="zh-CN" sz="2000" dirty="0"/>
              <a:t>to do debug   </a:t>
            </a:r>
          </a:p>
        </p:txBody>
      </p:sp>
      <p:pic>
        <p:nvPicPr>
          <p:cNvPr id="7" name="图片 2">
            <a:extLst>
              <a:ext uri="{FF2B5EF4-FFF2-40B4-BE49-F238E27FC236}">
                <a16:creationId xmlns:a16="http://schemas.microsoft.com/office/drawing/2014/main" id="{C19CD99C-2CF7-41C5-8A74-95D5E5273E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170" y="1383423"/>
            <a:ext cx="5464295" cy="46427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149439" y="283426"/>
            <a:ext cx="76663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rPr>
              <a:t>Task description:  Class B  (7`) </a:t>
            </a:r>
            <a:endParaRPr lang="zh-CN" altLang="en-US" sz="32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8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101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83243661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903AC549-2D15-41DE-854A-DE4647F31BE6}"/>
              </a:ext>
            </a:extLst>
          </p:cNvPr>
          <p:cNvSpPr txBox="1"/>
          <p:nvPr/>
        </p:nvSpPr>
        <p:spPr>
          <a:xfrm>
            <a:off x="216442" y="1176164"/>
            <a:ext cx="3184968" cy="50167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ts val="600"/>
              </a:spcBef>
              <a:defRPr sz="2400" b="1"/>
            </a:lvl1pPr>
          </a:lstStyle>
          <a:p>
            <a:pPr>
              <a:spcBef>
                <a:spcPts val="1200"/>
              </a:spcBef>
            </a:pPr>
            <a:r>
              <a:rPr lang="en-US" altLang="zh-CN" sz="2000" dirty="0"/>
              <a:t>1. Add more instruction (</a:t>
            </a:r>
            <a:r>
              <a:rPr lang="en-US" altLang="zh-CN" sz="2000" dirty="0">
                <a:solidFill>
                  <a:srgbClr val="00B0F0"/>
                </a:solidFill>
              </a:rPr>
              <a:t>load/ store</a:t>
            </a:r>
            <a:r>
              <a:rPr lang="en-US" altLang="zh-CN" sz="2000" dirty="0"/>
              <a:t>, etc.)</a:t>
            </a:r>
            <a:r>
              <a:rPr lang="zh-CN" altLang="en-US" sz="2000" dirty="0"/>
              <a:t> </a:t>
            </a:r>
            <a:r>
              <a:rPr lang="en-US" altLang="zh-CN" sz="2000" dirty="0"/>
              <a:t>to basic instruction set.</a:t>
            </a:r>
          </a:p>
          <a:p>
            <a:pPr>
              <a:spcBef>
                <a:spcPts val="1200"/>
              </a:spcBef>
            </a:pPr>
            <a:r>
              <a:rPr lang="en-US" altLang="zh-CN" sz="2000" dirty="0"/>
              <a:t>2. Modify </a:t>
            </a:r>
            <a:r>
              <a:rPr lang="en-US" altLang="zh-CN" sz="2000" dirty="0">
                <a:solidFill>
                  <a:srgbClr val="00B0F0"/>
                </a:solidFill>
              </a:rPr>
              <a:t>hardware structure </a:t>
            </a:r>
            <a:r>
              <a:rPr lang="en-US" altLang="zh-CN" sz="2000" dirty="0"/>
              <a:t>and </a:t>
            </a:r>
            <a:r>
              <a:rPr lang="en-US" altLang="zh-CN" sz="2000" dirty="0">
                <a:solidFill>
                  <a:srgbClr val="00B0F0"/>
                </a:solidFill>
              </a:rPr>
              <a:t>design code </a:t>
            </a:r>
            <a:r>
              <a:rPr lang="en-US" altLang="zh-CN" sz="2000" dirty="0"/>
              <a:t>to implementing new</a:t>
            </a:r>
            <a:r>
              <a:rPr lang="zh-CN" altLang="en-US" sz="2000" dirty="0"/>
              <a:t> </a:t>
            </a:r>
            <a:r>
              <a:rPr lang="en-US" altLang="zh-CN" sz="2000" dirty="0"/>
              <a:t>instruction set.</a:t>
            </a:r>
          </a:p>
          <a:p>
            <a:pPr>
              <a:spcBef>
                <a:spcPts val="1200"/>
              </a:spcBef>
            </a:pPr>
            <a:r>
              <a:rPr lang="en-US" altLang="zh-CN" sz="2000" dirty="0"/>
              <a:t>3. Modify </a:t>
            </a:r>
            <a:r>
              <a:rPr lang="en-US" altLang="zh-CN" sz="2000" dirty="0" err="1">
                <a:solidFill>
                  <a:srgbClr val="00B0F0"/>
                </a:solidFill>
              </a:rPr>
              <a:t>testbench</a:t>
            </a:r>
            <a:r>
              <a:rPr lang="en-US" altLang="zh-CN" sz="2000" dirty="0">
                <a:solidFill>
                  <a:srgbClr val="00B0F0"/>
                </a:solidFill>
              </a:rPr>
              <a:t> code</a:t>
            </a:r>
            <a:r>
              <a:rPr lang="en-US" altLang="zh-CN" sz="2000" dirty="0"/>
              <a:t>, do simulation and implement on a FPGA.</a:t>
            </a:r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BA804BA4-E7D2-4D51-ACB2-07B21CCB1F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0759" y="1679434"/>
            <a:ext cx="5712224" cy="4086805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:a16="http://schemas.microsoft.com/office/drawing/2014/main" id="{8DEB7505-F813-4DEF-8802-535FA1C5E86B}"/>
              </a:ext>
            </a:extLst>
          </p:cNvPr>
          <p:cNvSpPr/>
          <p:nvPr/>
        </p:nvSpPr>
        <p:spPr>
          <a:xfrm>
            <a:off x="3728544" y="1804979"/>
            <a:ext cx="4016265" cy="1505780"/>
          </a:xfrm>
          <a:prstGeom prst="rect">
            <a:avLst/>
          </a:prstGeom>
          <a:solidFill>
            <a:srgbClr val="FFFF00">
              <a:alpha val="52000"/>
            </a:srgb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6BA0DBD9-F292-4AC4-9FFE-253EF17AFA24}"/>
              </a:ext>
            </a:extLst>
          </p:cNvPr>
          <p:cNvSpPr txBox="1"/>
          <p:nvPr/>
        </p:nvSpPr>
        <p:spPr>
          <a:xfrm>
            <a:off x="3760074" y="1150648"/>
            <a:ext cx="3941381" cy="646331"/>
          </a:xfrm>
          <a:prstGeom prst="rect">
            <a:avLst/>
          </a:prstGeom>
          <a:solidFill>
            <a:schemeClr val="bg1">
              <a:lumMod val="6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zh-CN" b="1" dirty="0">
                <a:solidFill>
                  <a:srgbClr val="FFFF00"/>
                </a:solidFill>
              </a:rPr>
              <a:t>Add memory or I/O ports to testbench</a:t>
            </a:r>
            <a:endParaRPr lang="zh-CN" altLang="en-US" b="1" dirty="0">
              <a:solidFill>
                <a:srgbClr val="FFFF00"/>
              </a:solidFill>
            </a:endParaRPr>
          </a:p>
        </p:txBody>
      </p:sp>
      <p:sp>
        <p:nvSpPr>
          <p:cNvPr id="7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149439" y="283426"/>
            <a:ext cx="76663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rPr>
              <a:t>Task description:  Class A  (8`) </a:t>
            </a:r>
            <a:endParaRPr lang="zh-CN" altLang="en-US" sz="32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9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0AFCCB1E-9861-4A6D-B62B-AB3E03321E29}" type="slidenum">
              <a:rPr lang="zh-CN" altLang="en-US" sz="1100"/>
              <a:pPr/>
              <a:t>102</a:t>
            </a:fld>
            <a:endParaRPr lang="zh-CN" altLang="en-US" sz="1100" dirty="0"/>
          </a:p>
        </p:txBody>
      </p:sp>
    </p:spTree>
    <p:extLst>
      <p:ext uri="{BB962C8B-B14F-4D97-AF65-F5344CB8AC3E}">
        <p14:creationId xmlns:p14="http://schemas.microsoft.com/office/powerpoint/2010/main" val="87502178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7BD36AB-168C-454C-A5E7-3A5A942E367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69520" y="310067"/>
            <a:ext cx="8150206" cy="578076"/>
          </a:xfrm>
        </p:spPr>
        <p:txBody>
          <a:bodyPr>
            <a:noAutofit/>
          </a:bodyPr>
          <a:lstStyle/>
          <a:p>
            <a:pPr algn="l"/>
            <a:r>
              <a:rPr lang="zh-CN" alt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项目实践一共</a:t>
            </a:r>
            <a:r>
              <a:rPr lang="en-US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</a:t>
            </a:r>
            <a:r>
              <a:rPr lang="zh-CN" altLang="en-US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分</a:t>
            </a:r>
            <a:r>
              <a:rPr lang="zh-CN" alt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，包括两个部分：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8F37BD7B-5F47-4A9C-B574-389BE7EA73F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30765" y="1221970"/>
            <a:ext cx="8168405" cy="521825"/>
          </a:xfrm>
        </p:spPr>
        <p:txBody>
          <a:bodyPr>
            <a:noAutofit/>
          </a:bodyPr>
          <a:lstStyle/>
          <a:p>
            <a:pPr algn="l">
              <a:lnSpc>
                <a:spcPct val="100000"/>
              </a:lnSpc>
            </a:pPr>
            <a:r>
              <a:rPr lang="en-US" altLang="zh-CN" b="1" dirty="0">
                <a:solidFill>
                  <a:srgbClr val="FF0000"/>
                </a:solidFill>
              </a:rPr>
              <a:t>Part1: </a:t>
            </a:r>
            <a:r>
              <a:rPr lang="zh-CN" altLang="en-US" b="1" dirty="0">
                <a:solidFill>
                  <a:srgbClr val="FF0000"/>
                </a:solidFill>
              </a:rPr>
              <a:t>团队分   </a:t>
            </a:r>
            <a:r>
              <a:rPr lang="zh-CN" altLang="en-US" b="1" dirty="0">
                <a:solidFill>
                  <a:srgbClr val="00B0F0"/>
                </a:solidFill>
              </a:rPr>
              <a:t>实现难度</a:t>
            </a:r>
            <a:r>
              <a:rPr lang="en-US" altLang="zh-CN" b="1" dirty="0">
                <a:solidFill>
                  <a:srgbClr val="00B0F0"/>
                </a:solidFill>
              </a:rPr>
              <a:t>6~8’ </a:t>
            </a:r>
            <a:r>
              <a:rPr lang="en-US" altLang="zh-CN" b="1" dirty="0"/>
              <a:t>+ </a:t>
            </a:r>
            <a:r>
              <a:rPr lang="zh-CN" altLang="en-US" b="1" dirty="0">
                <a:solidFill>
                  <a:srgbClr val="7030A0"/>
                </a:solidFill>
              </a:rPr>
              <a:t>设计文档</a:t>
            </a:r>
            <a:r>
              <a:rPr lang="en-US" altLang="zh-CN" b="1" dirty="0">
                <a:solidFill>
                  <a:srgbClr val="7030A0"/>
                </a:solidFill>
              </a:rPr>
              <a:t>0~5’</a:t>
            </a:r>
            <a:r>
              <a:rPr lang="zh-CN" altLang="en-US" b="1" dirty="0">
                <a:solidFill>
                  <a:srgbClr val="7030A0"/>
                </a:solidFill>
              </a:rPr>
              <a:t> </a:t>
            </a:r>
            <a:endParaRPr lang="en-US" altLang="zh-CN" b="1" dirty="0">
              <a:solidFill>
                <a:srgbClr val="7030A0"/>
              </a:solidFill>
            </a:endParaRPr>
          </a:p>
          <a:p>
            <a:pPr algn="l">
              <a:lnSpc>
                <a:spcPct val="100000"/>
              </a:lnSpc>
            </a:pPr>
            <a:r>
              <a:rPr lang="en-US" altLang="zh-CN" sz="1800" b="1" dirty="0">
                <a:solidFill>
                  <a:srgbClr val="00B0F0"/>
                </a:solidFill>
              </a:rPr>
              <a:t>     </a:t>
            </a:r>
            <a:endParaRPr lang="zh-CN" altLang="en-US" sz="2800" dirty="0"/>
          </a:p>
        </p:txBody>
      </p:sp>
      <p:sp>
        <p:nvSpPr>
          <p:cNvPr id="4" name="副标题 2">
            <a:extLst>
              <a:ext uri="{FF2B5EF4-FFF2-40B4-BE49-F238E27FC236}">
                <a16:creationId xmlns:a16="http://schemas.microsoft.com/office/drawing/2014/main" id="{55F928AD-B447-4B1C-A882-D4905E1F4C0B}"/>
              </a:ext>
            </a:extLst>
          </p:cNvPr>
          <p:cNvSpPr txBox="1">
            <a:spLocks/>
          </p:cNvSpPr>
          <p:nvPr/>
        </p:nvSpPr>
        <p:spPr>
          <a:xfrm>
            <a:off x="531573" y="4339468"/>
            <a:ext cx="7618445" cy="65979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altLang="zh-CN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Part2: </a:t>
            </a:r>
            <a:r>
              <a:rPr lang="zh-CN" altLang="en-US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个人分   </a:t>
            </a:r>
            <a:r>
              <a:rPr lang="zh-CN" altLang="en-US" b="1" dirty="0">
                <a:solidFill>
                  <a:srgbClr val="7030A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报告讨论</a:t>
            </a:r>
            <a:r>
              <a:rPr lang="en-US" altLang="zh-CN" b="1" dirty="0">
                <a:solidFill>
                  <a:srgbClr val="7030A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0~5’</a:t>
            </a:r>
            <a:r>
              <a:rPr lang="zh-CN" altLang="en-US" b="1" dirty="0">
                <a:solidFill>
                  <a:srgbClr val="7030A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组内工作</a:t>
            </a:r>
            <a:r>
              <a:rPr lang="en-US" altLang="zh-CN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0~4’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917892" y="1743795"/>
            <a:ext cx="7576104" cy="1975926"/>
          </a:xfrm>
          <a:prstGeom prst="rect">
            <a:avLst/>
          </a:prstGeom>
          <a:ln w="25400">
            <a:solidFill>
              <a:srgbClr val="00B0F0"/>
            </a:solidFill>
            <a:prstDash val="sysDash"/>
          </a:ln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b="1" dirty="0">
                <a:solidFill>
                  <a:srgbClr val="00B0F0"/>
                </a:solidFill>
              </a:rPr>
              <a:t>A</a:t>
            </a:r>
            <a:r>
              <a:rPr lang="zh-CN" altLang="en-US" b="1" dirty="0">
                <a:solidFill>
                  <a:srgbClr val="00B0F0"/>
                </a:solidFill>
              </a:rPr>
              <a:t>档</a:t>
            </a:r>
            <a:r>
              <a:rPr lang="en-US" altLang="zh-CN" b="1" dirty="0">
                <a:solidFill>
                  <a:srgbClr val="00B0F0"/>
                </a:solidFill>
              </a:rPr>
              <a:t>(8~13</a:t>
            </a:r>
            <a:r>
              <a:rPr lang="zh-CN" altLang="en-US" b="1" dirty="0">
                <a:solidFill>
                  <a:srgbClr val="00B0F0"/>
                </a:solidFill>
              </a:rPr>
              <a:t>分</a:t>
            </a:r>
            <a:r>
              <a:rPr lang="en-US" altLang="zh-CN" b="1" dirty="0">
                <a:solidFill>
                  <a:srgbClr val="00B0F0"/>
                </a:solidFill>
              </a:rPr>
              <a:t>)</a:t>
            </a:r>
            <a:r>
              <a:rPr lang="zh-CN" altLang="en-US" dirty="0"/>
              <a:t>：支持更多指令（如</a:t>
            </a:r>
            <a:r>
              <a:rPr lang="en-US" altLang="zh-CN" dirty="0"/>
              <a:t>load/store</a:t>
            </a:r>
            <a:r>
              <a:rPr lang="zh-CN" altLang="en-US" dirty="0"/>
              <a:t>），并完成仿真测试</a:t>
            </a:r>
            <a:endParaRPr lang="en-US" altLang="zh-CN" dirty="0"/>
          </a:p>
          <a:p>
            <a:pPr>
              <a:lnSpc>
                <a:spcPct val="120000"/>
              </a:lnSpc>
            </a:pPr>
            <a:r>
              <a:rPr lang="en-US" altLang="zh-CN" b="1" dirty="0">
                <a:solidFill>
                  <a:srgbClr val="00B0F0"/>
                </a:solidFill>
              </a:rPr>
              <a:t>B</a:t>
            </a:r>
            <a:r>
              <a:rPr lang="zh-CN" altLang="en-US" b="1" dirty="0">
                <a:solidFill>
                  <a:srgbClr val="00B0F0"/>
                </a:solidFill>
              </a:rPr>
              <a:t>档</a:t>
            </a:r>
            <a:r>
              <a:rPr lang="en-US" altLang="zh-CN" b="1" dirty="0">
                <a:solidFill>
                  <a:srgbClr val="00B0F0"/>
                </a:solidFill>
              </a:rPr>
              <a:t>(7~12</a:t>
            </a:r>
            <a:r>
              <a:rPr lang="zh-CN" altLang="en-US" b="1" dirty="0">
                <a:solidFill>
                  <a:srgbClr val="00B0F0"/>
                </a:solidFill>
              </a:rPr>
              <a:t>分</a:t>
            </a:r>
            <a:r>
              <a:rPr lang="en-US" altLang="zh-CN" b="1" dirty="0">
                <a:solidFill>
                  <a:srgbClr val="00B0F0"/>
                </a:solidFill>
              </a:rPr>
              <a:t>)</a:t>
            </a:r>
            <a:r>
              <a:rPr lang="zh-CN" altLang="en-US" dirty="0"/>
              <a:t>：能够下板运行（如控制流水灯），会用</a:t>
            </a:r>
            <a:r>
              <a:rPr lang="en-US" altLang="zh-CN" dirty="0"/>
              <a:t>ILA</a:t>
            </a:r>
            <a:r>
              <a:rPr lang="zh-CN" altLang="en-US" dirty="0"/>
              <a:t>进行指令抓取</a:t>
            </a:r>
            <a:endParaRPr lang="en-US" altLang="zh-CN" dirty="0"/>
          </a:p>
          <a:p>
            <a:pPr>
              <a:lnSpc>
                <a:spcPct val="120000"/>
              </a:lnSpc>
            </a:pPr>
            <a:r>
              <a:rPr lang="en-US" altLang="zh-CN" b="1" dirty="0">
                <a:solidFill>
                  <a:srgbClr val="00B0F0"/>
                </a:solidFill>
              </a:rPr>
              <a:t>C</a:t>
            </a:r>
            <a:r>
              <a:rPr lang="zh-CN" altLang="en-US" b="1" dirty="0">
                <a:solidFill>
                  <a:srgbClr val="00B0F0"/>
                </a:solidFill>
              </a:rPr>
              <a:t>档</a:t>
            </a:r>
            <a:r>
              <a:rPr lang="en-US" altLang="zh-CN" b="1" dirty="0">
                <a:solidFill>
                  <a:srgbClr val="00B0F0"/>
                </a:solidFill>
              </a:rPr>
              <a:t>(6~11</a:t>
            </a:r>
            <a:r>
              <a:rPr lang="zh-CN" altLang="en-US" b="1" dirty="0">
                <a:solidFill>
                  <a:srgbClr val="00B0F0"/>
                </a:solidFill>
              </a:rPr>
              <a:t>分</a:t>
            </a:r>
            <a:r>
              <a:rPr lang="en-US" altLang="zh-CN" b="1" dirty="0">
                <a:solidFill>
                  <a:srgbClr val="00B0F0"/>
                </a:solidFill>
              </a:rPr>
              <a:t>)</a:t>
            </a:r>
            <a:r>
              <a:rPr lang="zh-CN" altLang="en-US" dirty="0"/>
              <a:t>： 支持基本指令集，并完成仿真测试</a:t>
            </a:r>
          </a:p>
          <a:p>
            <a:pPr>
              <a:lnSpc>
                <a:spcPct val="120000"/>
              </a:lnSpc>
            </a:pPr>
            <a:r>
              <a:rPr lang="en-US" altLang="zh-CN" sz="1600" b="1" i="1" dirty="0"/>
              <a:t>   PS</a:t>
            </a:r>
            <a:r>
              <a:rPr lang="zh-CN" altLang="en-US" sz="1600" b="1" i="1" dirty="0"/>
              <a:t>：代码必须能直接仿真综合否则视为无效；</a:t>
            </a:r>
            <a:r>
              <a:rPr lang="en-US" altLang="zh-CN" sz="1600" b="1" i="1" dirty="0"/>
              <a:t> </a:t>
            </a:r>
          </a:p>
          <a:p>
            <a:pPr>
              <a:lnSpc>
                <a:spcPct val="120000"/>
              </a:lnSpc>
            </a:pPr>
            <a:r>
              <a:rPr lang="en-US" altLang="zh-CN" sz="1600" b="1" i="1" dirty="0"/>
              <a:t>           </a:t>
            </a:r>
            <a:r>
              <a:rPr lang="zh-CN" altLang="en-US" sz="1600" b="1" i="1" dirty="0"/>
              <a:t>代码与报告均会查重；</a:t>
            </a:r>
            <a:r>
              <a:rPr lang="en-US" altLang="zh-CN" sz="1600" b="1" i="1" dirty="0"/>
              <a:t> </a:t>
            </a:r>
          </a:p>
          <a:p>
            <a:pPr>
              <a:lnSpc>
                <a:spcPct val="120000"/>
              </a:lnSpc>
            </a:pPr>
            <a:r>
              <a:rPr lang="zh-CN" altLang="en-US" sz="1600" b="1" i="1" dirty="0"/>
              <a:t>            在</a:t>
            </a:r>
            <a:r>
              <a:rPr lang="en-US" altLang="zh-CN" sz="1600" b="1" i="1" dirty="0"/>
              <a:t>A</a:t>
            </a:r>
            <a:r>
              <a:rPr lang="zh-CN" altLang="en-US" sz="1600" b="1" i="1" dirty="0"/>
              <a:t>档基础上做下流水线或指令加速器，可进一步提高分数</a:t>
            </a:r>
            <a:endParaRPr lang="zh-CN" altLang="en-US" sz="2800" b="1" dirty="0"/>
          </a:p>
        </p:txBody>
      </p:sp>
      <p:sp>
        <p:nvSpPr>
          <p:cNvPr id="6" name="矩形 5"/>
          <p:cNvSpPr/>
          <p:nvPr/>
        </p:nvSpPr>
        <p:spPr>
          <a:xfrm>
            <a:off x="678873" y="4907092"/>
            <a:ext cx="8080663" cy="1089529"/>
          </a:xfrm>
          <a:prstGeom prst="rect">
            <a:avLst/>
          </a:prstGeom>
          <a:ln w="25400">
            <a:solidFill>
              <a:srgbClr val="00B0F0"/>
            </a:solidFill>
            <a:prstDash val="sysDash"/>
          </a:ln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b="1" dirty="0">
                <a:solidFill>
                  <a:srgbClr val="00B0F0"/>
                </a:solidFill>
              </a:rPr>
              <a:t>平时研讨</a:t>
            </a:r>
            <a:r>
              <a:rPr lang="en-US" altLang="zh-CN" b="1" dirty="0">
                <a:solidFill>
                  <a:srgbClr val="00B0F0"/>
                </a:solidFill>
              </a:rPr>
              <a:t>(0~5</a:t>
            </a:r>
            <a:r>
              <a:rPr lang="zh-CN" altLang="en-US" b="1" dirty="0">
                <a:solidFill>
                  <a:srgbClr val="00B0F0"/>
                </a:solidFill>
              </a:rPr>
              <a:t>分</a:t>
            </a:r>
            <a:r>
              <a:rPr lang="en-US" altLang="zh-CN" b="1" dirty="0">
                <a:solidFill>
                  <a:srgbClr val="00B0F0"/>
                </a:solidFill>
              </a:rPr>
              <a:t>)</a:t>
            </a:r>
            <a:r>
              <a:rPr lang="zh-CN" altLang="en-US" dirty="0"/>
              <a:t>：每个同学分别打分</a:t>
            </a:r>
            <a:endParaRPr lang="en-US" altLang="zh-CN" dirty="0"/>
          </a:p>
          <a:p>
            <a:pPr>
              <a:lnSpc>
                <a:spcPct val="120000"/>
              </a:lnSpc>
            </a:pPr>
            <a:r>
              <a:rPr lang="zh-CN" altLang="en-US" b="1" dirty="0">
                <a:solidFill>
                  <a:srgbClr val="00B0F0"/>
                </a:solidFill>
              </a:rPr>
              <a:t>组内工作</a:t>
            </a:r>
            <a:r>
              <a:rPr lang="en-US" altLang="zh-CN" b="1" dirty="0">
                <a:solidFill>
                  <a:srgbClr val="00B0F0"/>
                </a:solidFill>
              </a:rPr>
              <a:t>(0~4</a:t>
            </a:r>
            <a:r>
              <a:rPr lang="zh-CN" altLang="en-US" b="1" dirty="0">
                <a:solidFill>
                  <a:srgbClr val="00B0F0"/>
                </a:solidFill>
              </a:rPr>
              <a:t>分</a:t>
            </a:r>
            <a:r>
              <a:rPr lang="en-US" altLang="zh-CN" b="1" dirty="0">
                <a:solidFill>
                  <a:srgbClr val="00B0F0"/>
                </a:solidFill>
              </a:rPr>
              <a:t>)</a:t>
            </a:r>
            <a:r>
              <a:rPr lang="zh-CN" altLang="en-US" dirty="0"/>
              <a:t>：由组内自行讨论分配</a:t>
            </a:r>
            <a:endParaRPr lang="en-US" altLang="zh-CN" dirty="0"/>
          </a:p>
          <a:p>
            <a:pPr>
              <a:lnSpc>
                <a:spcPct val="120000"/>
              </a:lnSpc>
            </a:pPr>
            <a:r>
              <a:rPr lang="en-US" altLang="zh-CN" dirty="0"/>
              <a:t>                              </a:t>
            </a:r>
            <a:r>
              <a:rPr lang="zh-CN" altLang="en-US" dirty="0"/>
              <a:t>平均每人</a:t>
            </a:r>
            <a:r>
              <a:rPr lang="en-US" altLang="zh-CN" dirty="0"/>
              <a:t>2’, </a:t>
            </a:r>
            <a:r>
              <a:rPr lang="zh-CN" altLang="en-US" dirty="0"/>
              <a:t>每人分数最高不超过</a:t>
            </a:r>
            <a:r>
              <a:rPr lang="en-US" altLang="zh-CN" dirty="0"/>
              <a:t>4’</a:t>
            </a:r>
            <a:r>
              <a:rPr lang="zh-CN" altLang="en-US" dirty="0"/>
              <a:t>，没有负分</a:t>
            </a:r>
          </a:p>
        </p:txBody>
      </p:sp>
      <p:sp>
        <p:nvSpPr>
          <p:cNvPr id="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0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103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3706712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384810" y="1152542"/>
            <a:ext cx="291084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r>
              <a:rPr lang="zh-CN" altLang="en-US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档任务说明</a:t>
            </a:r>
          </a:p>
          <a:p>
            <a:pPr algn="ctr"/>
            <a:r>
              <a:rPr lang="en-US" altLang="zh-CN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6’</a:t>
            </a:r>
            <a:endParaRPr lang="zh-CN" altLang="en-US" sz="3200" b="1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CC992F0E-81CE-D248-6F65-BD8C3D3EFEAF}"/>
              </a:ext>
            </a:extLst>
          </p:cNvPr>
          <p:cNvSpPr txBox="1"/>
          <p:nvPr/>
        </p:nvSpPr>
        <p:spPr>
          <a:xfrm>
            <a:off x="58107" y="2530605"/>
            <a:ext cx="3924489" cy="30333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b="1" dirty="0"/>
              <a:t>1. </a:t>
            </a:r>
            <a:r>
              <a:rPr lang="zh-CN" altLang="en-US" sz="2000" b="1" dirty="0"/>
              <a:t>熟练使用</a:t>
            </a:r>
            <a:r>
              <a:rPr lang="en-US" altLang="zh-CN" sz="2000" b="1" dirty="0"/>
              <a:t>EDA</a:t>
            </a:r>
            <a:r>
              <a:rPr lang="zh-CN" altLang="en-US" sz="2000" b="1" dirty="0"/>
              <a:t>软件</a:t>
            </a:r>
            <a:endParaRPr lang="en-US" altLang="zh-CN" sz="2000" b="1" dirty="0"/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b="1" dirty="0">
                <a:effectLst/>
              </a:rPr>
              <a:t>2. </a:t>
            </a:r>
            <a:r>
              <a:rPr lang="zh-CN" altLang="en-US" sz="2000" b="1" dirty="0"/>
              <a:t>根据基础指令集完成</a:t>
            </a:r>
            <a:r>
              <a:rPr lang="zh-CN" altLang="en-US" sz="2000" b="1" dirty="0">
                <a:effectLst/>
              </a:rPr>
              <a:t>硬件结构</a:t>
            </a:r>
            <a:r>
              <a:rPr lang="en-US" altLang="zh-CN" sz="2000" b="1" dirty="0"/>
              <a:t>  </a:t>
            </a:r>
            <a:r>
              <a:rPr lang="zh-CN" altLang="en-US" sz="2000" b="1" dirty="0">
                <a:effectLst/>
              </a:rPr>
              <a:t>设计：</a:t>
            </a:r>
            <a:r>
              <a:rPr lang="en-US" altLang="zh-CN" sz="2000" b="1" dirty="0"/>
              <a:t>  </a:t>
            </a:r>
            <a:r>
              <a:rPr lang="zh-CN" altLang="en-US" sz="2000" b="1" dirty="0"/>
              <a:t>数据通路</a:t>
            </a:r>
            <a:r>
              <a:rPr lang="en-US" altLang="zh-CN" sz="2000" b="1" dirty="0"/>
              <a:t>+</a:t>
            </a:r>
            <a:r>
              <a:rPr lang="zh-CN" altLang="en-US" sz="2000" b="1" dirty="0"/>
              <a:t>控制通路</a:t>
            </a:r>
            <a:endParaRPr lang="en-US" altLang="zh-CN" sz="2000" b="1" dirty="0"/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b="1" dirty="0"/>
              <a:t>3. </a:t>
            </a:r>
            <a:r>
              <a:rPr lang="zh-CN" altLang="en-US" sz="2000" b="1" dirty="0"/>
              <a:t>编写</a:t>
            </a:r>
            <a:r>
              <a:rPr lang="en-US" altLang="zh-CN" sz="2000" b="1" dirty="0"/>
              <a:t>Verilog</a:t>
            </a:r>
            <a:r>
              <a:rPr lang="zh-CN" altLang="en-US" sz="2000" b="1" dirty="0"/>
              <a:t>代码，并完成综合</a:t>
            </a:r>
            <a:endParaRPr lang="en-US" altLang="zh-CN" sz="2000" b="1" dirty="0"/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en-US" altLang="zh-CN" sz="2000" b="1" dirty="0"/>
              <a:t>4. </a:t>
            </a:r>
            <a:r>
              <a:rPr lang="zh-CN" altLang="en-US" sz="2000" b="1" dirty="0"/>
              <a:t>编写</a:t>
            </a:r>
            <a:r>
              <a:rPr lang="en-US" altLang="zh-CN" sz="2000" b="1" dirty="0" err="1"/>
              <a:t>TestBench</a:t>
            </a:r>
            <a:r>
              <a:rPr lang="zh-CN" altLang="en-US" sz="2000" b="1" dirty="0"/>
              <a:t> ，并完成仿真验证</a:t>
            </a:r>
            <a:endParaRPr lang="en-US" altLang="zh-CN" sz="2000" b="1" dirty="0"/>
          </a:p>
        </p:txBody>
      </p:sp>
      <p:sp>
        <p:nvSpPr>
          <p:cNvPr id="5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104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7C3736EC-6BE1-AD0C-AFAC-8A417D1A60CD}"/>
              </a:ext>
            </a:extLst>
          </p:cNvPr>
          <p:cNvSpPr txBox="1"/>
          <p:nvPr/>
        </p:nvSpPr>
        <p:spPr>
          <a:xfrm>
            <a:off x="6440214" y="1263923"/>
            <a:ext cx="235662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b="1" dirty="0">
                <a:solidFill>
                  <a:srgbClr val="7030A0"/>
                </a:solidFill>
              </a:rPr>
              <a:t>指令格式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0FF2DB37-CCB8-2AC5-C2C0-51B91C27262A}"/>
              </a:ext>
            </a:extLst>
          </p:cNvPr>
          <p:cNvSpPr txBox="1"/>
          <p:nvPr/>
        </p:nvSpPr>
        <p:spPr>
          <a:xfrm>
            <a:off x="6268582" y="2552638"/>
            <a:ext cx="25282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b="1">
                <a:solidFill>
                  <a:srgbClr val="7030A0"/>
                </a:solidFill>
              </a:defRPr>
            </a:lvl1pPr>
          </a:lstStyle>
          <a:p>
            <a:pPr algn="r"/>
            <a:r>
              <a:rPr lang="zh-CN" altLang="en-US" dirty="0"/>
              <a:t>基本指令集</a:t>
            </a: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DFDD6059-B443-DC15-94AB-1EE2A81DC3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82597" y="1652184"/>
            <a:ext cx="5043599" cy="696859"/>
          </a:xfrm>
          <a:prstGeom prst="rect">
            <a:avLst/>
          </a:prstGeom>
        </p:spPr>
      </p:pic>
      <p:graphicFrame>
        <p:nvGraphicFramePr>
          <p:cNvPr id="8" name="表格 7">
            <a:extLst>
              <a:ext uri="{FF2B5EF4-FFF2-40B4-BE49-F238E27FC236}">
                <a16:creationId xmlns:a16="http://schemas.microsoft.com/office/drawing/2014/main" id="{75C83653-514B-9471-FD29-877FA5C4A2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2691370"/>
              </p:ext>
            </p:extLst>
          </p:nvPr>
        </p:nvGraphicFramePr>
        <p:xfrm>
          <a:off x="3982597" y="2921970"/>
          <a:ext cx="5088376" cy="2819088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7589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27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57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19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04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08585">
                  <a:extLst>
                    <a:ext uri="{9D8B030D-6E8A-4147-A177-3AD203B41FA5}">
                      <a16:colId xmlns:a16="http://schemas.microsoft.com/office/drawing/2014/main" val="2311138592"/>
                    </a:ext>
                  </a:extLst>
                </a:gridCol>
              </a:tblGrid>
              <a:tr h="37489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Opcode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4bit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Rd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>
                          <a:solidFill>
                            <a:srgbClr val="0070C0"/>
                          </a:solidFill>
                        </a:rPr>
                        <a:t>2bit</a:t>
                      </a:r>
                      <a:endParaRPr lang="zh-CN" altLang="en-US" sz="1200" dirty="0">
                        <a:solidFill>
                          <a:srgbClr val="0070C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>
                          <a:solidFill>
                            <a:schemeClr val="tx1"/>
                          </a:solidFill>
                        </a:rPr>
                        <a:t>Rs</a:t>
                      </a:r>
                      <a:endParaRPr lang="en-US" altLang="zh-CN" sz="14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2bit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>
                          <a:solidFill>
                            <a:schemeClr val="tx1"/>
                          </a:solidFill>
                        </a:rPr>
                        <a:t>Imme</a:t>
                      </a:r>
                      <a:endParaRPr lang="en-US" altLang="zh-CN" sz="14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kern="1200" dirty="0">
                          <a:solidFill>
                            <a:srgbClr val="0070C0"/>
                          </a:solidFill>
                          <a:latin typeface="+mn-lt"/>
                          <a:ea typeface="+mn-ea"/>
                          <a:cs typeface="+mn-cs"/>
                        </a:rPr>
                        <a:t>8bit</a:t>
                      </a:r>
                      <a:endParaRPr lang="zh-CN" altLang="en-US" sz="1200" kern="1200" dirty="0">
                        <a:solidFill>
                          <a:srgbClr val="0070C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Assembly</a:t>
                      </a:r>
                      <a:endParaRPr lang="zh-CN" altLang="en-US" sz="1400" dirty="0">
                        <a:solidFill>
                          <a:schemeClr val="tx1"/>
                        </a:solidFill>
                      </a:endParaRPr>
                    </a:p>
                  </a:txBody>
                  <a:tcPr marL="91439" marR="91439" marT="45725" marB="457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tx1"/>
                          </a:solidFill>
                        </a:rPr>
                        <a:t>Function Description</a:t>
                      </a:r>
                      <a:endParaRPr lang="zh-CN" altLang="en-US" sz="1400" dirty="0">
                        <a:solidFill>
                          <a:schemeClr val="tx1"/>
                        </a:solidFill>
                      </a:endParaRPr>
                    </a:p>
                  </a:txBody>
                  <a:tcPr marL="91439" marR="91439" marT="45725" marB="457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00000010</a:t>
                      </a:r>
                    </a:p>
                    <a:p>
                      <a:pPr algn="ctr"/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mov r1 #02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mov R2 R1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0" hangingPunct="1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 2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R2&lt;=(R1)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2462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0010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0011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01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10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 00001000 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>
                          <a:solidFill>
                            <a:srgbClr val="00B050"/>
                          </a:solidFill>
                        </a:rPr>
                        <a:t>xxxxxxxx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add r1</a:t>
                      </a:r>
                      <a:r>
                        <a:rPr lang="en-US" altLang="zh-CN" sz="1200" baseline="0" dirty="0"/>
                        <a:t> #08</a:t>
                      </a:r>
                    </a:p>
                    <a:p>
                      <a:pPr algn="ctr"/>
                      <a:r>
                        <a:rPr lang="en-US" altLang="zh-CN" sz="1200" baseline="0" dirty="0">
                          <a:solidFill>
                            <a:srgbClr val="00B050"/>
                          </a:solidFill>
                        </a:rPr>
                        <a:t>add R1 R2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R1&lt;=(R1)+8</a:t>
                      </a:r>
                    </a:p>
                    <a:p>
                      <a:pPr algn="ctr"/>
                      <a:r>
                        <a:rPr lang="en-US" altLang="zh-CN" sz="1200" dirty="0">
                          <a:solidFill>
                            <a:srgbClr val="00B050"/>
                          </a:solidFill>
                        </a:rPr>
                        <a:t>R1&lt;=(R1)+(R2)</a:t>
                      </a:r>
                      <a:endParaRPr lang="zh-CN" altLang="en-US" sz="1200" dirty="0">
                        <a:solidFill>
                          <a:srgbClr val="00B050"/>
                        </a:solidFill>
                      </a:endParaRP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sub R1 R2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R1&lt;=(R1)-(R2)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0111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and R1 R2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dirty="0"/>
                        <a:t>R1&lt;= (R1) </a:t>
                      </a:r>
                      <a:r>
                        <a:rPr lang="en-US" altLang="zh-CN" sz="1200" dirty="0" err="1"/>
                        <a:t>bit_and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200" dirty="0" err="1"/>
                        <a:t>xxxxxxxx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or R1 R2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R1&lt;=(R1) </a:t>
                      </a:r>
                      <a:r>
                        <a:rPr lang="en-US" altLang="zh-CN" sz="1200" dirty="0" err="1"/>
                        <a:t>bit_or</a:t>
                      </a:r>
                      <a:r>
                        <a:rPr lang="en-US" altLang="zh-CN" sz="1200" dirty="0"/>
                        <a:t> (R2)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2928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1010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xx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00000001</a:t>
                      </a:r>
                      <a:endParaRPr lang="zh-CN" altLang="en-US" sz="1200" dirty="0"/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jump #01</a:t>
                      </a: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200" dirty="0"/>
                        <a:t>PC&lt;= 1</a:t>
                      </a:r>
                    </a:p>
                  </a:txBody>
                  <a:tcPr marL="91439" marR="91439" marT="45725" marB="4572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8917421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903AC549-2D15-41DE-854A-DE4647F31BE6}"/>
              </a:ext>
            </a:extLst>
          </p:cNvPr>
          <p:cNvSpPr txBox="1"/>
          <p:nvPr/>
        </p:nvSpPr>
        <p:spPr>
          <a:xfrm>
            <a:off x="212312" y="2877594"/>
            <a:ext cx="4114720" cy="26314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ts val="600"/>
              </a:spcBef>
              <a:defRPr sz="2400" b="1"/>
            </a:lvl1pPr>
          </a:lstStyle>
          <a:p>
            <a:r>
              <a:rPr lang="en-US" altLang="zh-CN" sz="2000" dirty="0"/>
              <a:t>1. </a:t>
            </a:r>
            <a:r>
              <a:rPr lang="zh-CN" altLang="en-US" sz="2000" dirty="0"/>
              <a:t>设计好的</a:t>
            </a:r>
            <a:r>
              <a:rPr lang="en-US" altLang="zh-CN" sz="2000" dirty="0"/>
              <a:t>CPU</a:t>
            </a:r>
            <a:r>
              <a:rPr lang="zh-CN" altLang="en-US" sz="2000" dirty="0"/>
              <a:t>电路下板测试</a:t>
            </a:r>
            <a:endParaRPr lang="en-US" altLang="zh-CN" sz="2000" dirty="0"/>
          </a:p>
          <a:p>
            <a:r>
              <a:rPr lang="en-US" altLang="zh-CN" sz="2000" dirty="0"/>
              <a:t>2. </a:t>
            </a:r>
            <a:r>
              <a:rPr lang="zh-CN" altLang="en-US" sz="2000" dirty="0"/>
              <a:t>使用</a:t>
            </a:r>
            <a:r>
              <a:rPr lang="en-US" altLang="zh-CN" sz="2000" dirty="0"/>
              <a:t>ILA</a:t>
            </a:r>
            <a:r>
              <a:rPr lang="zh-CN" altLang="en-US" sz="2000" dirty="0"/>
              <a:t>抓取信号，验证功能的正确性</a:t>
            </a:r>
            <a:endParaRPr lang="en-US" altLang="zh-CN" sz="2000" dirty="0"/>
          </a:p>
          <a:p>
            <a:r>
              <a:rPr lang="en-US" altLang="zh-CN" sz="2000" dirty="0"/>
              <a:t>3. </a:t>
            </a:r>
            <a:r>
              <a:rPr lang="zh-CN" altLang="en-US" sz="2000" dirty="0"/>
              <a:t>加入流水灯控制，完成应用演示</a:t>
            </a:r>
            <a:endParaRPr lang="en-US" altLang="zh-CN" sz="2000" dirty="0"/>
          </a:p>
          <a:p>
            <a:endParaRPr lang="en-US" altLang="zh-CN" sz="2000" dirty="0"/>
          </a:p>
        </p:txBody>
      </p:sp>
      <p:pic>
        <p:nvPicPr>
          <p:cNvPr id="7" name="图片 2">
            <a:extLst>
              <a:ext uri="{FF2B5EF4-FFF2-40B4-BE49-F238E27FC236}">
                <a16:creationId xmlns:a16="http://schemas.microsoft.com/office/drawing/2014/main" id="{C19CD99C-2CF7-41C5-8A74-95D5E5273E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5122" y="1341120"/>
            <a:ext cx="4716174" cy="4267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521236" y="1152538"/>
            <a:ext cx="2568674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r>
              <a:rPr lang="zh-CN" altLang="en-US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档任务说明</a:t>
            </a:r>
            <a:endParaRPr lang="en-US" altLang="zh-CN" sz="3200" b="1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altLang="zh-CN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7’</a:t>
            </a:r>
            <a:endParaRPr lang="zh-CN" altLang="en-US" sz="3200" b="1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105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7723215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903AC549-2D15-41DE-854A-DE4647F31BE6}"/>
              </a:ext>
            </a:extLst>
          </p:cNvPr>
          <p:cNvSpPr txBox="1"/>
          <p:nvPr/>
        </p:nvSpPr>
        <p:spPr>
          <a:xfrm>
            <a:off x="217170" y="2441980"/>
            <a:ext cx="3868884" cy="3170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ts val="600"/>
              </a:spcBef>
              <a:defRPr sz="2400" b="1"/>
            </a:lvl1pPr>
          </a:lstStyle>
          <a:p>
            <a:r>
              <a:rPr lang="zh-CN" altLang="en-US" sz="2000" dirty="0"/>
              <a:t>在基础指令集基础上：</a:t>
            </a:r>
            <a:endParaRPr lang="en-US" altLang="zh-CN" sz="2000" dirty="0"/>
          </a:p>
          <a:p>
            <a:r>
              <a:rPr lang="en-US" altLang="zh-CN" sz="2000" dirty="0"/>
              <a:t>1. </a:t>
            </a:r>
            <a:r>
              <a:rPr lang="zh-CN" altLang="en-US" sz="2000" dirty="0"/>
              <a:t>增加新指令，如</a:t>
            </a:r>
            <a:r>
              <a:rPr lang="en-US" altLang="zh-CN" sz="2000" dirty="0"/>
              <a:t>load/ store</a:t>
            </a:r>
          </a:p>
          <a:p>
            <a:r>
              <a:rPr lang="en-US" altLang="zh-CN" sz="2000" dirty="0"/>
              <a:t>2. </a:t>
            </a:r>
            <a:r>
              <a:rPr lang="zh-CN" altLang="en-US" sz="2000" dirty="0"/>
              <a:t>修改硬件架构及</a:t>
            </a:r>
            <a:r>
              <a:rPr lang="en-US" altLang="zh-CN" sz="2000" dirty="0"/>
              <a:t>Verilog</a:t>
            </a:r>
            <a:r>
              <a:rPr lang="zh-CN" altLang="en-US" sz="2000" dirty="0"/>
              <a:t>代码</a:t>
            </a:r>
            <a:endParaRPr lang="en-US" altLang="zh-CN" sz="2000" dirty="0"/>
          </a:p>
          <a:p>
            <a:r>
              <a:rPr lang="en-US" altLang="zh-CN" sz="2000" dirty="0"/>
              <a:t>3. </a:t>
            </a:r>
            <a:r>
              <a:rPr lang="zh-CN" altLang="en-US" sz="2000" dirty="0"/>
              <a:t>编写</a:t>
            </a:r>
            <a:r>
              <a:rPr lang="en-US" altLang="zh-CN" sz="2000" dirty="0" err="1"/>
              <a:t>TestBench</a:t>
            </a:r>
            <a:r>
              <a:rPr lang="zh-CN" altLang="en-US" sz="2000" dirty="0"/>
              <a:t>，并完成仿真验证</a:t>
            </a:r>
            <a:endParaRPr lang="en-US" altLang="zh-CN" sz="2000" dirty="0"/>
          </a:p>
          <a:p>
            <a:r>
              <a:rPr lang="en-US" altLang="zh-CN" sz="2000" dirty="0"/>
              <a:t>4. </a:t>
            </a:r>
            <a:r>
              <a:rPr lang="zh-CN" altLang="en-US" sz="2000" dirty="0"/>
              <a:t>完成下板测试及应用演示</a:t>
            </a:r>
            <a:endParaRPr lang="en-US" altLang="zh-CN" sz="2000" dirty="0"/>
          </a:p>
        </p:txBody>
      </p:sp>
      <p:pic>
        <p:nvPicPr>
          <p:cNvPr id="2" name="图片 1">
            <a:extLst>
              <a:ext uri="{FF2B5EF4-FFF2-40B4-BE49-F238E27FC236}">
                <a16:creationId xmlns:a16="http://schemas.microsoft.com/office/drawing/2014/main" id="{BA804BA4-E7D2-4D51-ACB2-07B21CCB1F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86054" y="1455695"/>
            <a:ext cx="4984226" cy="4372425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:a16="http://schemas.microsoft.com/office/drawing/2014/main" id="{8DEB7505-F813-4DEF-8802-535FA1C5E86B}"/>
              </a:ext>
            </a:extLst>
          </p:cNvPr>
          <p:cNvSpPr/>
          <p:nvPr/>
        </p:nvSpPr>
        <p:spPr>
          <a:xfrm>
            <a:off x="4489798" y="1550907"/>
            <a:ext cx="3589156" cy="1782147"/>
          </a:xfrm>
          <a:prstGeom prst="rect">
            <a:avLst/>
          </a:prstGeom>
          <a:solidFill>
            <a:srgbClr val="FFFF00">
              <a:alpha val="18000"/>
            </a:srgb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6BA0DBD9-F292-4AC4-9FFE-253EF17AFA24}"/>
              </a:ext>
            </a:extLst>
          </p:cNvPr>
          <p:cNvSpPr txBox="1"/>
          <p:nvPr/>
        </p:nvSpPr>
        <p:spPr>
          <a:xfrm>
            <a:off x="4483932" y="1232291"/>
            <a:ext cx="3595022" cy="338554"/>
          </a:xfrm>
          <a:prstGeom prst="rect">
            <a:avLst/>
          </a:prstGeom>
          <a:solidFill>
            <a:schemeClr val="bg1">
              <a:lumMod val="6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 err="1">
                <a:solidFill>
                  <a:srgbClr val="FFFF00"/>
                </a:solidFill>
              </a:rPr>
              <a:t>TestBench</a:t>
            </a:r>
            <a:r>
              <a:rPr lang="zh-CN" altLang="en-US" sz="1600" b="1" dirty="0">
                <a:solidFill>
                  <a:srgbClr val="FFFF00"/>
                </a:solidFill>
              </a:rPr>
              <a:t>考虑添加内存或</a:t>
            </a:r>
            <a:r>
              <a:rPr lang="en-US" altLang="zh-CN" sz="1600" b="1" dirty="0">
                <a:solidFill>
                  <a:srgbClr val="FFFF00"/>
                </a:solidFill>
              </a:rPr>
              <a:t>I/O</a:t>
            </a:r>
            <a:r>
              <a:rPr lang="zh-CN" altLang="en-US" sz="1600" b="1" dirty="0">
                <a:solidFill>
                  <a:srgbClr val="FFFF00"/>
                </a:solidFill>
              </a:rPr>
              <a:t>端口</a:t>
            </a:r>
          </a:p>
        </p:txBody>
      </p:sp>
      <p:sp>
        <p:nvSpPr>
          <p:cNvPr id="9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521236" y="1152538"/>
            <a:ext cx="278203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zh-CN" altLang="en-US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档任务说明</a:t>
            </a:r>
            <a:endParaRPr lang="en-US" altLang="zh-CN" sz="3200" b="1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altLang="zh-CN" sz="3200" b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8’</a:t>
            </a:r>
            <a:endParaRPr lang="zh-CN" altLang="en-US" sz="3200" b="1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106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317078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29EADA2B-7673-4AEB-AED1-72DDCBEA1020}"/>
              </a:ext>
            </a:extLst>
          </p:cNvPr>
          <p:cNvSpPr txBox="1"/>
          <p:nvPr/>
        </p:nvSpPr>
        <p:spPr>
          <a:xfrm>
            <a:off x="49196" y="1360590"/>
            <a:ext cx="24299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 err="1">
                <a:solidFill>
                  <a:srgbClr val="7030A0"/>
                </a:solidFill>
              </a:rPr>
              <a:t>Vivado</a:t>
            </a:r>
            <a:r>
              <a:rPr lang="en-US" altLang="zh-CN" sz="2000" b="1" dirty="0">
                <a:solidFill>
                  <a:srgbClr val="7030A0"/>
                </a:solidFill>
              </a:rPr>
              <a:t> Project  </a:t>
            </a:r>
            <a:endParaRPr lang="zh-CN" altLang="en-US" sz="2000" b="1" dirty="0">
              <a:solidFill>
                <a:srgbClr val="7030A0"/>
              </a:solidFill>
            </a:endParaRP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0C703DFB-1BE6-8D80-861D-A8B33FFDAF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2447"/>
            <a:ext cx="3996137" cy="2936327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A9E689AB-643C-5E08-5D0B-CBB7C2126C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02521" y="965638"/>
            <a:ext cx="4662651" cy="5207083"/>
          </a:xfrm>
          <a:prstGeom prst="rect">
            <a:avLst/>
          </a:prstGeom>
        </p:spPr>
      </p:pic>
      <p:sp>
        <p:nvSpPr>
          <p:cNvPr id="10" name="文本框 9">
            <a:extLst>
              <a:ext uri="{FF2B5EF4-FFF2-40B4-BE49-F238E27FC236}">
                <a16:creationId xmlns:a16="http://schemas.microsoft.com/office/drawing/2014/main" id="{5C285996-F8A5-0F89-BD8B-0CBDCF56FC5F}"/>
              </a:ext>
            </a:extLst>
          </p:cNvPr>
          <p:cNvSpPr txBox="1"/>
          <p:nvPr/>
        </p:nvSpPr>
        <p:spPr>
          <a:xfrm>
            <a:off x="1131177" y="5753526"/>
            <a:ext cx="32319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2000" b="1">
                <a:solidFill>
                  <a:srgbClr val="7030A0"/>
                </a:solidFill>
              </a:defRPr>
            </a:lvl1pPr>
          </a:lstStyle>
          <a:p>
            <a:r>
              <a:rPr lang="en-US" altLang="zh-CN" dirty="0" err="1"/>
              <a:t>Testbench</a:t>
            </a:r>
            <a:r>
              <a:rPr lang="en-US" altLang="zh-CN" dirty="0"/>
              <a:t> Code example</a:t>
            </a:r>
          </a:p>
        </p:txBody>
      </p:sp>
      <p:sp>
        <p:nvSpPr>
          <p:cNvPr id="7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149439" y="283426"/>
            <a:ext cx="76663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rPr>
              <a:t>Files for Project</a:t>
            </a:r>
            <a:endParaRPr lang="zh-CN" altLang="en-US" sz="32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8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107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91099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3">
            <a:extLst>
              <a:ext uri="{FF2B5EF4-FFF2-40B4-BE49-F238E27FC236}">
                <a16:creationId xmlns:a16="http://schemas.microsoft.com/office/drawing/2014/main" id="{0187784F-966E-4FE7-9F63-B164389D787A}"/>
              </a:ext>
            </a:extLst>
          </p:cNvPr>
          <p:cNvSpPr txBox="1"/>
          <p:nvPr/>
        </p:nvSpPr>
        <p:spPr>
          <a:xfrm>
            <a:off x="149439" y="283426"/>
            <a:ext cx="76663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rPr>
              <a:t>Files for Project</a:t>
            </a:r>
            <a:endParaRPr lang="zh-CN" altLang="en-US" sz="32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8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108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4190EDB1-8C3A-4B6D-BCF5-F9898BDA2D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879"/>
          <a:stretch/>
        </p:blipFill>
        <p:spPr>
          <a:xfrm>
            <a:off x="404090" y="1791222"/>
            <a:ext cx="2548848" cy="3147771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06E555A2-D332-4125-9C0A-507270ED625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78381" y="1027477"/>
            <a:ext cx="5017649" cy="50998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374247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>
            <a:extLst>
              <a:ext uri="{FF2B5EF4-FFF2-40B4-BE49-F238E27FC236}">
                <a16:creationId xmlns:a16="http://schemas.microsoft.com/office/drawing/2014/main" id="{B8F66ECE-2D59-D161-7F43-B15AE1E6BBC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86" y="1398270"/>
            <a:ext cx="4588534" cy="4339590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E939ABD8-F856-1F93-8437-B8B261F5918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67891" y="1017270"/>
            <a:ext cx="4280859" cy="5192328"/>
          </a:xfrm>
          <a:prstGeom prst="rect">
            <a:avLst/>
          </a:prstGeom>
        </p:spPr>
      </p:pic>
      <p:sp>
        <p:nvSpPr>
          <p:cNvPr id="4" name="日期占位符 2">
            <a:extLst>
              <a:ext uri="{FF2B5EF4-FFF2-40B4-BE49-F238E27FC236}">
                <a16:creationId xmlns:a16="http://schemas.microsoft.com/office/drawing/2014/main" id="{D76E1718-1346-4378-98D8-E2EF9C962C6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xfrm>
            <a:off x="457200" y="6356350"/>
            <a:ext cx="2133600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1719501-F006-42D9-8A5D-FF565EE28A9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7" name="日期占位符 3">
            <a:extLst>
              <a:ext uri="{FF2B5EF4-FFF2-40B4-BE49-F238E27FC236}">
                <a16:creationId xmlns:a16="http://schemas.microsoft.com/office/drawing/2014/main" id="{7B8EFB78-F782-4377-888F-51BD9AC7416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3914919F-78BE-4D32-8DD6-63B6066AD0FF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5C7696B6-AF43-4142-8BDB-CE51EA135E1F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A3FF2AD0-95C6-4023-A87C-3FA9250429E1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109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248842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7614745" cy="615950"/>
          </a:xfrm>
        </p:spPr>
        <p:txBody>
          <a:bodyPr/>
          <a:lstStyle/>
          <a:p>
            <a:pPr lvl="1" eaLnBrk="1" hangingPunct="1"/>
            <a:r>
              <a:rPr lang="zh-CN" altLang="en-US" dirty="0"/>
              <a:t>参考材料的使用</a:t>
            </a:r>
          </a:p>
        </p:txBody>
      </p:sp>
      <p:sp>
        <p:nvSpPr>
          <p:cNvPr id="23556" name="日期占位符 3">
            <a:extLst>
              <a:ext uri="{FF2B5EF4-FFF2-40B4-BE49-F238E27FC236}">
                <a16:creationId xmlns:a16="http://schemas.microsoft.com/office/drawing/2014/main" id="{127DCDEB-2223-4FCE-8EB5-9DDBB9D0BC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A52CFFFE-2188-49EF-B418-E709297266A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269" y="2178318"/>
            <a:ext cx="4343400" cy="29749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615" y="1880367"/>
            <a:ext cx="1683806" cy="18585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110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sp>
        <p:nvSpPr>
          <p:cNvPr id="12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369569" y="1507923"/>
            <a:ext cx="3887395" cy="7232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b="1" dirty="0">
                <a:solidFill>
                  <a:srgbClr val="00B050"/>
                </a:solidFill>
                <a:latin typeface="+mn-lt"/>
                <a:ea typeface="+mn-ea"/>
              </a:rPr>
              <a:t>3. </a:t>
            </a:r>
            <a:r>
              <a:rPr lang="en-US" altLang="zh-CN" b="1" dirty="0" err="1">
                <a:solidFill>
                  <a:srgbClr val="00B050"/>
                </a:solidFill>
                <a:latin typeface="+mn-lt"/>
                <a:ea typeface="+mn-ea"/>
              </a:rPr>
              <a:t>For_IC_Newer</a:t>
            </a:r>
            <a:endParaRPr lang="en-US" altLang="zh-CN" b="1" dirty="0">
              <a:solidFill>
                <a:srgbClr val="00B050"/>
              </a:solidFill>
              <a:latin typeface="+mn-lt"/>
              <a:ea typeface="+mn-ea"/>
            </a:endParaRPr>
          </a:p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b="1" dirty="0">
                <a:solidFill>
                  <a:srgbClr val="FF0000"/>
                </a:solidFill>
                <a:latin typeface="+mn-lt"/>
                <a:ea typeface="+mn-ea"/>
              </a:rPr>
              <a:t> </a:t>
            </a:r>
            <a:r>
              <a:rPr lang="en-US" altLang="zh-CN" b="1" dirty="0" err="1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</a:rPr>
              <a:t>Vivado</a:t>
            </a:r>
            <a:r>
              <a:rPr lang="zh-CN" altLang="en-US" b="1" dirty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</a:rPr>
              <a:t>软件及</a:t>
            </a:r>
            <a:r>
              <a:rPr lang="en-US" altLang="zh-CN" b="1" dirty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</a:rPr>
              <a:t>Verilog</a:t>
            </a:r>
            <a:r>
              <a:rPr lang="zh-CN" altLang="en-US" b="1" dirty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</a:rPr>
              <a:t>语言入门</a:t>
            </a:r>
            <a:endParaRPr lang="en-US" altLang="zh-CN" b="1" dirty="0">
              <a:solidFill>
                <a:schemeClr val="bg1">
                  <a:lumMod val="65000"/>
                </a:schemeClr>
              </a:solidFill>
              <a:latin typeface="+mn-lt"/>
              <a:ea typeface="+mn-ea"/>
            </a:endParaRPr>
          </a:p>
        </p:txBody>
      </p:sp>
      <p:sp>
        <p:nvSpPr>
          <p:cNvPr id="15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5332181" y="973242"/>
            <a:ext cx="3158489" cy="10002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b="1" dirty="0">
                <a:solidFill>
                  <a:srgbClr val="EC6D04"/>
                </a:solidFill>
                <a:latin typeface="+mn-lt"/>
                <a:ea typeface="+mn-ea"/>
              </a:rPr>
              <a:t>1.Lab_Refrence</a:t>
            </a:r>
            <a:r>
              <a:rPr lang="zh-CN" altLang="en-US" b="1" dirty="0">
                <a:solidFill>
                  <a:srgbClr val="EC6D04"/>
                </a:solidFill>
                <a:latin typeface="+mn-lt"/>
                <a:ea typeface="+mn-ea"/>
              </a:rPr>
              <a:t>（先浏览一遍，琢磨下跟项目任务的关系）</a:t>
            </a:r>
            <a:endParaRPr lang="en-US" altLang="zh-CN" b="1" dirty="0">
              <a:solidFill>
                <a:srgbClr val="EC6D04"/>
              </a:solidFill>
              <a:latin typeface="+mn-lt"/>
              <a:ea typeface="+mn-ea"/>
            </a:endParaRPr>
          </a:p>
          <a:p>
            <a:pPr algn="ct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b="1" dirty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</a:rPr>
              <a:t>CPU</a:t>
            </a:r>
            <a:r>
              <a:rPr lang="zh-CN" altLang="en-US" b="1" dirty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</a:rPr>
              <a:t>设计实验课件（普通班）</a:t>
            </a:r>
            <a:endParaRPr lang="en-US" altLang="zh-CN" b="1" dirty="0">
              <a:solidFill>
                <a:schemeClr val="bg1">
                  <a:lumMod val="65000"/>
                </a:schemeClr>
              </a:solidFill>
              <a:latin typeface="+mn-lt"/>
              <a:ea typeface="+mn-ea"/>
            </a:endParaRPr>
          </a:p>
        </p:txBody>
      </p:sp>
      <p:sp>
        <p:nvSpPr>
          <p:cNvPr id="16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4770520" y="4060506"/>
            <a:ext cx="4130597" cy="7232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en-US" altLang="zh-CN" b="1" dirty="0">
                <a:solidFill>
                  <a:srgbClr val="00B0F0"/>
                </a:solidFill>
                <a:latin typeface="+mn-lt"/>
                <a:ea typeface="+mn-ea"/>
              </a:rPr>
              <a:t>2. </a:t>
            </a:r>
            <a:r>
              <a:rPr lang="en-US" altLang="zh-CN" b="1" dirty="0" err="1">
                <a:solidFill>
                  <a:srgbClr val="00B0F0"/>
                </a:solidFill>
                <a:latin typeface="+mn-lt"/>
                <a:ea typeface="+mn-ea"/>
              </a:rPr>
              <a:t>Design_Doc_Template</a:t>
            </a:r>
            <a:r>
              <a:rPr lang="zh-CN" altLang="en-US" b="1" dirty="0">
                <a:solidFill>
                  <a:srgbClr val="00B0F0"/>
                </a:solidFill>
                <a:latin typeface="+mn-lt"/>
                <a:ea typeface="+mn-ea"/>
              </a:rPr>
              <a:t>（设计文档模板）</a:t>
            </a:r>
            <a:endParaRPr lang="en-US" altLang="zh-CN" b="1" dirty="0">
              <a:solidFill>
                <a:srgbClr val="00B0F0"/>
              </a:solidFill>
              <a:latin typeface="+mn-lt"/>
              <a:ea typeface="+mn-ea"/>
            </a:endParaRPr>
          </a:p>
          <a:p>
            <a:pPr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zh-CN" altLang="en-US" b="1" dirty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</a:rPr>
              <a:t>大框架不变，小节可自行补充或删减</a:t>
            </a:r>
            <a:endParaRPr lang="en-US" altLang="zh-CN" b="1" dirty="0">
              <a:solidFill>
                <a:schemeClr val="bg1">
                  <a:lumMod val="65000"/>
                </a:schemeClr>
              </a:solidFill>
              <a:latin typeface="+mn-lt"/>
              <a:ea typeface="+mn-ea"/>
            </a:endParaRPr>
          </a:p>
        </p:txBody>
      </p:sp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6838" y="4733672"/>
            <a:ext cx="3508076" cy="6697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94685943"/>
      </p:ext>
    </p:extLst>
  </p:cSld>
  <p:clrMapOvr>
    <a:masterClrMapping/>
  </p:clrMapOvr>
  <p:transition advTm="437"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标题 1">
            <a:extLst>
              <a:ext uri="{FF2B5EF4-FFF2-40B4-BE49-F238E27FC236}">
                <a16:creationId xmlns:a16="http://schemas.microsoft.com/office/drawing/2014/main" id="{EBA6AA82-F0C7-4ADF-AC1C-8A6D0A493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1" y="223838"/>
            <a:ext cx="5166359" cy="615950"/>
          </a:xfrm>
        </p:spPr>
        <p:txBody>
          <a:bodyPr/>
          <a:lstStyle/>
          <a:p>
            <a:pPr lvl="1" eaLnBrk="1" hangingPunct="1"/>
            <a:r>
              <a:rPr lang="zh-CN" altLang="en-US" sz="2800" dirty="0"/>
              <a:t>项目文档</a:t>
            </a:r>
            <a:r>
              <a:rPr lang="en-US" altLang="zh-CN" sz="2800" dirty="0"/>
              <a:t>(</a:t>
            </a:r>
            <a:r>
              <a:rPr lang="en-US" altLang="zh-CN" sz="2800" dirty="0" err="1"/>
              <a:t>doc+ppt</a:t>
            </a:r>
            <a:r>
              <a:rPr lang="en-US" altLang="zh-CN" sz="2800" dirty="0"/>
              <a:t>)</a:t>
            </a:r>
            <a:r>
              <a:rPr lang="zh-CN" altLang="en-US" sz="2800" dirty="0"/>
              <a:t>编写说明</a:t>
            </a:r>
          </a:p>
        </p:txBody>
      </p:sp>
      <p:pic>
        <p:nvPicPr>
          <p:cNvPr id="2052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09" y="990600"/>
            <a:ext cx="4015741" cy="37061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" name="文本框 4">
            <a:extLst>
              <a:ext uri="{FF2B5EF4-FFF2-40B4-BE49-F238E27FC236}">
                <a16:creationId xmlns:a16="http://schemas.microsoft.com/office/drawing/2014/main" id="{0D5FE8A9-B7B3-4476-8B64-91B7792E5499}"/>
              </a:ext>
            </a:extLst>
          </p:cNvPr>
          <p:cNvSpPr txBox="1"/>
          <p:nvPr/>
        </p:nvSpPr>
        <p:spPr>
          <a:xfrm>
            <a:off x="1344380" y="2151766"/>
            <a:ext cx="223402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zh-CN" altLang="en-US" b="1" dirty="0">
                <a:solidFill>
                  <a:srgbClr val="FF0000"/>
                </a:solidFill>
                <a:latin typeface="+mn-lt"/>
                <a:ea typeface="+mn-ea"/>
              </a:rPr>
              <a:t>第一次研讨课需分组用</a:t>
            </a:r>
            <a:r>
              <a:rPr lang="en-US" altLang="zh-CN" b="1" dirty="0" err="1">
                <a:solidFill>
                  <a:srgbClr val="FF0000"/>
                </a:solidFill>
                <a:latin typeface="+mn-lt"/>
                <a:ea typeface="+mn-ea"/>
              </a:rPr>
              <a:t>ppt</a:t>
            </a:r>
            <a:r>
              <a:rPr lang="zh-CN" altLang="en-US" b="1" dirty="0">
                <a:solidFill>
                  <a:srgbClr val="FF0000"/>
                </a:solidFill>
                <a:latin typeface="+mn-lt"/>
                <a:ea typeface="+mn-ea"/>
              </a:rPr>
              <a:t>汇报的部分</a:t>
            </a:r>
            <a:endParaRPr lang="en-US" altLang="zh-CN" b="1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4940" y="1913767"/>
            <a:ext cx="4231425" cy="2197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" name="矩形 2"/>
          <p:cNvSpPr/>
          <p:nvPr/>
        </p:nvSpPr>
        <p:spPr>
          <a:xfrm>
            <a:off x="194309" y="4742435"/>
            <a:ext cx="879205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spcBef>
                <a:spcPts val="600"/>
              </a:spcBef>
              <a:buAutoNum type="arabicPeriod"/>
            </a:pPr>
            <a:r>
              <a:rPr lang="zh-CN" altLang="zh-CN" sz="1400" b="1" dirty="0"/>
              <a:t>设计文档和演示文档统一命名为“班号组号</a:t>
            </a:r>
            <a:r>
              <a:rPr lang="en-US" altLang="zh-CN" sz="1400" b="1" dirty="0"/>
              <a:t>_</a:t>
            </a:r>
            <a:r>
              <a:rPr lang="zh-CN" altLang="zh-CN" sz="1400" b="1" dirty="0"/>
              <a:t>日期”</a:t>
            </a:r>
            <a:r>
              <a:rPr lang="zh-CN" altLang="en-US" sz="1400" b="1" dirty="0"/>
              <a:t>，如：</a:t>
            </a:r>
            <a:r>
              <a:rPr lang="en-US" altLang="zh-CN" sz="1400" b="1" dirty="0">
                <a:solidFill>
                  <a:srgbClr val="00B0F0"/>
                </a:solidFill>
              </a:rPr>
              <a:t>12_20240214</a:t>
            </a:r>
            <a:endParaRPr lang="en-US" altLang="zh-CN" sz="2000" b="1" dirty="0">
              <a:solidFill>
                <a:srgbClr val="00B0F0"/>
              </a:solidFill>
            </a:endParaRPr>
          </a:p>
          <a:p>
            <a:pPr marL="342900" indent="-342900">
              <a:spcBef>
                <a:spcPts val="600"/>
              </a:spcBef>
              <a:buAutoNum type="arabicPeriod"/>
            </a:pPr>
            <a:r>
              <a:rPr lang="zh-CN" altLang="zh-CN" sz="1400" b="1" dirty="0"/>
              <a:t>设计文档</a:t>
            </a:r>
            <a:r>
              <a:rPr lang="zh-CN" altLang="en-US" sz="1400" b="1" dirty="0"/>
              <a:t>（</a:t>
            </a:r>
            <a:r>
              <a:rPr lang="en-US" altLang="zh-CN" sz="1400" b="1" dirty="0"/>
              <a:t>doc</a:t>
            </a:r>
            <a:r>
              <a:rPr lang="zh-CN" altLang="en-US" sz="1400" b="1" dirty="0"/>
              <a:t>）只有一个，</a:t>
            </a:r>
            <a:r>
              <a:rPr lang="zh-CN" altLang="zh-CN" sz="1400" b="1" dirty="0"/>
              <a:t>大家在学习过程中不断补充和完善其内容即可；</a:t>
            </a:r>
            <a:endParaRPr lang="en-US" altLang="zh-CN" sz="1400" b="1" dirty="0"/>
          </a:p>
          <a:p>
            <a:pPr marL="342900" indent="-342900">
              <a:spcBef>
                <a:spcPts val="600"/>
              </a:spcBef>
              <a:buAutoNum type="arabicPeriod"/>
            </a:pPr>
            <a:r>
              <a:rPr lang="zh-CN" altLang="zh-CN" sz="1400" b="1" dirty="0"/>
              <a:t>演示文档</a:t>
            </a:r>
            <a:r>
              <a:rPr lang="zh-CN" altLang="en-US" sz="1400" b="1" dirty="0"/>
              <a:t>（</a:t>
            </a:r>
            <a:r>
              <a:rPr lang="en-US" altLang="zh-CN" sz="1400" b="1" dirty="0" err="1"/>
              <a:t>ppt</a:t>
            </a:r>
            <a:r>
              <a:rPr lang="zh-CN" altLang="en-US" sz="1400" b="1" dirty="0"/>
              <a:t>）</a:t>
            </a:r>
            <a:r>
              <a:rPr lang="zh-CN" altLang="zh-CN" sz="1400" b="1" dirty="0"/>
              <a:t>每次</a:t>
            </a:r>
            <a:r>
              <a:rPr lang="zh-CN" altLang="en-US" sz="1400" b="1" dirty="0"/>
              <a:t>研讨时</a:t>
            </a:r>
            <a:r>
              <a:rPr lang="zh-CN" altLang="zh-CN" sz="1400" b="1" dirty="0"/>
              <a:t>都</a:t>
            </a:r>
            <a:r>
              <a:rPr lang="zh-CN" altLang="en-US" sz="1400" b="1" dirty="0"/>
              <a:t>应</a:t>
            </a:r>
            <a:r>
              <a:rPr lang="zh-CN" altLang="zh-CN" sz="1400" b="1" dirty="0"/>
              <a:t>重新做，把本次上课需要讲的内容（主要是图、表）从</a:t>
            </a:r>
            <a:r>
              <a:rPr lang="en-US" altLang="zh-CN" sz="1400" b="1" dirty="0"/>
              <a:t>doc</a:t>
            </a:r>
            <a:r>
              <a:rPr lang="zh-CN" altLang="zh-CN" sz="1400" b="1" dirty="0"/>
              <a:t>文件中取出来做成</a:t>
            </a:r>
            <a:r>
              <a:rPr lang="en-US" altLang="zh-CN" sz="1400" b="1" dirty="0" err="1"/>
              <a:t>ppt</a:t>
            </a:r>
            <a:r>
              <a:rPr lang="zh-CN" altLang="zh-CN" sz="1400" b="1" dirty="0"/>
              <a:t>。当然，</a:t>
            </a:r>
            <a:r>
              <a:rPr lang="en-US" altLang="zh-CN" sz="1400" b="1" dirty="0" err="1"/>
              <a:t>ppt</a:t>
            </a:r>
            <a:r>
              <a:rPr lang="zh-CN" altLang="zh-CN" sz="1400" b="1" dirty="0"/>
              <a:t>文件也应该是个相对独立和完整的文件，有些内容（比如</a:t>
            </a:r>
            <a:r>
              <a:rPr lang="zh-CN" altLang="en-US" sz="1400" b="1" dirty="0"/>
              <a:t>系统</a:t>
            </a:r>
            <a:r>
              <a:rPr lang="zh-CN" altLang="zh-CN" sz="1400" b="1" dirty="0"/>
              <a:t>大框图）可能每次</a:t>
            </a:r>
            <a:r>
              <a:rPr lang="en-US" altLang="zh-CN" sz="1400" b="1" dirty="0" err="1"/>
              <a:t>ppt</a:t>
            </a:r>
            <a:r>
              <a:rPr lang="zh-CN" altLang="zh-CN" sz="1400" b="1" dirty="0"/>
              <a:t>文件都需要，保留下来就行。</a:t>
            </a:r>
            <a:endParaRPr lang="zh-CN" altLang="en-US" sz="1400" b="1" dirty="0"/>
          </a:p>
        </p:txBody>
      </p:sp>
      <p:sp>
        <p:nvSpPr>
          <p:cNvPr id="9" name="灯片编号占位符 5">
            <a:extLst>
              <a:ext uri="{FF2B5EF4-FFF2-40B4-BE49-F238E27FC236}">
                <a16:creationId xmlns:a16="http://schemas.microsoft.com/office/drawing/2014/main" id="{618F22E5-5736-4EF1-B236-EE094FB9548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xfrm>
            <a:off x="8316913" y="6356350"/>
            <a:ext cx="442912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FCCB1E-9861-4A6D-B62B-AB3E03321E29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111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7215" y="4554125"/>
            <a:ext cx="2522423" cy="481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日期占位符 3">
            <a:extLst>
              <a:ext uri="{FF2B5EF4-FFF2-40B4-BE49-F238E27FC236}">
                <a16:creationId xmlns:a16="http://schemas.microsoft.com/office/drawing/2014/main" id="{7B8EFB78-F782-4377-888F-51BD9AC7416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3914919F-78BE-4D32-8DD6-63B6066AD0FF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2885648"/>
      </p:ext>
    </p:extLst>
  </p:cSld>
  <p:clrMapOvr>
    <a:masterClrMapping/>
  </p:clrMapOvr>
  <p:transition advTm="437"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标题 1">
            <a:extLst>
              <a:ext uri="{FF2B5EF4-FFF2-40B4-BE49-F238E27FC236}">
                <a16:creationId xmlns:a16="http://schemas.microsoft.com/office/drawing/2014/main" id="{9A507162-2634-49DA-AE96-3D7602BB2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pPr eaLnBrk="1" hangingPunct="1"/>
            <a:r>
              <a:rPr lang="en-US" altLang="zh-CN"/>
              <a:t>Requirements</a:t>
            </a:r>
            <a:endParaRPr lang="zh-CN" altLang="en-US" sz="2400"/>
          </a:p>
        </p:txBody>
      </p:sp>
      <p:sp>
        <p:nvSpPr>
          <p:cNvPr id="24579" name="日期占位符 2">
            <a:extLst>
              <a:ext uri="{FF2B5EF4-FFF2-40B4-BE49-F238E27FC236}">
                <a16:creationId xmlns:a16="http://schemas.microsoft.com/office/drawing/2014/main" id="{32C1873B-5C35-4536-A414-D21357C0361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041955D2-BB28-467C-9336-95D90B904A0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4581" name="日期占位符 3">
            <a:extLst>
              <a:ext uri="{FF2B5EF4-FFF2-40B4-BE49-F238E27FC236}">
                <a16:creationId xmlns:a16="http://schemas.microsoft.com/office/drawing/2014/main" id="{65DAF71F-5758-4D47-9657-961169011A40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4C38ADA-F8BB-47BF-8BC1-37927D568258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95F21ECA-3676-468D-9B89-E9F2F11CDDAD}"/>
              </a:ext>
            </a:extLst>
          </p:cNvPr>
          <p:cNvSpPr txBox="1">
            <a:spLocks noChangeArrowheads="1"/>
          </p:cNvSpPr>
          <p:nvPr/>
        </p:nvSpPr>
        <p:spPr>
          <a:xfrm>
            <a:off x="500062" y="951734"/>
            <a:ext cx="8535987" cy="4951413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•"/>
              <a:defRPr/>
            </a:pPr>
            <a:r>
              <a:rPr lang="en-US" altLang="zh-CN" sz="20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Textbook</a:t>
            </a:r>
            <a:r>
              <a:rPr lang="en-US" altLang="zh-CN" sz="2000" b="1" dirty="0">
                <a:latin typeface="微软雅黑" pitchFamily="34" charset="-122"/>
                <a:ea typeface="微软雅黑" pitchFamily="34" charset="-122"/>
              </a:rPr>
              <a:t>		</a:t>
            </a:r>
          </a:p>
          <a:p>
            <a:pPr marL="898525" indent="-457200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en-US" altLang="zh-CN" sz="20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 </a:t>
            </a:r>
            <a:r>
              <a:rPr lang="en-US" altLang="zh-CN" b="1" dirty="0">
                <a:latin typeface="微软雅黑" pitchFamily="34" charset="-122"/>
                <a:ea typeface="微软雅黑" pitchFamily="34" charset="-122"/>
              </a:rPr>
              <a:t>“Digital System Design with Verilog &amp; VHDL”</a:t>
            </a:r>
          </a:p>
          <a:p>
            <a:pPr marL="1431925" indent="-441325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en-US" altLang="zh-CN" sz="14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2nd Edition</a:t>
            </a:r>
            <a:r>
              <a:rPr lang="zh-CN" altLang="en-US" sz="14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，</a:t>
            </a:r>
            <a:r>
              <a:rPr lang="en-US" altLang="zh-CN" sz="14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Enoch </a:t>
            </a:r>
            <a:r>
              <a:rPr lang="en-US" altLang="zh-CN" sz="1400" b="1" i="1" dirty="0" err="1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O.Hwang</a:t>
            </a:r>
            <a:r>
              <a:rPr lang="zh-CN" altLang="en-US" sz="14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著，阎波 朱晓章  姚毅改编</a:t>
            </a:r>
            <a:endParaRPr lang="en-US" altLang="zh-CN" sz="1400" b="1" i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  <a:cs typeface="Times New Roman" pitchFamily="18" charset="0"/>
            </a:endParaRPr>
          </a:p>
          <a:p>
            <a:pPr marL="1431925" indent="-441325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en-US" altLang="zh-CN" sz="14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Publishing House of Electronics Industry</a:t>
            </a:r>
            <a:r>
              <a:rPr lang="zh-CN" altLang="en-US" sz="14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，</a:t>
            </a:r>
            <a:r>
              <a:rPr lang="en-US" altLang="zh-CN" sz="14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2018</a:t>
            </a:r>
            <a:endParaRPr lang="en-US" altLang="zh-CN" sz="1400" b="1" i="1" dirty="0">
              <a:latin typeface="微软雅黑" pitchFamily="34" charset="-122"/>
              <a:ea typeface="微软雅黑" pitchFamily="34" charset="-122"/>
            </a:endParaRPr>
          </a:p>
          <a:p>
            <a:pPr marL="342900" indent="-342900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•"/>
              <a:defRPr/>
            </a:pPr>
            <a:r>
              <a:rPr lang="en-US" altLang="zh-CN" sz="20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Reference books</a:t>
            </a: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r>
              <a:rPr lang="en-US" altLang="zh-CN" sz="1600" b="1" dirty="0">
                <a:latin typeface="微软雅黑" pitchFamily="34" charset="-122"/>
                <a:ea typeface="微软雅黑" pitchFamily="34" charset="-122"/>
              </a:rPr>
              <a:t>“Digital Design: Principles and Practices"</a:t>
            </a:r>
          </a:p>
          <a:p>
            <a:pPr marL="1082675" indent="890588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en-US" altLang="zh-CN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4th Edition, John F. </a:t>
            </a:r>
            <a:r>
              <a:rPr lang="en-US" altLang="zh-CN" sz="1200" b="1" i="1" dirty="0" err="1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Wakerly</a:t>
            </a:r>
            <a:r>
              <a:rPr lang="zh-CN" altLang="en-US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，</a:t>
            </a:r>
            <a:endParaRPr lang="en-US" altLang="zh-CN" sz="1200" b="1" i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  <a:cs typeface="Times New Roman" pitchFamily="18" charset="0"/>
            </a:endParaRP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r>
              <a:rPr lang="en-US" altLang="zh-CN" sz="1600" b="1" dirty="0">
                <a:latin typeface="微软雅黑" pitchFamily="34" charset="-122"/>
                <a:ea typeface="微软雅黑" pitchFamily="34" charset="-122"/>
              </a:rPr>
              <a:t>“</a:t>
            </a:r>
            <a:r>
              <a:rPr lang="zh-CN" altLang="en-US" sz="1600" b="1" dirty="0">
                <a:latin typeface="微软雅黑" pitchFamily="34" charset="-122"/>
                <a:ea typeface="微软雅黑" pitchFamily="34" charset="-122"/>
              </a:rPr>
              <a:t>数字逻辑设计及应用</a:t>
            </a:r>
            <a:r>
              <a:rPr lang="en-US" altLang="zh-CN" sz="1600" b="1" dirty="0">
                <a:latin typeface="微软雅黑" pitchFamily="34" charset="-122"/>
                <a:ea typeface="微软雅黑" pitchFamily="34" charset="-122"/>
              </a:rPr>
              <a:t>”,</a:t>
            </a:r>
            <a:r>
              <a:rPr lang="zh-CN" altLang="en-US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姜书艳等，电子科大出版社，</a:t>
            </a:r>
            <a:r>
              <a:rPr lang="en-US" altLang="zh-CN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2014</a:t>
            </a: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r>
              <a:rPr lang="zh-CN" altLang="en-US" sz="1600" b="1" dirty="0">
                <a:latin typeface="微软雅黑" pitchFamily="34" charset="-122"/>
                <a:ea typeface="微软雅黑" pitchFamily="34" charset="-122"/>
              </a:rPr>
              <a:t>“微处理器系统结构与嵌入式系统设计”</a:t>
            </a:r>
            <a:endParaRPr lang="en-US" altLang="zh-CN" sz="1200" b="1" i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  <a:cs typeface="Times New Roman" pitchFamily="18" charset="0"/>
            </a:endParaRPr>
          </a:p>
          <a:p>
            <a:pPr marL="1082675" lvl="1" indent="889000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zh-CN" altLang="en-US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第三版，阎波，李广军等，电子工业出版社，</a:t>
            </a:r>
            <a:r>
              <a:rPr lang="en-US" altLang="zh-CN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2020</a:t>
            </a: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r>
              <a:rPr lang="en-US" altLang="zh-CN" sz="1600" b="1" dirty="0">
                <a:latin typeface="微软雅黑" pitchFamily="34" charset="-122"/>
                <a:ea typeface="微软雅黑" pitchFamily="34" charset="-122"/>
              </a:rPr>
              <a:t> </a:t>
            </a:r>
            <a:r>
              <a:rPr lang="zh-CN" altLang="en-US" sz="1600" b="1" dirty="0">
                <a:latin typeface="微软雅黑" pitchFamily="34" charset="-122"/>
                <a:ea typeface="微软雅黑" pitchFamily="34" charset="-122"/>
              </a:rPr>
              <a:t>“数字集成电路与系统设计”</a:t>
            </a:r>
            <a:endParaRPr lang="en-US" altLang="zh-CN" sz="1600" b="1" dirty="0">
              <a:latin typeface="微软雅黑" pitchFamily="34" charset="-122"/>
              <a:ea typeface="微软雅黑" pitchFamily="34" charset="-122"/>
            </a:endParaRPr>
          </a:p>
          <a:p>
            <a:pPr marL="1082675" lvl="1" indent="889000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zh-CN" altLang="en-US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李广军</a:t>
            </a:r>
            <a:r>
              <a:rPr lang="en-US" altLang="zh-CN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  </a:t>
            </a:r>
            <a:r>
              <a:rPr lang="zh-CN" altLang="en-US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郭志勇等，电子工业出版社，</a:t>
            </a:r>
            <a:r>
              <a:rPr lang="en-US" altLang="zh-CN" sz="12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2015</a:t>
            </a:r>
          </a:p>
          <a:p>
            <a:pPr marL="342900" lvl="1" indent="-342900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•"/>
              <a:defRPr/>
            </a:pPr>
            <a:r>
              <a:rPr lang="en-US" altLang="zh-CN" sz="20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MOOC</a:t>
            </a: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r>
              <a:rPr lang="en-US" altLang="zh-CN" sz="1400" b="1" dirty="0">
                <a:latin typeface="微软雅黑" pitchFamily="34" charset="-122"/>
                <a:ea typeface="微软雅黑" pitchFamily="34" charset="-122"/>
                <a:hlinkClick r:id="rId3"/>
              </a:rPr>
              <a:t>https://www.icourse163.org/learn/UESTC1-1458202164</a:t>
            </a:r>
            <a:r>
              <a:rPr lang="en-US" altLang="zh-CN" sz="1400" b="1" dirty="0">
                <a:latin typeface="微软雅黑" pitchFamily="34" charset="-122"/>
                <a:ea typeface="微软雅黑" pitchFamily="34" charset="-122"/>
              </a:rPr>
              <a:t>        </a:t>
            </a:r>
            <a:r>
              <a:rPr lang="zh-CN" altLang="en-US" sz="1400" b="1" dirty="0">
                <a:latin typeface="微软雅黑" pitchFamily="34" charset="-122"/>
                <a:ea typeface="微软雅黑" pitchFamily="34" charset="-122"/>
              </a:rPr>
              <a:t>（英文版数电）</a:t>
            </a:r>
            <a:r>
              <a:rPr lang="en-US" altLang="zh-CN" sz="1400" b="1" dirty="0">
                <a:latin typeface="微软雅黑" pitchFamily="34" charset="-122"/>
                <a:ea typeface="微软雅黑" pitchFamily="34" charset="-122"/>
                <a:hlinkClick r:id="rId4"/>
              </a:rPr>
              <a:t>https://www.icourse163.org/course/UESTC-234014</a:t>
            </a:r>
            <a:r>
              <a:rPr lang="en-US" altLang="zh-CN" sz="1400" b="1" dirty="0">
                <a:latin typeface="微软雅黑" pitchFamily="34" charset="-122"/>
                <a:ea typeface="微软雅黑" pitchFamily="34" charset="-122"/>
              </a:rPr>
              <a:t>                </a:t>
            </a:r>
            <a:r>
              <a:rPr lang="zh-CN" altLang="en-US" sz="1400" b="1" dirty="0">
                <a:latin typeface="微软雅黑" pitchFamily="34" charset="-122"/>
                <a:ea typeface="微软雅黑" pitchFamily="34" charset="-122"/>
              </a:rPr>
              <a:t>（中文版数电）</a:t>
            </a:r>
            <a:endParaRPr lang="en-US" altLang="zh-CN" sz="1400" b="1" dirty="0">
              <a:latin typeface="微软雅黑" pitchFamily="34" charset="-122"/>
              <a:ea typeface="微软雅黑" pitchFamily="34" charset="-122"/>
            </a:endParaRP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r>
              <a:rPr lang="en-US" altLang="zh-CN" sz="1400" b="1" dirty="0">
                <a:latin typeface="微软雅黑" pitchFamily="34" charset="-122"/>
                <a:ea typeface="微软雅黑" pitchFamily="34" charset="-122"/>
                <a:hlinkClick r:id="rId5"/>
              </a:rPr>
              <a:t>https://www.icourse163.org/course/UESTC-234015</a:t>
            </a:r>
            <a:r>
              <a:rPr lang="en-US" altLang="zh-CN" sz="1400" b="1" dirty="0">
                <a:latin typeface="微软雅黑" pitchFamily="34" charset="-122"/>
                <a:ea typeface="微软雅黑" pitchFamily="34" charset="-122"/>
              </a:rPr>
              <a:t>            </a:t>
            </a:r>
            <a:r>
              <a:rPr lang="zh-CN" altLang="en-US" sz="1400" b="1" dirty="0">
                <a:latin typeface="微软雅黑" pitchFamily="34" charset="-122"/>
                <a:ea typeface="微软雅黑" pitchFamily="34" charset="-122"/>
              </a:rPr>
              <a:t>（中文版</a:t>
            </a:r>
            <a:r>
              <a:rPr lang="en-US" altLang="zh-CN" sz="1400" b="1" dirty="0">
                <a:latin typeface="微软雅黑" pitchFamily="34" charset="-122"/>
                <a:ea typeface="微软雅黑" pitchFamily="34" charset="-122"/>
              </a:rPr>
              <a:t>ASIC</a:t>
            </a:r>
            <a:r>
              <a:rPr lang="zh-CN" altLang="en-US" sz="1400" b="1" dirty="0">
                <a:latin typeface="微软雅黑" pitchFamily="34" charset="-122"/>
                <a:ea typeface="微软雅黑" pitchFamily="34" charset="-122"/>
              </a:rPr>
              <a:t>设计）</a:t>
            </a:r>
            <a:endParaRPr lang="en-US" altLang="zh-CN" sz="1400" b="1" dirty="0">
              <a:latin typeface="微软雅黑" pitchFamily="34" charset="-122"/>
              <a:ea typeface="微软雅黑" pitchFamily="34" charset="-122"/>
            </a:endParaRP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endParaRPr lang="en-US" altLang="zh-CN" sz="1400" b="1" dirty="0">
              <a:latin typeface="微软雅黑" pitchFamily="34" charset="-122"/>
              <a:ea typeface="微软雅黑" pitchFamily="34" charset="-122"/>
            </a:endParaRP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endParaRPr lang="en-US" altLang="zh-CN" b="1" dirty="0">
              <a:latin typeface="微软雅黑" pitchFamily="34" charset="-122"/>
              <a:ea typeface="微软雅黑" pitchFamily="34" charset="-122"/>
            </a:endParaRP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–"/>
              <a:defRPr/>
            </a:pP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9E188099-F1FD-4A6B-B274-1AC354E83D30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3A77DBC4-7499-45F5-A0E3-FC93E5FE54FC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112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25283935"/>
      </p:ext>
    </p:extLst>
  </p:cSld>
  <p:clrMapOvr>
    <a:masterClrMapping/>
  </p:clrMapOvr>
  <p:transition advTm="1541"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标题 1">
            <a:extLst>
              <a:ext uri="{FF2B5EF4-FFF2-40B4-BE49-F238E27FC236}">
                <a16:creationId xmlns:a16="http://schemas.microsoft.com/office/drawing/2014/main" id="{49F919E0-6C7E-42D7-90D7-C358E71A2F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147050" cy="615950"/>
          </a:xfrm>
        </p:spPr>
        <p:txBody>
          <a:bodyPr/>
          <a:lstStyle/>
          <a:p>
            <a:pPr eaLnBrk="1" hangingPunct="1"/>
            <a:r>
              <a:rPr lang="en-US" altLang="zh-CN"/>
              <a:t>Office hours</a:t>
            </a:r>
            <a:endParaRPr lang="zh-CN" altLang="en-US" sz="1800"/>
          </a:p>
        </p:txBody>
      </p:sp>
      <p:sp>
        <p:nvSpPr>
          <p:cNvPr id="25603" name="日期占位符 2">
            <a:extLst>
              <a:ext uri="{FF2B5EF4-FFF2-40B4-BE49-F238E27FC236}">
                <a16:creationId xmlns:a16="http://schemas.microsoft.com/office/drawing/2014/main" id="{0B6C2135-2DF3-4060-B0CE-53232DF6B6D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DF506FC-1D22-451E-A41E-58F31EF9B03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5605" name="日期占位符 3">
            <a:extLst>
              <a:ext uri="{FF2B5EF4-FFF2-40B4-BE49-F238E27FC236}">
                <a16:creationId xmlns:a16="http://schemas.microsoft.com/office/drawing/2014/main" id="{CE02E9B1-BC72-44A0-8CCA-F5C06EC88505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A857A33D-84CB-4CBB-99A1-7F9CDDFCB2DD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43936F38-2C2A-4750-A73E-7A4A3AAFA354}"/>
              </a:ext>
            </a:extLst>
          </p:cNvPr>
          <p:cNvSpPr txBox="1">
            <a:spLocks noChangeArrowheads="1"/>
          </p:cNvSpPr>
          <p:nvPr/>
        </p:nvSpPr>
        <p:spPr>
          <a:xfrm>
            <a:off x="1187451" y="1371599"/>
            <a:ext cx="7129462" cy="4612728"/>
          </a:xfrm>
          <a:prstGeom prst="rect">
            <a:avLst/>
          </a:prstGeom>
        </p:spPr>
        <p:txBody>
          <a:bodyPr/>
          <a:lstStyle/>
          <a:p>
            <a:pPr marL="342900" indent="-342900" eaLnBrk="1" hangingPunct="1">
              <a:lnSpc>
                <a:spcPct val="110000"/>
              </a:lnSpc>
              <a:spcBef>
                <a:spcPct val="25000"/>
              </a:spcBef>
              <a:buFont typeface="Arial" pitchFamily="34" charset="0"/>
              <a:buChar char="•"/>
              <a:defRPr/>
            </a:pPr>
            <a:r>
              <a:rPr lang="en-US" altLang="zh-CN" sz="36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Office</a:t>
            </a:r>
            <a:r>
              <a:rPr lang="zh-CN" altLang="en-US" sz="36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 </a:t>
            </a:r>
            <a:r>
              <a:rPr lang="en-US" altLang="zh-CN" sz="36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Hour</a:t>
            </a:r>
            <a:r>
              <a:rPr lang="en-US" altLang="zh-CN" sz="3600" b="1" dirty="0">
                <a:latin typeface="微软雅黑" pitchFamily="34" charset="-122"/>
                <a:ea typeface="微软雅黑" pitchFamily="34" charset="-122"/>
              </a:rPr>
              <a:t>		</a:t>
            </a:r>
          </a:p>
          <a:p>
            <a:pPr marL="898525" indent="-457200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     Monday 13</a:t>
            </a:r>
            <a:r>
              <a:rPr lang="zh-CN" altLang="en-US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：</a:t>
            </a: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00-14</a:t>
            </a:r>
            <a:r>
              <a:rPr lang="zh-CN" altLang="en-US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：</a:t>
            </a: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00 </a:t>
            </a:r>
          </a:p>
          <a:p>
            <a:pPr marL="342900" indent="-342900" eaLnBrk="1" hangingPunct="1">
              <a:lnSpc>
                <a:spcPct val="110000"/>
              </a:lnSpc>
              <a:spcBef>
                <a:spcPts val="1800"/>
              </a:spcBef>
              <a:buFont typeface="Arial" pitchFamily="34" charset="0"/>
              <a:buChar char="•"/>
              <a:defRPr/>
            </a:pPr>
            <a:r>
              <a:rPr lang="en-US" altLang="zh-CN" sz="32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Office</a:t>
            </a:r>
            <a:r>
              <a:rPr lang="zh-CN" altLang="en-US" sz="32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 </a:t>
            </a:r>
            <a:r>
              <a:rPr lang="en-US" altLang="zh-CN" sz="32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Address</a:t>
            </a: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zh-CN" altLang="en-US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   </a:t>
            </a: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KB 224     </a:t>
            </a:r>
          </a:p>
          <a:p>
            <a:pPr marL="342900" lvl="1" indent="-342900" eaLnBrk="1" hangingPunct="1">
              <a:lnSpc>
                <a:spcPct val="110000"/>
              </a:lnSpc>
              <a:spcBef>
                <a:spcPts val="1800"/>
              </a:spcBef>
              <a:buFont typeface="Arial" pitchFamily="34" charset="0"/>
              <a:buChar char="•"/>
              <a:defRPr/>
            </a:pPr>
            <a:r>
              <a:rPr lang="en-US" altLang="zh-CN" sz="3200" b="1" dirty="0">
                <a:solidFill>
                  <a:srgbClr val="FF3300"/>
                </a:solidFill>
                <a:latin typeface="Comic Sans MS" pitchFamily="66" charset="0"/>
                <a:ea typeface="微软雅黑" pitchFamily="34" charset="-122"/>
              </a:rPr>
              <a:t>Email</a:t>
            </a:r>
          </a:p>
          <a:p>
            <a:pPr marL="342900" lvl="1" indent="-342900" eaLnBrk="1" hangingPunct="1">
              <a:lnSpc>
                <a:spcPct val="110000"/>
              </a:lnSpc>
              <a:spcBef>
                <a:spcPct val="25000"/>
              </a:spcBef>
              <a:defRPr/>
            </a:pP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		</a:t>
            </a: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  <a:hlinkClick r:id="rId2"/>
              </a:rPr>
              <a:t>yanboyu@uestc.edu.cn</a:t>
            </a: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   (</a:t>
            </a:r>
            <a:r>
              <a:rPr lang="zh-CN" altLang="en-US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阎波</a:t>
            </a:r>
            <a:r>
              <a:rPr lang="en-US" altLang="zh-CN" sz="2800" b="1" i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cs typeface="Times New Roman" pitchFamily="18" charset="0"/>
              </a:rPr>
              <a:t>)</a:t>
            </a:r>
          </a:p>
          <a:p>
            <a:pPr marL="1082675" lvl="1" indent="-441325" eaLnBrk="1" hangingPunct="1">
              <a:lnSpc>
                <a:spcPct val="110000"/>
              </a:lnSpc>
              <a:spcBef>
                <a:spcPct val="25000"/>
              </a:spcBef>
              <a:defRPr/>
            </a:pPr>
            <a:endParaRPr lang="en-US" altLang="zh-CN" sz="2800" b="1" i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  <a:cs typeface="Times New Roman" pitchFamily="18" charset="0"/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9A8142E2-2E5D-4228-84CF-C32FE58B4264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3862DCF0-1FDD-4D00-B4D7-F9AF7F610D46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113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advTm="110"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0E291-AFC1-ED20-AEF4-EEB73A9B69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F6B63EDD-4E1C-5465-3425-586FBE818C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B7E7916A-3819-39D9-266C-E5FF39D23AB9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FAA3B13D-563D-C9EB-DD9C-0C6F21AAD41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6242C7FA-331F-CC50-ABD8-7452CD2F5B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98455AB-9020-4C12-BBD7-E491438D6D8A}" type="slidenum">
              <a:rPr lang="zh-CN" altLang="en-US" sz="14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114</a:t>
            </a:fld>
            <a:endParaRPr lang="zh-CN" altLang="en-US" sz="140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62786613"/>
      </p:ext>
    </p:extLst>
  </p:cSld>
  <p:clrMapOvr>
    <a:masterClrMapping/>
  </p:clrMapOvr>
  <p:transition advTm="235"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8BA725-6D22-AFB2-5EAB-B580ABEA1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B14D6FC-9AE5-ED85-381A-17FDDD5274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B5CBDBE2-5101-7F59-58CF-FE90265D1B5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51C87BC3-1F6D-A461-5CE2-96B3C45EE0BB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DC121BE1-77B9-D4D8-523D-1DC0A71D0A16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115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84087704"/>
      </p:ext>
    </p:extLst>
  </p:cSld>
  <p:clrMapOvr>
    <a:masterClrMapping/>
  </p:clrMapOvr>
  <p:transition advTm="395103"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8FB598-946B-66F2-29F0-2F63A05974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59" name="Picture 23">
            <a:extLst>
              <a:ext uri="{FF2B5EF4-FFF2-40B4-BE49-F238E27FC236}">
                <a16:creationId xmlns:a16="http://schemas.microsoft.com/office/drawing/2014/main" id="{339AC2A7-63B5-F472-C914-F62EC9EF37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776E0EF6-D27E-00B9-018C-88068EDC4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3B7EC4F2-97F5-A6CB-C2F4-4D4205E53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33FE788D-C47C-3769-FFE0-B23FDDE6172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A0AE9315-CEE9-3CC9-5E18-C16F8B32E433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68B685D7-4F2F-84A3-3A00-028B45527984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116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66974613"/>
      </p:ext>
    </p:extLst>
  </p:cSld>
  <p:clrMapOvr>
    <a:masterClrMapping/>
  </p:clrMapOvr>
  <p:transition advTm="395103"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8759A-9E6D-964C-C951-4566A53318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59" name="Picture 23">
            <a:extLst>
              <a:ext uri="{FF2B5EF4-FFF2-40B4-BE49-F238E27FC236}">
                <a16:creationId xmlns:a16="http://schemas.microsoft.com/office/drawing/2014/main" id="{F5C7F6EA-2D27-20B3-B3F4-4E567B74C8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A3180A79-EF4C-1ED3-F86E-180A29C7F0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BC276A26-7F50-FCD5-3D08-5FF844CAC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13542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34102334-2B7F-AE96-965A-049F294F8424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21C20ABA-8017-3F8D-30AE-6F3A3813F3D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34470ECA-B31C-D674-3989-0DDEE987EBA7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4309A340-86E3-061B-CCE1-A2D8A42E0852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117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84169994"/>
      </p:ext>
    </p:extLst>
  </p:cSld>
  <p:clrMapOvr>
    <a:masterClrMapping/>
  </p:clrMapOvr>
  <p:transition advTm="395103"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D0439-7A4C-D17D-7778-4C68540B77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59" name="Picture 23">
            <a:extLst>
              <a:ext uri="{FF2B5EF4-FFF2-40B4-BE49-F238E27FC236}">
                <a16:creationId xmlns:a16="http://schemas.microsoft.com/office/drawing/2014/main" id="{6E1716F4-1EEB-29EF-C94E-AFE03DB775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F9A646BB-A0CB-D7DD-090D-3CE5132794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CD6F8932-413B-3DE9-1001-D8118879A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1738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5F46AB63-52B9-97C7-F1CF-84865576084F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A35B3DDD-2AD0-2A5F-66D5-6429C830A02D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4DF4F513-5097-9623-5C7F-CC6642B4663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72A0FD45-49D8-0141-1C68-EA0D59EC5E7A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0A7D5907-CF80-AF5E-1174-2C5EFEF4C171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118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68656381"/>
      </p:ext>
    </p:extLst>
  </p:cSld>
  <p:clrMapOvr>
    <a:masterClrMapping/>
  </p:clrMapOvr>
  <p:transition advTm="395103"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2898CE-3BBE-2C78-0596-DFF1F30700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59" name="Picture 23">
            <a:extLst>
              <a:ext uri="{FF2B5EF4-FFF2-40B4-BE49-F238E27FC236}">
                <a16:creationId xmlns:a16="http://schemas.microsoft.com/office/drawing/2014/main" id="{150B9F41-E482-7091-3ACA-3642A237F2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776A0F74-DEFA-5293-4A8A-17D6991110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A5F1336E-CCAA-D4B4-8EF7-2C604383B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1236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D5E86AF3-B62A-F365-9485-2A7853394A25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445F42A8-56AF-9D0A-119A-34BFB9CBA68C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D6A3B50B-F1C9-961A-CB3D-7A618AD84FB4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3A8DA944-D551-E5F2-7E82-43A74F15EBE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E40554AB-EF9A-B3AD-BFBD-DA3575D89D90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1B31FC7A-DFE7-B2C8-95C6-44E4C7CA6F81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119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11704997"/>
      </p:ext>
    </p:extLst>
  </p:cSld>
  <p:clrMapOvr>
    <a:masterClrMapping/>
  </p:clrMapOvr>
  <p:transition advTm="395103"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81EDC-F82E-0A03-6621-BA80942B15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59" name="Picture 23">
            <a:extLst>
              <a:ext uri="{FF2B5EF4-FFF2-40B4-BE49-F238E27FC236}">
                <a16:creationId xmlns:a16="http://schemas.microsoft.com/office/drawing/2014/main" id="{5757B83A-93DA-D750-7834-F73680A2C5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BD31CA5B-CAF6-C2DB-D888-60DC7F8E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85271CD6-A4D1-D571-BDBC-D478DDF80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78787E75-1FF6-EE1D-F63A-F3C2A0449460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595D5700-578E-0227-21B6-0CA70377AB66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08DA5D4A-7592-9B17-199A-301E36274365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7C6D9614-B896-E9D6-6803-FC48377A491F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131D62D6-415D-1259-8DD3-D98B05F4A3D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43B0DDF9-B160-C516-D658-7216EDEDAA14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8B97EE0C-98D1-61DF-11DC-D813D2377236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120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27305168"/>
      </p:ext>
    </p:extLst>
  </p:cSld>
  <p:clrMapOvr>
    <a:masterClrMapping/>
  </p:clrMapOvr>
  <p:transition advTm="395103"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E9DD1A-ED36-5276-09A1-80222A1F71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59" name="Picture 23">
            <a:extLst>
              <a:ext uri="{FF2B5EF4-FFF2-40B4-BE49-F238E27FC236}">
                <a16:creationId xmlns:a16="http://schemas.microsoft.com/office/drawing/2014/main" id="{C8E32287-AE71-D615-2D0B-A356C02039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4D22C64E-04FB-AFC6-DA74-A92F3164CA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B19F2D2C-1739-B042-811E-062B66F71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997A66B0-00F2-2E37-89B3-67018B5B985C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F24CC8AA-85CE-FEB9-4E90-E7166B9F0869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72392759-3901-7F8A-A8B3-73E62557A9C3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8769C6C0-DBD6-0678-3549-745924494ADE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5BCFDB71-77C3-E4F7-1E03-58647DB9902C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5F8334F0-2EF0-B449-1342-1FDFCA11210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48317CB3-5F6E-930A-D812-883FA67BF7CB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5A7E425C-DA42-5D96-28F4-C36A00F1C6D7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121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60909120"/>
      </p:ext>
    </p:extLst>
  </p:cSld>
  <p:clrMapOvr>
    <a:masterClrMapping/>
  </p:clrMapOvr>
  <p:transition advTm="395103"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CCC864-F364-FB32-8B59-0DBE1C6E7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A9974E16-D31C-7DE5-4663-7257C2C324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E36A7FFD-EAE9-592F-E198-1121386417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ED6DC621-3702-0C03-F59B-A7C4CD631D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CF7E54BA-F336-E768-8EB4-2ABD1976B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D76EBF54-3736-A69C-9324-608276A8875F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6E058D35-496A-A239-D8F6-589F85DC3D04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B0A6723E-FA8A-EA5D-F7BB-7C316ABEED17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D34DAAB0-04EB-6EC6-7689-80FBBD7370CA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E24E05AC-E163-97C6-A49E-7FCF678CE4B7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D783E226-DE6A-3E7C-782A-FD840924C1C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FF3C4154-DC3F-C619-164E-A5F37771852B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2F312B2C-9208-6EC3-5C4B-6DF6EDB1D004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122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30030923"/>
      </p:ext>
    </p:extLst>
  </p:cSld>
  <p:clrMapOvr>
    <a:masterClrMapping/>
  </p:clrMapOvr>
  <p:transition advTm="395103"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336794-1556-B8B7-B148-3E2F63AC6C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21AE4D8F-EA80-93F1-7A5E-EB7DFF69CA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7510273D-E88B-4425-BCD5-798846C2D8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184C65D5-F207-73F5-2A05-B81BD64EB8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00A31721-04BC-B9DC-DC76-ACDB358A2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EDA37DC8-E0C4-FBC5-EA2A-0505633B098B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242D949B-307B-20C2-E129-29F04D416473}"/>
              </a:ext>
            </a:extLst>
          </p:cNvPr>
          <p:cNvSpPr/>
          <p:nvPr/>
        </p:nvSpPr>
        <p:spPr>
          <a:xfrm>
            <a:off x="4787900" y="3789363"/>
            <a:ext cx="990600" cy="194310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F94110EE-EB8D-C9F4-1B5A-4E8E31F292D3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A20B1877-33CB-78DF-66B9-2A03AE898C31}"/>
              </a:ext>
            </a:extLst>
          </p:cNvPr>
          <p:cNvSpPr/>
          <p:nvPr/>
        </p:nvSpPr>
        <p:spPr>
          <a:xfrm>
            <a:off x="3563938" y="3789363"/>
            <a:ext cx="1066800" cy="1943100"/>
          </a:xfrm>
          <a:prstGeom prst="roundRect">
            <a:avLst/>
          </a:prstGeom>
          <a:solidFill>
            <a:srgbClr val="51EE12">
              <a:alpha val="2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A6927688-EF5E-DDCE-7C65-CD47F9C44AB3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6579920E-0396-131D-A378-5A7D79387576}"/>
              </a:ext>
            </a:extLst>
          </p:cNvPr>
          <p:cNvSpPr/>
          <p:nvPr/>
        </p:nvSpPr>
        <p:spPr>
          <a:xfrm>
            <a:off x="501650" y="5784850"/>
            <a:ext cx="5510213" cy="381000"/>
          </a:xfrm>
          <a:prstGeom prst="roundRect">
            <a:avLst/>
          </a:prstGeom>
          <a:solidFill>
            <a:srgbClr val="7030A0">
              <a:alpha val="49000"/>
            </a:srgbClr>
          </a:solidFill>
          <a:ln>
            <a:solidFill>
              <a:schemeClr val="accent1">
                <a:shade val="50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C7E2DD45-4202-5D8F-7165-C9A59B38F9BB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7768751F-63A0-2087-254A-C3116ABE7116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4A6DEFB5-5F8B-FED4-64D5-71384C6A400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DAE42AF8-3684-CF35-CA76-75EE290A3043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63CAFB5D-A985-6A44-5B05-63B7330DD45F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123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07202301"/>
      </p:ext>
    </p:extLst>
  </p:cSld>
  <p:clrMapOvr>
    <a:masterClrMapping/>
  </p:clrMapOvr>
  <p:transition advTm="395103"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35534D-9480-C238-34CE-86688E6017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4B220E18-B8F1-85E7-704A-F29B37EC22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14998E8D-BC7D-4986-5CD4-2239B973CE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43EB0B07-E2ED-CA83-539D-808CE30491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D0C2FE76-39BE-E27D-395B-6A3D5CC43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889F1C10-FB89-9529-0A6D-952364AAB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32300"/>
            <a:ext cx="200025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CPU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20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51760C85-3EAC-6F81-E9D8-C1498A99E37D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C33D039C-867B-3998-F846-FC7A703A031E}"/>
              </a:ext>
            </a:extLst>
          </p:cNvPr>
          <p:cNvSpPr/>
          <p:nvPr/>
        </p:nvSpPr>
        <p:spPr>
          <a:xfrm>
            <a:off x="4787900" y="3789363"/>
            <a:ext cx="990600" cy="194310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CC1314A9-6AE1-BEE6-AEE3-10EB207B7761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D9CCD51B-DFAC-E665-6A15-5A1137E8F4B1}"/>
              </a:ext>
            </a:extLst>
          </p:cNvPr>
          <p:cNvSpPr/>
          <p:nvPr/>
        </p:nvSpPr>
        <p:spPr>
          <a:xfrm>
            <a:off x="3563938" y="3789363"/>
            <a:ext cx="1066800" cy="1943100"/>
          </a:xfrm>
          <a:prstGeom prst="roundRect">
            <a:avLst/>
          </a:prstGeom>
          <a:solidFill>
            <a:srgbClr val="51EE12">
              <a:alpha val="2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43282334-455B-F8AC-D328-043101479F11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781FD606-3003-C6E2-5399-173A22F8D306}"/>
              </a:ext>
            </a:extLst>
          </p:cNvPr>
          <p:cNvSpPr/>
          <p:nvPr/>
        </p:nvSpPr>
        <p:spPr>
          <a:xfrm>
            <a:off x="501650" y="5784850"/>
            <a:ext cx="5510213" cy="381000"/>
          </a:xfrm>
          <a:prstGeom prst="roundRect">
            <a:avLst/>
          </a:prstGeom>
          <a:solidFill>
            <a:srgbClr val="7030A0">
              <a:alpha val="49000"/>
            </a:srgbClr>
          </a:solidFill>
          <a:ln>
            <a:solidFill>
              <a:schemeClr val="accent1">
                <a:shade val="50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E6F3219F-E1DF-A355-BF6F-89A28A774D8A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82C11028-E607-2165-044A-17B390836909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589E8DAA-96C2-E22D-8E0C-40F0E4489A1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BE372BA3-0460-C60E-018B-7C56D520F978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BCC77E82-956F-D77A-B890-D8343A08FAED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124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21459772"/>
      </p:ext>
    </p:extLst>
  </p:cSld>
  <p:clrMapOvr>
    <a:masterClrMapping/>
  </p:clrMapOvr>
  <p:transition advTm="395103"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961FD0-E662-233D-105B-236C4E2D1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DB6E06BF-D2CE-5180-2C42-695DD8198B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00F6C312-1203-8223-2B9A-BD2C59D9F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62B35675-1E63-68FD-9EE5-D7F4092FF1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C432AB3A-8F91-CEAA-94B3-CC504B0E7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8" name="圆角矩形 7">
            <a:extLst>
              <a:ext uri="{FF2B5EF4-FFF2-40B4-BE49-F238E27FC236}">
                <a16:creationId xmlns:a16="http://schemas.microsoft.com/office/drawing/2014/main" id="{AA74F393-0A20-6EC1-708A-538E32712C28}"/>
              </a:ext>
            </a:extLst>
          </p:cNvPr>
          <p:cNvSpPr/>
          <p:nvPr/>
        </p:nvSpPr>
        <p:spPr>
          <a:xfrm>
            <a:off x="827088" y="3860800"/>
            <a:ext cx="1081087" cy="460375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1" name="圆角矩形 10">
            <a:extLst>
              <a:ext uri="{FF2B5EF4-FFF2-40B4-BE49-F238E27FC236}">
                <a16:creationId xmlns:a16="http://schemas.microsoft.com/office/drawing/2014/main" id="{D6CF1A01-E4CF-95CE-D558-B14EA3ABE27C}"/>
              </a:ext>
            </a:extLst>
          </p:cNvPr>
          <p:cNvSpPr/>
          <p:nvPr/>
        </p:nvSpPr>
        <p:spPr>
          <a:xfrm>
            <a:off x="2052638" y="4941888"/>
            <a:ext cx="995362" cy="574675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8CBCE9F8-74D0-60F5-A9CA-4EA95624F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32300"/>
            <a:ext cx="200025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CPU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20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B80B1218-D894-1758-26F0-888C68DC20ED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FC2AB8DF-9DD1-00BD-339F-6FBBB8BD86BC}"/>
              </a:ext>
            </a:extLst>
          </p:cNvPr>
          <p:cNvSpPr/>
          <p:nvPr/>
        </p:nvSpPr>
        <p:spPr>
          <a:xfrm>
            <a:off x="4787900" y="3789363"/>
            <a:ext cx="990600" cy="194310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CA295888-2833-1A9B-AC09-48F7F3C4F7DC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B70C12B3-2204-E6D3-14E4-6FC87FC423F7}"/>
              </a:ext>
            </a:extLst>
          </p:cNvPr>
          <p:cNvSpPr/>
          <p:nvPr/>
        </p:nvSpPr>
        <p:spPr>
          <a:xfrm>
            <a:off x="3563938" y="3789363"/>
            <a:ext cx="1066800" cy="1943100"/>
          </a:xfrm>
          <a:prstGeom prst="roundRect">
            <a:avLst/>
          </a:prstGeom>
          <a:solidFill>
            <a:srgbClr val="51EE12">
              <a:alpha val="2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32492022-3227-B02B-B7E9-1F1E7881EA90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6387ABF5-CDA6-727F-D96B-136D283F633B}"/>
              </a:ext>
            </a:extLst>
          </p:cNvPr>
          <p:cNvSpPr/>
          <p:nvPr/>
        </p:nvSpPr>
        <p:spPr>
          <a:xfrm>
            <a:off x="501650" y="5784850"/>
            <a:ext cx="5510213" cy="381000"/>
          </a:xfrm>
          <a:prstGeom prst="roundRect">
            <a:avLst/>
          </a:prstGeom>
          <a:solidFill>
            <a:srgbClr val="7030A0">
              <a:alpha val="49000"/>
            </a:srgbClr>
          </a:solidFill>
          <a:ln>
            <a:solidFill>
              <a:schemeClr val="accent1">
                <a:shade val="50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BF32F90B-2B76-72E7-1BE8-394734A54B5E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20105A9B-C881-22C3-59E8-5E18130214CF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6DD6CB3E-D2FC-FC66-CE98-281B21F1A6B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7A97D279-5BFA-2053-BB7E-7770303FBD4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59E6A745-5A77-73C9-DD2B-22D21832867D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125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34871125"/>
      </p:ext>
    </p:extLst>
  </p:cSld>
  <p:clrMapOvr>
    <a:masterClrMapping/>
  </p:clrMapOvr>
  <p:transition advTm="395103"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AC319-7FAB-832B-068A-E9C9AC9E07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C5570F1C-CB54-4D0A-6B46-E4D4034575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DF940335-54C2-06F3-809B-0F53742E47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D20D52DD-7BA2-47CA-4A42-0832589F46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7A0EF9E5-6285-789C-9825-531F3CDDC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8" name="圆角矩形 7">
            <a:extLst>
              <a:ext uri="{FF2B5EF4-FFF2-40B4-BE49-F238E27FC236}">
                <a16:creationId xmlns:a16="http://schemas.microsoft.com/office/drawing/2014/main" id="{B658D208-955F-A092-D7D8-A66FDBEF4982}"/>
              </a:ext>
            </a:extLst>
          </p:cNvPr>
          <p:cNvSpPr/>
          <p:nvPr/>
        </p:nvSpPr>
        <p:spPr>
          <a:xfrm>
            <a:off x="827088" y="3860800"/>
            <a:ext cx="1081087" cy="460375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9" name="圆角矩形 8">
            <a:extLst>
              <a:ext uri="{FF2B5EF4-FFF2-40B4-BE49-F238E27FC236}">
                <a16:creationId xmlns:a16="http://schemas.microsoft.com/office/drawing/2014/main" id="{14A1B9E7-9C80-78A8-00E1-3E150F57880A}"/>
              </a:ext>
            </a:extLst>
          </p:cNvPr>
          <p:cNvSpPr/>
          <p:nvPr/>
        </p:nvSpPr>
        <p:spPr>
          <a:xfrm>
            <a:off x="2124075" y="3860800"/>
            <a:ext cx="923925" cy="647700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1" name="圆角矩形 10">
            <a:extLst>
              <a:ext uri="{FF2B5EF4-FFF2-40B4-BE49-F238E27FC236}">
                <a16:creationId xmlns:a16="http://schemas.microsoft.com/office/drawing/2014/main" id="{2E26BBC7-BB36-A2C9-F987-3519C9EEC06D}"/>
              </a:ext>
            </a:extLst>
          </p:cNvPr>
          <p:cNvSpPr/>
          <p:nvPr/>
        </p:nvSpPr>
        <p:spPr>
          <a:xfrm>
            <a:off x="2052638" y="4941888"/>
            <a:ext cx="995362" cy="574675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03555927-214A-86B0-AE85-EE14CECEE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32300"/>
            <a:ext cx="200025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CPU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20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EC616156-0AC0-381A-61D1-8C2A1A405B63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5D6088F2-1852-4EC9-8294-A083BC0538AF}"/>
              </a:ext>
            </a:extLst>
          </p:cNvPr>
          <p:cNvSpPr/>
          <p:nvPr/>
        </p:nvSpPr>
        <p:spPr>
          <a:xfrm>
            <a:off x="4787900" y="3789363"/>
            <a:ext cx="990600" cy="194310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8FEB4132-67EE-379E-7259-59A719519A9A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29EAFCA1-EC2F-D6F8-F1B6-A21F161CF435}"/>
              </a:ext>
            </a:extLst>
          </p:cNvPr>
          <p:cNvSpPr/>
          <p:nvPr/>
        </p:nvSpPr>
        <p:spPr>
          <a:xfrm>
            <a:off x="3563938" y="3789363"/>
            <a:ext cx="1066800" cy="1943100"/>
          </a:xfrm>
          <a:prstGeom prst="roundRect">
            <a:avLst/>
          </a:prstGeom>
          <a:solidFill>
            <a:srgbClr val="51EE12">
              <a:alpha val="2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6436C6EF-12F0-B310-22E9-9428EA054363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34C51AFD-3F21-CF40-4C6C-D9130D78B7F5}"/>
              </a:ext>
            </a:extLst>
          </p:cNvPr>
          <p:cNvSpPr/>
          <p:nvPr/>
        </p:nvSpPr>
        <p:spPr>
          <a:xfrm>
            <a:off x="501650" y="5784850"/>
            <a:ext cx="5510213" cy="381000"/>
          </a:xfrm>
          <a:prstGeom prst="roundRect">
            <a:avLst/>
          </a:prstGeom>
          <a:solidFill>
            <a:srgbClr val="7030A0">
              <a:alpha val="49000"/>
            </a:srgbClr>
          </a:solidFill>
          <a:ln>
            <a:solidFill>
              <a:schemeClr val="accent1">
                <a:shade val="50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B94A959B-50D2-5AAD-EFF3-62AFE84EF238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5B4E99E6-72E3-DEB0-51DC-6950A130F5E4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EA78E4D6-3466-3358-0CF1-9268AE609AA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849706B5-35F2-FC02-DDEC-7F316265189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B0B3DDF1-557C-4F69-D58E-52DCD7BF5380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126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24121657"/>
      </p:ext>
    </p:extLst>
  </p:cSld>
  <p:clrMapOvr>
    <a:masterClrMapping/>
  </p:clrMapOvr>
  <p:transition advTm="395103"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7A267F-2CC4-04AA-F863-F083B9B07F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AF4E7CF7-3C94-C3EC-D33E-D79FFC7A0D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E4D745C8-9740-0731-A88D-6C4D324146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7190AB0D-7370-1B44-1B67-C6A4F168B2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030A08D3-8FD5-F578-0166-3C2F8B113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8" name="圆角矩形 7">
            <a:extLst>
              <a:ext uri="{FF2B5EF4-FFF2-40B4-BE49-F238E27FC236}">
                <a16:creationId xmlns:a16="http://schemas.microsoft.com/office/drawing/2014/main" id="{2876A8D9-9B7B-1947-307C-E8263EE9C191}"/>
              </a:ext>
            </a:extLst>
          </p:cNvPr>
          <p:cNvSpPr/>
          <p:nvPr/>
        </p:nvSpPr>
        <p:spPr>
          <a:xfrm>
            <a:off x="827088" y="3860800"/>
            <a:ext cx="1081087" cy="460375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9" name="圆角矩形 8">
            <a:extLst>
              <a:ext uri="{FF2B5EF4-FFF2-40B4-BE49-F238E27FC236}">
                <a16:creationId xmlns:a16="http://schemas.microsoft.com/office/drawing/2014/main" id="{11407E54-51F5-F0F0-B453-FF2B6B704A00}"/>
              </a:ext>
            </a:extLst>
          </p:cNvPr>
          <p:cNvSpPr/>
          <p:nvPr/>
        </p:nvSpPr>
        <p:spPr>
          <a:xfrm>
            <a:off x="2124075" y="3860800"/>
            <a:ext cx="923925" cy="647700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0" name="圆角矩形 9">
            <a:extLst>
              <a:ext uri="{FF2B5EF4-FFF2-40B4-BE49-F238E27FC236}">
                <a16:creationId xmlns:a16="http://schemas.microsoft.com/office/drawing/2014/main" id="{D006CEDE-DEC9-8F2F-6704-576E0DC8E81D}"/>
              </a:ext>
            </a:extLst>
          </p:cNvPr>
          <p:cNvSpPr/>
          <p:nvPr/>
        </p:nvSpPr>
        <p:spPr>
          <a:xfrm>
            <a:off x="611188" y="4321175"/>
            <a:ext cx="2436812" cy="788988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 sz="2800" b="1" dirty="0">
              <a:solidFill>
                <a:srgbClr val="FF0000"/>
              </a:solidFill>
            </a:endParaRPr>
          </a:p>
        </p:txBody>
      </p:sp>
      <p:sp>
        <p:nvSpPr>
          <p:cNvPr id="11" name="圆角矩形 10">
            <a:extLst>
              <a:ext uri="{FF2B5EF4-FFF2-40B4-BE49-F238E27FC236}">
                <a16:creationId xmlns:a16="http://schemas.microsoft.com/office/drawing/2014/main" id="{00F6E1F4-E183-5382-ECB5-3CD82B45F3CA}"/>
              </a:ext>
            </a:extLst>
          </p:cNvPr>
          <p:cNvSpPr/>
          <p:nvPr/>
        </p:nvSpPr>
        <p:spPr>
          <a:xfrm>
            <a:off x="2052638" y="4941888"/>
            <a:ext cx="995362" cy="574675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E27D6587-8B10-C203-E1AD-10CE4C8B5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32300"/>
            <a:ext cx="200025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CPU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20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A485C08C-2979-E6D3-D8BE-776AF12C3387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5A07BE91-332D-E468-AA71-8EB9A6BD86EE}"/>
              </a:ext>
            </a:extLst>
          </p:cNvPr>
          <p:cNvSpPr/>
          <p:nvPr/>
        </p:nvSpPr>
        <p:spPr>
          <a:xfrm>
            <a:off x="4787900" y="3789363"/>
            <a:ext cx="990600" cy="194310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09CA03AE-5A15-F4A2-BC79-066F657045D8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1DC5D253-C0B3-BB31-AA55-AB266269151F}"/>
              </a:ext>
            </a:extLst>
          </p:cNvPr>
          <p:cNvSpPr/>
          <p:nvPr/>
        </p:nvSpPr>
        <p:spPr>
          <a:xfrm>
            <a:off x="3563938" y="3789363"/>
            <a:ext cx="1066800" cy="1943100"/>
          </a:xfrm>
          <a:prstGeom prst="roundRect">
            <a:avLst/>
          </a:prstGeom>
          <a:solidFill>
            <a:srgbClr val="51EE12">
              <a:alpha val="2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8B719625-DBC6-7A16-69DC-7DDA59689D3F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E45295A2-D56D-CB21-7F90-ABF0EDE97240}"/>
              </a:ext>
            </a:extLst>
          </p:cNvPr>
          <p:cNvSpPr/>
          <p:nvPr/>
        </p:nvSpPr>
        <p:spPr>
          <a:xfrm>
            <a:off x="501650" y="5784850"/>
            <a:ext cx="5510213" cy="381000"/>
          </a:xfrm>
          <a:prstGeom prst="roundRect">
            <a:avLst/>
          </a:prstGeom>
          <a:solidFill>
            <a:srgbClr val="7030A0">
              <a:alpha val="49000"/>
            </a:srgbClr>
          </a:solidFill>
          <a:ln>
            <a:solidFill>
              <a:schemeClr val="accent1">
                <a:shade val="50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E280ECA3-9AE8-1E46-EC9C-A253C9ECA1F3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40877A8E-5CC2-278D-077C-C685EEDC5368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931BC8F6-F7B1-B377-2A4D-EF256F41911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240567C6-39C0-ED80-FA9C-3D9EC35BF2DD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B1CEDBB6-EC85-AA4D-A84A-10CC039398A3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127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93725890"/>
      </p:ext>
    </p:extLst>
  </p:cSld>
  <p:clrMapOvr>
    <a:masterClrMapping/>
  </p:clrMapOvr>
  <p:transition advTm="395103"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C23D4-E1F7-82EB-D36B-E78922A3F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BE2B8B70-CDFD-4F90-2104-B6184FD8D4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0A229F57-A54F-E0B4-5B20-EE5DD21EFB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3FBDDF02-858B-302D-D2D0-4D16915DF2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A5D3F662-C099-65E6-7B7A-9102BB8B3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8" name="圆角矩形 7">
            <a:extLst>
              <a:ext uri="{FF2B5EF4-FFF2-40B4-BE49-F238E27FC236}">
                <a16:creationId xmlns:a16="http://schemas.microsoft.com/office/drawing/2014/main" id="{35A17BD2-4E0A-32CB-1C6C-0D79C2ADBE35}"/>
              </a:ext>
            </a:extLst>
          </p:cNvPr>
          <p:cNvSpPr/>
          <p:nvPr/>
        </p:nvSpPr>
        <p:spPr>
          <a:xfrm>
            <a:off x="827088" y="3860800"/>
            <a:ext cx="1081087" cy="460375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9" name="圆角矩形 8">
            <a:extLst>
              <a:ext uri="{FF2B5EF4-FFF2-40B4-BE49-F238E27FC236}">
                <a16:creationId xmlns:a16="http://schemas.microsoft.com/office/drawing/2014/main" id="{EDA846FB-5D7F-1D1D-7DA0-C3D03624B85D}"/>
              </a:ext>
            </a:extLst>
          </p:cNvPr>
          <p:cNvSpPr/>
          <p:nvPr/>
        </p:nvSpPr>
        <p:spPr>
          <a:xfrm>
            <a:off x="2124075" y="3860800"/>
            <a:ext cx="923925" cy="647700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0" name="圆角矩形 9">
            <a:extLst>
              <a:ext uri="{FF2B5EF4-FFF2-40B4-BE49-F238E27FC236}">
                <a16:creationId xmlns:a16="http://schemas.microsoft.com/office/drawing/2014/main" id="{02C45EF4-C0F3-1368-B664-6BC7DCACDA55}"/>
              </a:ext>
            </a:extLst>
          </p:cNvPr>
          <p:cNvSpPr/>
          <p:nvPr/>
        </p:nvSpPr>
        <p:spPr>
          <a:xfrm>
            <a:off x="611188" y="4321175"/>
            <a:ext cx="2436812" cy="788988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 sz="2800" b="1" dirty="0">
              <a:solidFill>
                <a:srgbClr val="FF0000"/>
              </a:solidFill>
            </a:endParaRPr>
          </a:p>
        </p:txBody>
      </p:sp>
      <p:sp>
        <p:nvSpPr>
          <p:cNvPr id="11" name="圆角矩形 10">
            <a:extLst>
              <a:ext uri="{FF2B5EF4-FFF2-40B4-BE49-F238E27FC236}">
                <a16:creationId xmlns:a16="http://schemas.microsoft.com/office/drawing/2014/main" id="{7E6EB3F3-1A17-C841-2330-B6867C1B5EEB}"/>
              </a:ext>
            </a:extLst>
          </p:cNvPr>
          <p:cNvSpPr/>
          <p:nvPr/>
        </p:nvSpPr>
        <p:spPr>
          <a:xfrm>
            <a:off x="2052638" y="4941888"/>
            <a:ext cx="995362" cy="574675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20F772BA-DB59-D5AA-149A-02124A6FF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32300"/>
            <a:ext cx="200025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CPU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20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FE94A4AC-54D4-B5EA-226B-393428781EAB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292316F4-AA05-B0E0-EB5E-8188F56FB352}"/>
              </a:ext>
            </a:extLst>
          </p:cNvPr>
          <p:cNvSpPr/>
          <p:nvPr/>
        </p:nvSpPr>
        <p:spPr>
          <a:xfrm>
            <a:off x="4787900" y="3789363"/>
            <a:ext cx="990600" cy="194310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48BBAA18-036E-F285-FA60-B9EB56EF6058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76D8CAE5-6B8F-C4C6-0A6A-7DFCB0EAFC35}"/>
              </a:ext>
            </a:extLst>
          </p:cNvPr>
          <p:cNvSpPr/>
          <p:nvPr/>
        </p:nvSpPr>
        <p:spPr>
          <a:xfrm>
            <a:off x="3563938" y="3789363"/>
            <a:ext cx="1066800" cy="1943100"/>
          </a:xfrm>
          <a:prstGeom prst="roundRect">
            <a:avLst/>
          </a:prstGeom>
          <a:solidFill>
            <a:srgbClr val="51EE12">
              <a:alpha val="2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76EBD4A8-B701-ACA5-E2A6-20B09526A4C3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510DF61A-68E8-DA63-5EA2-E11227A1A51E}"/>
              </a:ext>
            </a:extLst>
          </p:cNvPr>
          <p:cNvSpPr/>
          <p:nvPr/>
        </p:nvSpPr>
        <p:spPr>
          <a:xfrm>
            <a:off x="501650" y="5784850"/>
            <a:ext cx="5510213" cy="381000"/>
          </a:xfrm>
          <a:prstGeom prst="roundRect">
            <a:avLst/>
          </a:prstGeom>
          <a:solidFill>
            <a:srgbClr val="7030A0">
              <a:alpha val="49000"/>
            </a:srgbClr>
          </a:solidFill>
          <a:ln>
            <a:solidFill>
              <a:schemeClr val="accent1">
                <a:shade val="50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91388EF4-81D8-EBF4-F6A6-E2F7C9ECDADC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EAAC1BD2-23CF-F0E2-F5DD-CDFB72A00EAE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9F9A5287-E7E7-408D-F3FC-CBB1950F763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7D771808-77D3-2819-3D69-773F13D8ED93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AB573CA8-1392-2FB5-D8E2-7E3682B4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2525" y="4473575"/>
            <a:ext cx="15525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Datapath</a:t>
            </a:r>
            <a:endParaRPr lang="zh-CN" altLang="en-US" sz="2400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2DA1A00F-5117-E37A-B83E-DF16473E56F7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128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53436161"/>
      </p:ext>
    </p:extLst>
  </p:cSld>
  <p:clrMapOvr>
    <a:masterClrMapping/>
  </p:clrMapOvr>
  <p:transition advTm="395103"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9DCBAA-2B74-304C-A865-205E196D05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60" name="Picture 24">
            <a:extLst>
              <a:ext uri="{FF2B5EF4-FFF2-40B4-BE49-F238E27FC236}">
                <a16:creationId xmlns:a16="http://schemas.microsoft.com/office/drawing/2014/main" id="{14B08EE2-FA6A-325A-5C67-056232AD17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3789363"/>
            <a:ext cx="5510213" cy="2376487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9" name="Picture 23">
            <a:extLst>
              <a:ext uri="{FF2B5EF4-FFF2-40B4-BE49-F238E27FC236}">
                <a16:creationId xmlns:a16="http://schemas.microsoft.com/office/drawing/2014/main" id="{B737ADFC-4C1D-4A84-51DF-B0F277C1FD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6024563" cy="2520950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D81FFFC9-010F-DA56-F0BD-919A44540D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71438"/>
            <a:ext cx="8507413" cy="839787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Architecture of Von Neumann computer</a:t>
            </a:r>
            <a:endParaRPr lang="zh-CN" altLang="en-US" kern="1200" dirty="0">
              <a:cs typeface="+mj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4CE33F6E-03E4-6745-B86E-C1B3EB250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6563" y="1179513"/>
            <a:ext cx="2214562" cy="289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Computer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Operator</a:t>
            </a:r>
            <a:endParaRPr lang="zh-CN" altLang="en-US" sz="20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361950" eaLnBrk="1" hangingPunct="1">
              <a:spcBef>
                <a:spcPts val="600"/>
              </a:spcBef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     (ALU)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Memory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Input</a:t>
            </a:r>
          </a:p>
          <a:p>
            <a:pPr marL="361950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Output</a:t>
            </a:r>
            <a:endParaRPr lang="en-US" altLang="zh-CN" sz="2400" b="1" dirty="0">
              <a:solidFill>
                <a:srgbClr val="000099"/>
              </a:solidFill>
              <a:latin typeface="Comic Sans MS" pitchFamily="66" charset="0"/>
            </a:endParaRPr>
          </a:p>
        </p:txBody>
      </p:sp>
      <p:sp>
        <p:nvSpPr>
          <p:cNvPr id="8" name="圆角矩形 7">
            <a:extLst>
              <a:ext uri="{FF2B5EF4-FFF2-40B4-BE49-F238E27FC236}">
                <a16:creationId xmlns:a16="http://schemas.microsoft.com/office/drawing/2014/main" id="{6607332F-7515-DBB5-FA4E-0B11CEFC3539}"/>
              </a:ext>
            </a:extLst>
          </p:cNvPr>
          <p:cNvSpPr/>
          <p:nvPr/>
        </p:nvSpPr>
        <p:spPr>
          <a:xfrm>
            <a:off x="827088" y="3860800"/>
            <a:ext cx="1081087" cy="460375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9" name="圆角矩形 8">
            <a:extLst>
              <a:ext uri="{FF2B5EF4-FFF2-40B4-BE49-F238E27FC236}">
                <a16:creationId xmlns:a16="http://schemas.microsoft.com/office/drawing/2014/main" id="{D630DCC3-BB55-9442-6DA0-A5ED2A5A696B}"/>
              </a:ext>
            </a:extLst>
          </p:cNvPr>
          <p:cNvSpPr/>
          <p:nvPr/>
        </p:nvSpPr>
        <p:spPr>
          <a:xfrm>
            <a:off x="2124075" y="3860800"/>
            <a:ext cx="923925" cy="647700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0" name="圆角矩形 9">
            <a:extLst>
              <a:ext uri="{FF2B5EF4-FFF2-40B4-BE49-F238E27FC236}">
                <a16:creationId xmlns:a16="http://schemas.microsoft.com/office/drawing/2014/main" id="{B6CD872A-7B4D-9993-B34F-5B2F0C2FB3DB}"/>
              </a:ext>
            </a:extLst>
          </p:cNvPr>
          <p:cNvSpPr/>
          <p:nvPr/>
        </p:nvSpPr>
        <p:spPr>
          <a:xfrm>
            <a:off x="611188" y="4321175"/>
            <a:ext cx="2436812" cy="788988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 sz="2800" b="1" dirty="0">
              <a:solidFill>
                <a:srgbClr val="FF0000"/>
              </a:solidFill>
            </a:endParaRPr>
          </a:p>
        </p:txBody>
      </p:sp>
      <p:sp>
        <p:nvSpPr>
          <p:cNvPr id="11" name="圆角矩形 10">
            <a:extLst>
              <a:ext uri="{FF2B5EF4-FFF2-40B4-BE49-F238E27FC236}">
                <a16:creationId xmlns:a16="http://schemas.microsoft.com/office/drawing/2014/main" id="{F9D35A5D-34A2-A7AB-723C-57E9D0D72C32}"/>
              </a:ext>
            </a:extLst>
          </p:cNvPr>
          <p:cNvSpPr/>
          <p:nvPr/>
        </p:nvSpPr>
        <p:spPr>
          <a:xfrm>
            <a:off x="2052638" y="4941888"/>
            <a:ext cx="995362" cy="574675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8D826ADB-6B1D-4B56-6673-B927B5E23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32300"/>
            <a:ext cx="2000250" cy="1354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spcBef>
                <a:spcPts val="600"/>
              </a:spcBef>
              <a:defRPr/>
            </a:pPr>
            <a:r>
              <a:rPr lang="en-US" altLang="zh-CN" sz="3200" b="1" dirty="0">
                <a:solidFill>
                  <a:srgbClr val="000099"/>
                </a:solidFill>
                <a:latin typeface="Comic Sans MS" pitchFamily="66" charset="0"/>
              </a:rPr>
              <a:t>CPU</a:t>
            </a:r>
            <a:r>
              <a:rPr lang="zh-CN" altLang="en-US" sz="3200" b="1" dirty="0">
                <a:solidFill>
                  <a:srgbClr val="000099"/>
                </a:solidFill>
                <a:latin typeface="Comic Sans MS" pitchFamily="66" charset="0"/>
              </a:rPr>
              <a:t>：</a:t>
            </a:r>
            <a:endParaRPr lang="en-US" altLang="zh-CN" sz="3200" b="1" dirty="0">
              <a:solidFill>
                <a:srgbClr val="000099"/>
              </a:solidFill>
              <a:latin typeface="Comic Sans MS" pitchFamily="66" charset="0"/>
            </a:endParaRPr>
          </a:p>
          <a:p>
            <a:pPr marL="180975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Controller</a:t>
            </a:r>
          </a:p>
          <a:p>
            <a:pPr marL="180975" eaLnBrk="1" hangingPunct="1"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n-US" altLang="zh-CN" sz="2000" b="1" dirty="0" err="1">
                <a:solidFill>
                  <a:srgbClr val="000099"/>
                </a:solidFill>
                <a:latin typeface="Comic Sans MS" pitchFamily="66" charset="0"/>
              </a:rPr>
              <a:t>Datapath</a:t>
            </a:r>
            <a:r>
              <a:rPr lang="en-US" altLang="zh-CN" sz="2000" b="1" dirty="0">
                <a:solidFill>
                  <a:srgbClr val="000099"/>
                </a:solidFill>
                <a:latin typeface="Comic Sans MS" pitchFamily="66" charset="0"/>
              </a:rPr>
              <a:t> </a:t>
            </a:r>
          </a:p>
        </p:txBody>
      </p:sp>
      <p:sp>
        <p:nvSpPr>
          <p:cNvPr id="13" name="圆角矩形 12">
            <a:extLst>
              <a:ext uri="{FF2B5EF4-FFF2-40B4-BE49-F238E27FC236}">
                <a16:creationId xmlns:a16="http://schemas.microsoft.com/office/drawing/2014/main" id="{B9738E42-EF06-15B6-2BBC-B716C99F56E4}"/>
              </a:ext>
            </a:extLst>
          </p:cNvPr>
          <p:cNvSpPr/>
          <p:nvPr/>
        </p:nvSpPr>
        <p:spPr>
          <a:xfrm>
            <a:off x="276225" y="2565400"/>
            <a:ext cx="4656138" cy="1079500"/>
          </a:xfrm>
          <a:prstGeom prst="roundRect">
            <a:avLst/>
          </a:prstGeom>
          <a:solidFill>
            <a:srgbClr val="FF0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4" name="圆角矩形 13">
            <a:extLst>
              <a:ext uri="{FF2B5EF4-FFF2-40B4-BE49-F238E27FC236}">
                <a16:creationId xmlns:a16="http://schemas.microsoft.com/office/drawing/2014/main" id="{9FA17B1F-566D-FE10-F202-0EDDBAA34CE4}"/>
              </a:ext>
            </a:extLst>
          </p:cNvPr>
          <p:cNvSpPr/>
          <p:nvPr/>
        </p:nvSpPr>
        <p:spPr>
          <a:xfrm>
            <a:off x="4787900" y="3789363"/>
            <a:ext cx="990600" cy="194310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:a16="http://schemas.microsoft.com/office/drawing/2014/main" id="{D935B123-0707-4BD6-65FC-26201E1FA774}"/>
              </a:ext>
            </a:extLst>
          </p:cNvPr>
          <p:cNvSpPr/>
          <p:nvPr/>
        </p:nvSpPr>
        <p:spPr>
          <a:xfrm>
            <a:off x="3995738" y="981075"/>
            <a:ext cx="830262" cy="576263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6" name="圆角矩形 15">
            <a:extLst>
              <a:ext uri="{FF2B5EF4-FFF2-40B4-BE49-F238E27FC236}">
                <a16:creationId xmlns:a16="http://schemas.microsoft.com/office/drawing/2014/main" id="{B2679A17-77A5-8523-CB2A-8DFE378CC757}"/>
              </a:ext>
            </a:extLst>
          </p:cNvPr>
          <p:cNvSpPr/>
          <p:nvPr/>
        </p:nvSpPr>
        <p:spPr>
          <a:xfrm>
            <a:off x="3563938" y="3789363"/>
            <a:ext cx="1066800" cy="1943100"/>
          </a:xfrm>
          <a:prstGeom prst="roundRect">
            <a:avLst/>
          </a:prstGeom>
          <a:solidFill>
            <a:srgbClr val="51EE12">
              <a:alpha val="2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7" name="圆角矩形 16">
            <a:extLst>
              <a:ext uri="{FF2B5EF4-FFF2-40B4-BE49-F238E27FC236}">
                <a16:creationId xmlns:a16="http://schemas.microsoft.com/office/drawing/2014/main" id="{3E9BBE64-306D-BCD9-7ECB-542F1B82C9DB}"/>
              </a:ext>
            </a:extLst>
          </p:cNvPr>
          <p:cNvSpPr/>
          <p:nvPr/>
        </p:nvSpPr>
        <p:spPr>
          <a:xfrm>
            <a:off x="107950" y="1700213"/>
            <a:ext cx="6172200" cy="757237"/>
          </a:xfrm>
          <a:prstGeom prst="roundRect">
            <a:avLst/>
          </a:prstGeom>
          <a:solidFill>
            <a:srgbClr val="7030A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18" name="圆角矩形 17">
            <a:extLst>
              <a:ext uri="{FF2B5EF4-FFF2-40B4-BE49-F238E27FC236}">
                <a16:creationId xmlns:a16="http://schemas.microsoft.com/office/drawing/2014/main" id="{F298C289-FF55-15B2-CD27-9BD0EFE6F633}"/>
              </a:ext>
            </a:extLst>
          </p:cNvPr>
          <p:cNvSpPr/>
          <p:nvPr/>
        </p:nvSpPr>
        <p:spPr>
          <a:xfrm>
            <a:off x="501650" y="5784850"/>
            <a:ext cx="5510213" cy="381000"/>
          </a:xfrm>
          <a:prstGeom prst="roundRect">
            <a:avLst/>
          </a:prstGeom>
          <a:solidFill>
            <a:srgbClr val="7030A0">
              <a:alpha val="49000"/>
            </a:srgbClr>
          </a:solidFill>
          <a:ln>
            <a:solidFill>
              <a:schemeClr val="accent1">
                <a:shade val="50000"/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0" name="圆角矩形 19">
            <a:extLst>
              <a:ext uri="{FF2B5EF4-FFF2-40B4-BE49-F238E27FC236}">
                <a16:creationId xmlns:a16="http://schemas.microsoft.com/office/drawing/2014/main" id="{FAD15AD1-CEC6-11AE-614B-D66F09B0B5C1}"/>
              </a:ext>
            </a:extLst>
          </p:cNvPr>
          <p:cNvSpPr/>
          <p:nvPr/>
        </p:nvSpPr>
        <p:spPr>
          <a:xfrm>
            <a:off x="2433638" y="1054100"/>
            <a:ext cx="914400" cy="503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圆角矩形 20">
            <a:extLst>
              <a:ext uri="{FF2B5EF4-FFF2-40B4-BE49-F238E27FC236}">
                <a16:creationId xmlns:a16="http://schemas.microsoft.com/office/drawing/2014/main" id="{3266B46A-7C0C-7E37-027D-E8EDEDC15B22}"/>
              </a:ext>
            </a:extLst>
          </p:cNvPr>
          <p:cNvSpPr/>
          <p:nvPr/>
        </p:nvSpPr>
        <p:spPr>
          <a:xfrm>
            <a:off x="900113" y="981075"/>
            <a:ext cx="936625" cy="576263"/>
          </a:xfrm>
          <a:prstGeom prst="roundRect">
            <a:avLst/>
          </a:prstGeom>
          <a:solidFill>
            <a:srgbClr val="FFFF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667" name="日期占位符 2">
            <a:extLst>
              <a:ext uri="{FF2B5EF4-FFF2-40B4-BE49-F238E27FC236}">
                <a16:creationId xmlns:a16="http://schemas.microsoft.com/office/drawing/2014/main" id="{04D7412D-7F04-3C94-39D1-8BDD9E1DE62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BFB8244-6739-4F52-BA6F-83C7D043597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7669" name="日期占位符 3">
            <a:extLst>
              <a:ext uri="{FF2B5EF4-FFF2-40B4-BE49-F238E27FC236}">
                <a16:creationId xmlns:a16="http://schemas.microsoft.com/office/drawing/2014/main" id="{9E0FEF7A-507B-863E-5FFA-527AD3E229B7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A83F289-A5F9-458B-8D76-E20C982AD09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610377F5-21B9-09DE-7D17-706F6C38D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2525" y="4473575"/>
            <a:ext cx="15525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Datapath</a:t>
            </a:r>
            <a:endParaRPr lang="zh-CN" altLang="en-US" sz="2400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E38F34CC-7F37-9E42-D169-CF083E129300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0D0886-3820-4E2F-96A1-57F443F259B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129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08776435"/>
      </p:ext>
    </p:extLst>
  </p:cSld>
  <p:clrMapOvr>
    <a:masterClrMapping/>
  </p:clrMapOvr>
  <p:transition advTm="395103"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753A04-751A-F36A-629F-4BE1D11DAB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CB8879C6-9854-6E45-155B-6054A2E17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55E304CD-0017-92AB-C7C5-642EF24C995C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A1753FB7-BCAD-BCF0-95A2-4E930BB640C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B9972F06-B08F-E992-9F01-AA72E2EBB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fld id="{498455AB-9020-4C12-BBD7-E491438D6D8A}" type="slidenum">
              <a:rPr lang="zh-CN" altLang="en-US" sz="1100"/>
              <a:pPr/>
              <a:t>130</a:t>
            </a:fld>
            <a:endParaRPr lang="zh-CN" altLang="en-US" sz="11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41834619"/>
      </p:ext>
    </p:extLst>
  </p:cSld>
  <p:clrMapOvr>
    <a:masterClrMapping/>
  </p:clrMapOvr>
  <p:transition advTm="235"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标题 1">
            <a:extLst>
              <a:ext uri="{FF2B5EF4-FFF2-40B4-BE49-F238E27FC236}">
                <a16:creationId xmlns:a16="http://schemas.microsoft.com/office/drawing/2014/main" id="{7807AF30-046A-4051-BD64-F0C5E5D33D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28675" name="日期占位符 2">
            <a:extLst>
              <a:ext uri="{FF2B5EF4-FFF2-40B4-BE49-F238E27FC236}">
                <a16:creationId xmlns:a16="http://schemas.microsoft.com/office/drawing/2014/main" id="{502165E5-CD56-4E86-A6C5-6A8143F2681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2E534A68-F75B-41A8-9BA4-7D281FD380FC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8677" name="日期占位符 3">
            <a:extLst>
              <a:ext uri="{FF2B5EF4-FFF2-40B4-BE49-F238E27FC236}">
                <a16:creationId xmlns:a16="http://schemas.microsoft.com/office/drawing/2014/main" id="{558FCB30-52C9-4893-95B2-6831C41FEED3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8569688B-715D-4778-9E7B-63150B46DA83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28679" name="Picture 2">
            <a:extLst>
              <a:ext uri="{FF2B5EF4-FFF2-40B4-BE49-F238E27FC236}">
                <a16:creationId xmlns:a16="http://schemas.microsoft.com/office/drawing/2014/main" id="{15A5B436-510A-4BFD-A53F-1DE243CE9A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id="{AD3BC7FD-4E62-4796-AC98-654044B23861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1ED41BC2-7AB1-4C37-831C-E430202D6E5C}"/>
              </a:ext>
            </a:extLst>
          </p:cNvPr>
          <p:cNvSpPr/>
          <p:nvPr/>
        </p:nvSpPr>
        <p:spPr>
          <a:xfrm>
            <a:off x="6192838" y="2098675"/>
            <a:ext cx="2346325" cy="32369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8682" name="TextBox 22">
            <a:extLst>
              <a:ext uri="{FF2B5EF4-FFF2-40B4-BE49-F238E27FC236}">
                <a16:creationId xmlns:a16="http://schemas.microsoft.com/office/drawing/2014/main" id="{BA17CFAB-30D1-4911-A711-EBE708D2B2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8683" name="TextBox 23">
            <a:extLst>
              <a:ext uri="{FF2B5EF4-FFF2-40B4-BE49-F238E27FC236}">
                <a16:creationId xmlns:a16="http://schemas.microsoft.com/office/drawing/2014/main" id="{0E2CDE3B-9854-4DE8-81CB-6672C24FB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5D46A53C-C97A-445C-A53A-8BF82425DA01}"/>
              </a:ext>
            </a:extLst>
          </p:cNvPr>
          <p:cNvSpPr/>
          <p:nvPr/>
        </p:nvSpPr>
        <p:spPr>
          <a:xfrm>
            <a:off x="5080000" y="2085975"/>
            <a:ext cx="1085850" cy="32496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AA9D95BF-E49D-4BB7-BB52-33B82FB64ACF}"/>
              </a:ext>
            </a:extLst>
          </p:cNvPr>
          <p:cNvSpPr/>
          <p:nvPr/>
        </p:nvSpPr>
        <p:spPr>
          <a:xfrm>
            <a:off x="1212850" y="1800225"/>
            <a:ext cx="591185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03827BB5-2110-4E84-B7BB-C9FDCA222CAB}"/>
              </a:ext>
            </a:extLst>
          </p:cNvPr>
          <p:cNvSpPr/>
          <p:nvPr/>
        </p:nvSpPr>
        <p:spPr>
          <a:xfrm>
            <a:off x="2627313" y="5372100"/>
            <a:ext cx="591185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" name="灯片编号占位符 5">
            <a:extLst>
              <a:ext uri="{FF2B5EF4-FFF2-40B4-BE49-F238E27FC236}">
                <a16:creationId xmlns:a16="http://schemas.microsoft.com/office/drawing/2014/main" id="{FB576DFA-B5EC-471A-B60B-4DE4F94D1C96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CC4EA0BE-B52E-4DFE-855E-2CB4229B11E9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131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标题 1">
            <a:extLst>
              <a:ext uri="{FF2B5EF4-FFF2-40B4-BE49-F238E27FC236}">
                <a16:creationId xmlns:a16="http://schemas.microsoft.com/office/drawing/2014/main" id="{649F1EC9-EA30-4702-978D-4E334D3FE3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29699" name="日期占位符 2">
            <a:extLst>
              <a:ext uri="{FF2B5EF4-FFF2-40B4-BE49-F238E27FC236}">
                <a16:creationId xmlns:a16="http://schemas.microsoft.com/office/drawing/2014/main" id="{A3074472-5C82-47EF-BCD2-FA56E36E0B2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9B3254B-EC7A-423F-BCC9-96C3B3364B6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9701" name="日期占位符 3">
            <a:extLst>
              <a:ext uri="{FF2B5EF4-FFF2-40B4-BE49-F238E27FC236}">
                <a16:creationId xmlns:a16="http://schemas.microsoft.com/office/drawing/2014/main" id="{04A56272-477E-40A7-992D-DC60080307B6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3155307D-5241-412B-8809-783BB9ED2266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29703" name="Picture 2">
            <a:extLst>
              <a:ext uri="{FF2B5EF4-FFF2-40B4-BE49-F238E27FC236}">
                <a16:creationId xmlns:a16="http://schemas.microsoft.com/office/drawing/2014/main" id="{31D7410B-B5DC-478D-86BA-3C92D26F7E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矩形 21">
            <a:extLst>
              <a:ext uri="{FF2B5EF4-FFF2-40B4-BE49-F238E27FC236}">
                <a16:creationId xmlns:a16="http://schemas.microsoft.com/office/drawing/2014/main" id="{29A5BDC0-4AC5-4F57-9DD7-9CCBD15630F3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D3ACEAF4-1410-4A46-B87B-04F72046E088}"/>
              </a:ext>
            </a:extLst>
          </p:cNvPr>
          <p:cNvSpPr/>
          <p:nvPr/>
        </p:nvSpPr>
        <p:spPr>
          <a:xfrm>
            <a:off x="6192838" y="2098675"/>
            <a:ext cx="2346325" cy="952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E3F0E20B-3F2A-48AA-A641-26B91712CF92}"/>
              </a:ext>
            </a:extLst>
          </p:cNvPr>
          <p:cNvSpPr/>
          <p:nvPr/>
        </p:nvSpPr>
        <p:spPr>
          <a:xfrm>
            <a:off x="5080000" y="2085975"/>
            <a:ext cx="1085850" cy="32496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9707" name="TextBox 19">
            <a:extLst>
              <a:ext uri="{FF2B5EF4-FFF2-40B4-BE49-F238E27FC236}">
                <a16:creationId xmlns:a16="http://schemas.microsoft.com/office/drawing/2014/main" id="{84B438D1-BD58-46E8-ADC4-5D8755F7A1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9708" name="TextBox 20">
            <a:extLst>
              <a:ext uri="{FF2B5EF4-FFF2-40B4-BE49-F238E27FC236}">
                <a16:creationId xmlns:a16="http://schemas.microsoft.com/office/drawing/2014/main" id="{EFD438A7-EA9A-41C9-B786-B29B90AA9C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03AC3107-19F8-41A6-96AB-F52203EA8E57}"/>
              </a:ext>
            </a:extLst>
          </p:cNvPr>
          <p:cNvSpPr/>
          <p:nvPr/>
        </p:nvSpPr>
        <p:spPr>
          <a:xfrm>
            <a:off x="1212850" y="1800225"/>
            <a:ext cx="591185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2E273963-0EBA-4A8D-B175-AA389825EEF2}"/>
              </a:ext>
            </a:extLst>
          </p:cNvPr>
          <p:cNvSpPr/>
          <p:nvPr/>
        </p:nvSpPr>
        <p:spPr>
          <a:xfrm>
            <a:off x="3838575" y="5372100"/>
            <a:ext cx="403860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223652AB-47D3-465D-A6B8-5371B9D1E0B5}"/>
              </a:ext>
            </a:extLst>
          </p:cNvPr>
          <p:cNvSpPr/>
          <p:nvPr/>
        </p:nvSpPr>
        <p:spPr>
          <a:xfrm>
            <a:off x="6192838" y="3863975"/>
            <a:ext cx="2346325" cy="14716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6D88D43A-D35A-47D6-93E8-90D1ADD49CA9}"/>
              </a:ext>
            </a:extLst>
          </p:cNvPr>
          <p:cNvSpPr/>
          <p:nvPr/>
        </p:nvSpPr>
        <p:spPr>
          <a:xfrm>
            <a:off x="7877175" y="3051175"/>
            <a:ext cx="661988" cy="8731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6" name="圆角矩形 25">
            <a:extLst>
              <a:ext uri="{FF2B5EF4-FFF2-40B4-BE49-F238E27FC236}">
                <a16:creationId xmlns:a16="http://schemas.microsoft.com/office/drawing/2014/main" id="{B2A98AFE-9A53-45FD-A056-3FBE60BBBD92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34A4D7BD-7918-41A8-932B-B56CB83616E3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2C8F6E8-E604-4DBA-B105-635DB8413A28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132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标题 1">
            <a:extLst>
              <a:ext uri="{FF2B5EF4-FFF2-40B4-BE49-F238E27FC236}">
                <a16:creationId xmlns:a16="http://schemas.microsoft.com/office/drawing/2014/main" id="{599E0D2C-A930-4636-B782-8EA8048C31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30723" name="日期占位符 2">
            <a:extLst>
              <a:ext uri="{FF2B5EF4-FFF2-40B4-BE49-F238E27FC236}">
                <a16:creationId xmlns:a16="http://schemas.microsoft.com/office/drawing/2014/main" id="{3BC5A346-633E-4D08-B5E0-F5FA45B2293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DB9E813-BC15-490E-9563-6C26B9399ED7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0725" name="日期占位符 3">
            <a:extLst>
              <a:ext uri="{FF2B5EF4-FFF2-40B4-BE49-F238E27FC236}">
                <a16:creationId xmlns:a16="http://schemas.microsoft.com/office/drawing/2014/main" id="{8568A4D2-3DD0-4456-A851-39F50B1E7ED8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0BEE2EF6-B64D-48EF-9CF3-09AE2B2C1D51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30727" name="Picture 2">
            <a:extLst>
              <a:ext uri="{FF2B5EF4-FFF2-40B4-BE49-F238E27FC236}">
                <a16:creationId xmlns:a16="http://schemas.microsoft.com/office/drawing/2014/main" id="{85762204-04B0-42E4-BF01-85EDF5937D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矩形 21">
            <a:extLst>
              <a:ext uri="{FF2B5EF4-FFF2-40B4-BE49-F238E27FC236}">
                <a16:creationId xmlns:a16="http://schemas.microsoft.com/office/drawing/2014/main" id="{3A678158-F561-438F-BDE8-25F58DF76FFC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2225443A-6224-4DEA-A6B1-CEFCF78D2A31}"/>
              </a:ext>
            </a:extLst>
          </p:cNvPr>
          <p:cNvSpPr/>
          <p:nvPr/>
        </p:nvSpPr>
        <p:spPr>
          <a:xfrm>
            <a:off x="6192838" y="2098675"/>
            <a:ext cx="2346325" cy="952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7624096E-E380-4416-B081-3E9AAC78BFCF}"/>
              </a:ext>
            </a:extLst>
          </p:cNvPr>
          <p:cNvSpPr/>
          <p:nvPr/>
        </p:nvSpPr>
        <p:spPr>
          <a:xfrm>
            <a:off x="5080000" y="2085975"/>
            <a:ext cx="1085850" cy="32496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0731" name="TextBox 19">
            <a:extLst>
              <a:ext uri="{FF2B5EF4-FFF2-40B4-BE49-F238E27FC236}">
                <a16:creationId xmlns:a16="http://schemas.microsoft.com/office/drawing/2014/main" id="{2CF18EA6-D642-4239-BCD8-F6D64E421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30732" name="TextBox 20">
            <a:extLst>
              <a:ext uri="{FF2B5EF4-FFF2-40B4-BE49-F238E27FC236}">
                <a16:creationId xmlns:a16="http://schemas.microsoft.com/office/drawing/2014/main" id="{88A97794-7D5F-4E8E-B6F4-B413D6F72C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4156BE0C-1CA0-4A5C-9F87-B6FCDE7FAE41}"/>
              </a:ext>
            </a:extLst>
          </p:cNvPr>
          <p:cNvSpPr/>
          <p:nvPr/>
        </p:nvSpPr>
        <p:spPr>
          <a:xfrm>
            <a:off x="1212850" y="1800225"/>
            <a:ext cx="6434138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F9FB4B03-3F55-48B2-8B0F-94DADE617027}"/>
              </a:ext>
            </a:extLst>
          </p:cNvPr>
          <p:cNvSpPr/>
          <p:nvPr/>
        </p:nvSpPr>
        <p:spPr>
          <a:xfrm>
            <a:off x="3838575" y="5372100"/>
            <a:ext cx="389890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C9CF0EDC-99C2-4F74-96FB-C80DDA71B9CE}"/>
              </a:ext>
            </a:extLst>
          </p:cNvPr>
          <p:cNvSpPr/>
          <p:nvPr/>
        </p:nvSpPr>
        <p:spPr>
          <a:xfrm>
            <a:off x="6192838" y="4391025"/>
            <a:ext cx="2346325" cy="94456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5FAA4DBD-3B27-4451-9DCA-59500026FA42}"/>
              </a:ext>
            </a:extLst>
          </p:cNvPr>
          <p:cNvSpPr/>
          <p:nvPr/>
        </p:nvSpPr>
        <p:spPr>
          <a:xfrm>
            <a:off x="7877175" y="3051175"/>
            <a:ext cx="661988" cy="13398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6" name="圆角矩形 25">
            <a:extLst>
              <a:ext uri="{FF2B5EF4-FFF2-40B4-BE49-F238E27FC236}">
                <a16:creationId xmlns:a16="http://schemas.microsoft.com/office/drawing/2014/main" id="{9512F453-F0A4-48CA-9F8F-9F4B1343FD2F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7" name="圆角矩形 26">
            <a:extLst>
              <a:ext uri="{FF2B5EF4-FFF2-40B4-BE49-F238E27FC236}">
                <a16:creationId xmlns:a16="http://schemas.microsoft.com/office/drawing/2014/main" id="{8EF5FB93-5813-450B-B5F7-6A0596A6D47B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D4B664B6-7C69-463E-93A7-6AE6AB17DBA1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AB53A381-7FAB-452C-A9B5-6E7372FAAE94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133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标题 1">
            <a:extLst>
              <a:ext uri="{FF2B5EF4-FFF2-40B4-BE49-F238E27FC236}">
                <a16:creationId xmlns:a16="http://schemas.microsoft.com/office/drawing/2014/main" id="{9F4755A2-8906-44CC-958C-EEDDEBE887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31747" name="日期占位符 2">
            <a:extLst>
              <a:ext uri="{FF2B5EF4-FFF2-40B4-BE49-F238E27FC236}">
                <a16:creationId xmlns:a16="http://schemas.microsoft.com/office/drawing/2014/main" id="{41A57BDB-1107-4CD7-A942-159C810B348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B87FBFB-3655-4D24-9FC8-67BD667A82C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1749" name="日期占位符 3">
            <a:extLst>
              <a:ext uri="{FF2B5EF4-FFF2-40B4-BE49-F238E27FC236}">
                <a16:creationId xmlns:a16="http://schemas.microsoft.com/office/drawing/2014/main" id="{0BFB195B-99DB-4E87-8802-DE8A334EF53A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5CAFF1C7-8540-4179-8E85-F3B265CC3385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31751" name="Picture 2">
            <a:extLst>
              <a:ext uri="{FF2B5EF4-FFF2-40B4-BE49-F238E27FC236}">
                <a16:creationId xmlns:a16="http://schemas.microsoft.com/office/drawing/2014/main" id="{C5A32BBD-248D-4D23-B89B-F83E4A0EDC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2" name="TextBox 32">
            <a:extLst>
              <a:ext uri="{FF2B5EF4-FFF2-40B4-BE49-F238E27FC236}">
                <a16:creationId xmlns:a16="http://schemas.microsoft.com/office/drawing/2014/main" id="{61469651-6331-4873-91F4-16CF82169B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1403350"/>
            <a:ext cx="1528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31753" name="TextBox 33">
            <a:extLst>
              <a:ext uri="{FF2B5EF4-FFF2-40B4-BE49-F238E27FC236}">
                <a16:creationId xmlns:a16="http://schemas.microsoft.com/office/drawing/2014/main" id="{C40E45B6-1C03-4204-95B1-EBCB48DE0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25" y="5661025"/>
            <a:ext cx="16954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6CD74FB7-75B3-495F-B82E-263185E7DBEE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97975514-0930-4FA2-B0D7-24E2139D21C1}"/>
              </a:ext>
            </a:extLst>
          </p:cNvPr>
          <p:cNvSpPr/>
          <p:nvPr/>
        </p:nvSpPr>
        <p:spPr>
          <a:xfrm>
            <a:off x="6192838" y="2098675"/>
            <a:ext cx="2346325" cy="952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CE669EE9-ECD5-4FAD-8617-5E7392AABD57}"/>
              </a:ext>
            </a:extLst>
          </p:cNvPr>
          <p:cNvSpPr/>
          <p:nvPr/>
        </p:nvSpPr>
        <p:spPr>
          <a:xfrm>
            <a:off x="5080000" y="2085975"/>
            <a:ext cx="1085850" cy="32496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757" name="TextBox 19">
            <a:extLst>
              <a:ext uri="{FF2B5EF4-FFF2-40B4-BE49-F238E27FC236}">
                <a16:creationId xmlns:a16="http://schemas.microsoft.com/office/drawing/2014/main" id="{D65DB552-493C-4201-9995-80CDF52CF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31758" name="TextBox 20">
            <a:extLst>
              <a:ext uri="{FF2B5EF4-FFF2-40B4-BE49-F238E27FC236}">
                <a16:creationId xmlns:a16="http://schemas.microsoft.com/office/drawing/2014/main" id="{35A80E37-DF02-4D0F-9147-542B93CFB6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5219971F-AF85-440C-9BA5-6DCBD85562B5}"/>
              </a:ext>
            </a:extLst>
          </p:cNvPr>
          <p:cNvSpPr/>
          <p:nvPr/>
        </p:nvSpPr>
        <p:spPr>
          <a:xfrm>
            <a:off x="1212850" y="1800225"/>
            <a:ext cx="31115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AF971C40-DB7F-45D2-8061-CF9C53DA9499}"/>
              </a:ext>
            </a:extLst>
          </p:cNvPr>
          <p:cNvSpPr/>
          <p:nvPr/>
        </p:nvSpPr>
        <p:spPr>
          <a:xfrm>
            <a:off x="3838575" y="5372100"/>
            <a:ext cx="80010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E4678109-FFEF-4849-B0FA-CFB09DE47D20}"/>
              </a:ext>
            </a:extLst>
          </p:cNvPr>
          <p:cNvSpPr/>
          <p:nvPr/>
        </p:nvSpPr>
        <p:spPr>
          <a:xfrm>
            <a:off x="6192838" y="4391025"/>
            <a:ext cx="2346325" cy="94456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ED2EF50B-76F0-4D15-8F26-D51246475C17}"/>
              </a:ext>
            </a:extLst>
          </p:cNvPr>
          <p:cNvSpPr/>
          <p:nvPr/>
        </p:nvSpPr>
        <p:spPr>
          <a:xfrm>
            <a:off x="7877175" y="3051175"/>
            <a:ext cx="661988" cy="13398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7" name="圆角矩形 26">
            <a:extLst>
              <a:ext uri="{FF2B5EF4-FFF2-40B4-BE49-F238E27FC236}">
                <a16:creationId xmlns:a16="http://schemas.microsoft.com/office/drawing/2014/main" id="{673E1734-7219-4D58-A665-543D9946F7CE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8" name="圆角矩形 27">
            <a:extLst>
              <a:ext uri="{FF2B5EF4-FFF2-40B4-BE49-F238E27FC236}">
                <a16:creationId xmlns:a16="http://schemas.microsoft.com/office/drawing/2014/main" id="{ED9BA926-6642-4DAC-9168-26E9D7412E7A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70D59F6E-6FA4-4271-A492-2EF68930B097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9ABEBBAC-2C0C-4E97-8D15-5CB2AF40C971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134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标题 1">
            <a:extLst>
              <a:ext uri="{FF2B5EF4-FFF2-40B4-BE49-F238E27FC236}">
                <a16:creationId xmlns:a16="http://schemas.microsoft.com/office/drawing/2014/main" id="{6564D0B4-09DB-4CCE-8DBD-FF7447D141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32771" name="日期占位符 2">
            <a:extLst>
              <a:ext uri="{FF2B5EF4-FFF2-40B4-BE49-F238E27FC236}">
                <a16:creationId xmlns:a16="http://schemas.microsoft.com/office/drawing/2014/main" id="{2BD828F3-4CEC-4241-A689-188E3F67B5E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6A10F8A-0E1A-4643-952B-A63BB22E634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2773" name="日期占位符 3">
            <a:extLst>
              <a:ext uri="{FF2B5EF4-FFF2-40B4-BE49-F238E27FC236}">
                <a16:creationId xmlns:a16="http://schemas.microsoft.com/office/drawing/2014/main" id="{22638369-F50B-4E88-AF33-87B1FB43D9B2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0859238A-1EBE-42FC-8B93-F86D86F81663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32775" name="Picture 2">
            <a:extLst>
              <a:ext uri="{FF2B5EF4-FFF2-40B4-BE49-F238E27FC236}">
                <a16:creationId xmlns:a16="http://schemas.microsoft.com/office/drawing/2014/main" id="{836E38B1-6A0E-4339-BFB4-BCF2F4FBBE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6" name="TextBox 32">
            <a:extLst>
              <a:ext uri="{FF2B5EF4-FFF2-40B4-BE49-F238E27FC236}">
                <a16:creationId xmlns:a16="http://schemas.microsoft.com/office/drawing/2014/main" id="{78E56E9F-5DCD-46D6-96E4-CFDF670F67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1403350"/>
            <a:ext cx="1528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32777" name="TextBox 33">
            <a:extLst>
              <a:ext uri="{FF2B5EF4-FFF2-40B4-BE49-F238E27FC236}">
                <a16:creationId xmlns:a16="http://schemas.microsoft.com/office/drawing/2014/main" id="{A231B6C6-FDA4-4226-AE68-D79C2378FE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25" y="5661025"/>
            <a:ext cx="16954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F9A0B5CA-3621-45D3-BC50-DBF35D46F41A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F297B452-2905-44A9-B272-0B7935360E81}"/>
              </a:ext>
            </a:extLst>
          </p:cNvPr>
          <p:cNvSpPr/>
          <p:nvPr/>
        </p:nvSpPr>
        <p:spPr>
          <a:xfrm>
            <a:off x="5080000" y="2085975"/>
            <a:ext cx="1085850" cy="32496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2780" name="TextBox 19">
            <a:extLst>
              <a:ext uri="{FF2B5EF4-FFF2-40B4-BE49-F238E27FC236}">
                <a16:creationId xmlns:a16="http://schemas.microsoft.com/office/drawing/2014/main" id="{D1606EB0-8244-4B2B-9C25-3F884D085C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32781" name="TextBox 20">
            <a:extLst>
              <a:ext uri="{FF2B5EF4-FFF2-40B4-BE49-F238E27FC236}">
                <a16:creationId xmlns:a16="http://schemas.microsoft.com/office/drawing/2014/main" id="{FA6FCCD6-AA8E-4249-86A1-CE0967CB8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16A4167E-6195-4958-AB21-651D55540A83}"/>
              </a:ext>
            </a:extLst>
          </p:cNvPr>
          <p:cNvSpPr/>
          <p:nvPr/>
        </p:nvSpPr>
        <p:spPr>
          <a:xfrm>
            <a:off x="1212850" y="1800225"/>
            <a:ext cx="31115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EFDB8E3C-75A8-4581-BB29-2E6ADBEE70BB}"/>
              </a:ext>
            </a:extLst>
          </p:cNvPr>
          <p:cNvSpPr/>
          <p:nvPr/>
        </p:nvSpPr>
        <p:spPr>
          <a:xfrm>
            <a:off x="3838575" y="5372100"/>
            <a:ext cx="80010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0F7DB8DF-29FB-4FC8-B7FA-83CFBEC1EEF9}"/>
              </a:ext>
            </a:extLst>
          </p:cNvPr>
          <p:cNvSpPr/>
          <p:nvPr/>
        </p:nvSpPr>
        <p:spPr>
          <a:xfrm>
            <a:off x="7877175" y="3051175"/>
            <a:ext cx="661988" cy="1520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B1A70EB8-3CAD-4074-B379-A22317267601}"/>
              </a:ext>
            </a:extLst>
          </p:cNvPr>
          <p:cNvSpPr/>
          <p:nvPr/>
        </p:nvSpPr>
        <p:spPr>
          <a:xfrm>
            <a:off x="6213475" y="4916488"/>
            <a:ext cx="825500" cy="3111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81146347-5651-4AFD-9E4E-493FDB93343F}"/>
              </a:ext>
            </a:extLst>
          </p:cNvPr>
          <p:cNvSpPr/>
          <p:nvPr/>
        </p:nvSpPr>
        <p:spPr>
          <a:xfrm>
            <a:off x="6523038" y="4391025"/>
            <a:ext cx="825500" cy="1635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AC325D5C-6CBE-4BED-8F85-57B93AB9A265}"/>
              </a:ext>
            </a:extLst>
          </p:cNvPr>
          <p:cNvSpPr/>
          <p:nvPr/>
        </p:nvSpPr>
        <p:spPr>
          <a:xfrm>
            <a:off x="6565900" y="4783138"/>
            <a:ext cx="576263" cy="1635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6BD86BEB-20D9-49C5-A646-D7F291BE1277}"/>
              </a:ext>
            </a:extLst>
          </p:cNvPr>
          <p:cNvSpPr/>
          <p:nvPr/>
        </p:nvSpPr>
        <p:spPr>
          <a:xfrm>
            <a:off x="6626225" y="4481513"/>
            <a:ext cx="465138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91110A66-4770-4C4E-B034-4AE14842C66B}"/>
              </a:ext>
            </a:extLst>
          </p:cNvPr>
          <p:cNvSpPr/>
          <p:nvPr/>
        </p:nvSpPr>
        <p:spPr>
          <a:xfrm>
            <a:off x="7404100" y="4386263"/>
            <a:ext cx="619125" cy="165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4" name="圆角矩形 43">
            <a:extLst>
              <a:ext uri="{FF2B5EF4-FFF2-40B4-BE49-F238E27FC236}">
                <a16:creationId xmlns:a16="http://schemas.microsoft.com/office/drawing/2014/main" id="{A7FC2CC7-C467-4207-B535-E19778CC7122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45" name="圆角矩形 44">
            <a:extLst>
              <a:ext uri="{FF2B5EF4-FFF2-40B4-BE49-F238E27FC236}">
                <a16:creationId xmlns:a16="http://schemas.microsoft.com/office/drawing/2014/main" id="{535A0464-6799-499C-8D3B-2171179A7168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C316DAEC-44B6-4EEA-B24E-47D86B321341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CE601A3D-9A6B-4410-9626-E937F625C04D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135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标题 1">
            <a:extLst>
              <a:ext uri="{FF2B5EF4-FFF2-40B4-BE49-F238E27FC236}">
                <a16:creationId xmlns:a16="http://schemas.microsoft.com/office/drawing/2014/main" id="{56DACA86-4A25-41EC-9FA8-9338D7248F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33795" name="日期占位符 2">
            <a:extLst>
              <a:ext uri="{FF2B5EF4-FFF2-40B4-BE49-F238E27FC236}">
                <a16:creationId xmlns:a16="http://schemas.microsoft.com/office/drawing/2014/main" id="{29B77DAA-AD65-430B-92DB-50F69DCC3D7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170B8B0C-CB4A-4E36-A308-54DB990A7F4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3797" name="日期占位符 3">
            <a:extLst>
              <a:ext uri="{FF2B5EF4-FFF2-40B4-BE49-F238E27FC236}">
                <a16:creationId xmlns:a16="http://schemas.microsoft.com/office/drawing/2014/main" id="{4BEB5D39-73E8-45E5-9249-3E622F93B8F2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075E2A5C-DD45-45DD-8FB2-E80B7A2AF8F3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33799" name="Picture 2">
            <a:extLst>
              <a:ext uri="{FF2B5EF4-FFF2-40B4-BE49-F238E27FC236}">
                <a16:creationId xmlns:a16="http://schemas.microsoft.com/office/drawing/2014/main" id="{21FBC2E1-6A79-4D21-A303-3E3953381D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800" name="TextBox 32">
            <a:extLst>
              <a:ext uri="{FF2B5EF4-FFF2-40B4-BE49-F238E27FC236}">
                <a16:creationId xmlns:a16="http://schemas.microsoft.com/office/drawing/2014/main" id="{342AD205-0AAB-4AC3-B898-EFD9B73B9B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1403350"/>
            <a:ext cx="1528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33801" name="TextBox 33">
            <a:extLst>
              <a:ext uri="{FF2B5EF4-FFF2-40B4-BE49-F238E27FC236}">
                <a16:creationId xmlns:a16="http://schemas.microsoft.com/office/drawing/2014/main" id="{D89BF48D-9B4A-469D-8F98-8A614B5963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25" y="5661025"/>
            <a:ext cx="16954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9951FEBD-8452-494E-8424-1955138DACBE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16A4886C-4CEB-4CA9-A3E7-8130A27D0B1D}"/>
              </a:ext>
            </a:extLst>
          </p:cNvPr>
          <p:cNvSpPr/>
          <p:nvPr/>
        </p:nvSpPr>
        <p:spPr>
          <a:xfrm>
            <a:off x="5080000" y="4916488"/>
            <a:ext cx="1085850" cy="3111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3804" name="TextBox 19">
            <a:extLst>
              <a:ext uri="{FF2B5EF4-FFF2-40B4-BE49-F238E27FC236}">
                <a16:creationId xmlns:a16="http://schemas.microsoft.com/office/drawing/2014/main" id="{D4ADC281-55F0-459F-8FA6-1D1D13CD2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33805" name="TextBox 20">
            <a:extLst>
              <a:ext uri="{FF2B5EF4-FFF2-40B4-BE49-F238E27FC236}">
                <a16:creationId xmlns:a16="http://schemas.microsoft.com/office/drawing/2014/main" id="{D0FEEC7B-61E5-4CC0-B205-D56A031111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352A000A-353A-40B4-8FCF-40C69DC8EF94}"/>
              </a:ext>
            </a:extLst>
          </p:cNvPr>
          <p:cNvSpPr/>
          <p:nvPr/>
        </p:nvSpPr>
        <p:spPr>
          <a:xfrm>
            <a:off x="1212850" y="1800225"/>
            <a:ext cx="31115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085AA176-9689-445F-BF71-C93D826B034E}"/>
              </a:ext>
            </a:extLst>
          </p:cNvPr>
          <p:cNvSpPr/>
          <p:nvPr/>
        </p:nvSpPr>
        <p:spPr>
          <a:xfrm>
            <a:off x="3838575" y="5372100"/>
            <a:ext cx="80010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ABFA6851-CB19-4D17-A829-535333379EFC}"/>
              </a:ext>
            </a:extLst>
          </p:cNvPr>
          <p:cNvSpPr/>
          <p:nvPr/>
        </p:nvSpPr>
        <p:spPr>
          <a:xfrm>
            <a:off x="7877175" y="3051175"/>
            <a:ext cx="661988" cy="1520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E5A86C23-F7E4-4E6F-AFE8-E85BA8318520}"/>
              </a:ext>
            </a:extLst>
          </p:cNvPr>
          <p:cNvSpPr/>
          <p:nvPr/>
        </p:nvSpPr>
        <p:spPr>
          <a:xfrm>
            <a:off x="6213475" y="4916488"/>
            <a:ext cx="825500" cy="3111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C5C51B61-BDCB-49B4-AF1B-B3DD2CB2482D}"/>
              </a:ext>
            </a:extLst>
          </p:cNvPr>
          <p:cNvSpPr/>
          <p:nvPr/>
        </p:nvSpPr>
        <p:spPr>
          <a:xfrm>
            <a:off x="6523038" y="4391025"/>
            <a:ext cx="825500" cy="1635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7160FE94-D846-4838-9A56-C88D3FFCFC75}"/>
              </a:ext>
            </a:extLst>
          </p:cNvPr>
          <p:cNvSpPr/>
          <p:nvPr/>
        </p:nvSpPr>
        <p:spPr>
          <a:xfrm>
            <a:off x="6565900" y="4783138"/>
            <a:ext cx="576263" cy="1635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5F29547D-719A-4FB0-A4D8-566378FB488C}"/>
              </a:ext>
            </a:extLst>
          </p:cNvPr>
          <p:cNvSpPr/>
          <p:nvPr/>
        </p:nvSpPr>
        <p:spPr>
          <a:xfrm>
            <a:off x="6626225" y="4481513"/>
            <a:ext cx="465138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D9691463-D981-4BAC-9845-D2696A576982}"/>
              </a:ext>
            </a:extLst>
          </p:cNvPr>
          <p:cNvSpPr/>
          <p:nvPr/>
        </p:nvSpPr>
        <p:spPr>
          <a:xfrm>
            <a:off x="7404100" y="4386263"/>
            <a:ext cx="619125" cy="165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3" name="圆角矩形 22">
            <a:extLst>
              <a:ext uri="{FF2B5EF4-FFF2-40B4-BE49-F238E27FC236}">
                <a16:creationId xmlns:a16="http://schemas.microsoft.com/office/drawing/2014/main" id="{A0228E38-5B64-4805-9625-08C5A75F5E77}"/>
              </a:ext>
            </a:extLst>
          </p:cNvPr>
          <p:cNvSpPr/>
          <p:nvPr/>
        </p:nvSpPr>
        <p:spPr>
          <a:xfrm>
            <a:off x="5105400" y="2725738"/>
            <a:ext cx="1012825" cy="2143125"/>
          </a:xfrm>
          <a:prstGeom prst="roundRect">
            <a:avLst/>
          </a:prstGeom>
          <a:solidFill>
            <a:schemeClr val="accent2">
              <a:lumMod val="75000"/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71F8D4C-4DFF-4149-9AC7-5D6F873D5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0800" y="3516313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7" name="圆角矩形 26">
            <a:extLst>
              <a:ext uri="{FF2B5EF4-FFF2-40B4-BE49-F238E27FC236}">
                <a16:creationId xmlns:a16="http://schemas.microsoft.com/office/drawing/2014/main" id="{B41502FA-8637-403A-857D-5280A07132F7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8" name="圆角矩形 27">
            <a:extLst>
              <a:ext uri="{FF2B5EF4-FFF2-40B4-BE49-F238E27FC236}">
                <a16:creationId xmlns:a16="http://schemas.microsoft.com/office/drawing/2014/main" id="{6C82EF37-12C2-4F8A-A835-D87456497238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20EF8AC4-39AD-4AD5-86BD-D894621EAE32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8F00BD52-2DF8-4B65-9F7A-683F300AE4FF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136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标题 1">
            <a:extLst>
              <a:ext uri="{FF2B5EF4-FFF2-40B4-BE49-F238E27FC236}">
                <a16:creationId xmlns:a16="http://schemas.microsoft.com/office/drawing/2014/main" id="{17C5E245-8653-45BA-A7DE-F1AC381672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34819" name="日期占位符 2">
            <a:extLst>
              <a:ext uri="{FF2B5EF4-FFF2-40B4-BE49-F238E27FC236}">
                <a16:creationId xmlns:a16="http://schemas.microsoft.com/office/drawing/2014/main" id="{6B28451B-BE4E-4AD2-BBBD-7EDC3A807B1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7742A2E-F764-4F3D-BAF2-D4648FE8A92C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4821" name="日期占位符 3">
            <a:extLst>
              <a:ext uri="{FF2B5EF4-FFF2-40B4-BE49-F238E27FC236}">
                <a16:creationId xmlns:a16="http://schemas.microsoft.com/office/drawing/2014/main" id="{8D52C0E1-D751-4FE7-9837-B661D4D89A4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BA8C9CAD-9378-4CCA-8BEB-4AC32443C19E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34823" name="Picture 2">
            <a:extLst>
              <a:ext uri="{FF2B5EF4-FFF2-40B4-BE49-F238E27FC236}">
                <a16:creationId xmlns:a16="http://schemas.microsoft.com/office/drawing/2014/main" id="{07797DA9-30E5-4609-A5F1-056CBC68DA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4" name="TextBox 32">
            <a:extLst>
              <a:ext uri="{FF2B5EF4-FFF2-40B4-BE49-F238E27FC236}">
                <a16:creationId xmlns:a16="http://schemas.microsoft.com/office/drawing/2014/main" id="{FEF3D010-414C-42CB-A6B7-EA9D69452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1403350"/>
            <a:ext cx="1528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34825" name="TextBox 33">
            <a:extLst>
              <a:ext uri="{FF2B5EF4-FFF2-40B4-BE49-F238E27FC236}">
                <a16:creationId xmlns:a16="http://schemas.microsoft.com/office/drawing/2014/main" id="{DD38F3FA-ED17-4195-9AEF-C8D29A7C99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25" y="5661025"/>
            <a:ext cx="16954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5FB54B17-1B05-465A-BCAE-58DFE340A49C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4827" name="TextBox 19">
            <a:extLst>
              <a:ext uri="{FF2B5EF4-FFF2-40B4-BE49-F238E27FC236}">
                <a16:creationId xmlns:a16="http://schemas.microsoft.com/office/drawing/2014/main" id="{251F5D49-96FF-40C8-B0E6-32E4D55C13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34828" name="TextBox 20">
            <a:extLst>
              <a:ext uri="{FF2B5EF4-FFF2-40B4-BE49-F238E27FC236}">
                <a16:creationId xmlns:a16="http://schemas.microsoft.com/office/drawing/2014/main" id="{C86CED0D-4599-4217-8738-2E070B4A23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248E8677-A077-48E1-84AF-A27D9E358E78}"/>
              </a:ext>
            </a:extLst>
          </p:cNvPr>
          <p:cNvSpPr/>
          <p:nvPr/>
        </p:nvSpPr>
        <p:spPr>
          <a:xfrm>
            <a:off x="1212850" y="1800225"/>
            <a:ext cx="31115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0221A46A-6D99-4F17-B63B-EDFFD1887096}"/>
              </a:ext>
            </a:extLst>
          </p:cNvPr>
          <p:cNvSpPr/>
          <p:nvPr/>
        </p:nvSpPr>
        <p:spPr>
          <a:xfrm>
            <a:off x="3838575" y="5372100"/>
            <a:ext cx="800100" cy="26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3" name="圆角矩形 22">
            <a:extLst>
              <a:ext uri="{FF2B5EF4-FFF2-40B4-BE49-F238E27FC236}">
                <a16:creationId xmlns:a16="http://schemas.microsoft.com/office/drawing/2014/main" id="{A25E609F-338E-4884-BE77-AD531BB7BF2C}"/>
              </a:ext>
            </a:extLst>
          </p:cNvPr>
          <p:cNvSpPr/>
          <p:nvPr/>
        </p:nvSpPr>
        <p:spPr>
          <a:xfrm>
            <a:off x="5105400" y="2725738"/>
            <a:ext cx="1012825" cy="2143125"/>
          </a:xfrm>
          <a:prstGeom prst="roundRect">
            <a:avLst/>
          </a:prstGeom>
          <a:solidFill>
            <a:schemeClr val="accent2">
              <a:lumMod val="75000"/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B6BB857-8CA1-4ED2-813C-72A245609F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0800" y="3516313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162C3BC-F140-4619-ACBD-39E28E9324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8263" y="5083175"/>
            <a:ext cx="987425" cy="585788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圆角矩形 27">
            <a:extLst>
              <a:ext uri="{FF2B5EF4-FFF2-40B4-BE49-F238E27FC236}">
                <a16:creationId xmlns:a16="http://schemas.microsoft.com/office/drawing/2014/main" id="{E04C10A1-1B7D-42D1-9498-BBEC49663E28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9" name="圆角矩形 28">
            <a:extLst>
              <a:ext uri="{FF2B5EF4-FFF2-40B4-BE49-F238E27FC236}">
                <a16:creationId xmlns:a16="http://schemas.microsoft.com/office/drawing/2014/main" id="{63C42CE3-B06E-4D45-BD0E-895E2AB2266C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4C56656D-4948-4ABB-80A2-4A10D3F260D3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294C49B1-D9D3-4CB9-81ED-1EE67640854B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137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标题 1">
            <a:extLst>
              <a:ext uri="{FF2B5EF4-FFF2-40B4-BE49-F238E27FC236}">
                <a16:creationId xmlns:a16="http://schemas.microsoft.com/office/drawing/2014/main" id="{D09F5009-A030-4382-A2A5-3C5F73D836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35843" name="日期占位符 2">
            <a:extLst>
              <a:ext uri="{FF2B5EF4-FFF2-40B4-BE49-F238E27FC236}">
                <a16:creationId xmlns:a16="http://schemas.microsoft.com/office/drawing/2014/main" id="{A6D3ED31-E13B-41CB-B6F1-113E0884B1D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29E68D47-E8D9-4481-A62D-41C007B8F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5845" name="日期占位符 3">
            <a:extLst>
              <a:ext uri="{FF2B5EF4-FFF2-40B4-BE49-F238E27FC236}">
                <a16:creationId xmlns:a16="http://schemas.microsoft.com/office/drawing/2014/main" id="{AAEE2A74-D7CC-4C99-A795-AD0836BF9817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FA55998E-CA6F-400D-9536-95B73D51404C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5846" name="灯片编号占位符 5">
            <a:extLst>
              <a:ext uri="{FF2B5EF4-FFF2-40B4-BE49-F238E27FC236}">
                <a16:creationId xmlns:a16="http://schemas.microsoft.com/office/drawing/2014/main" id="{F73539D0-FF78-4D07-B3E1-6D77CA2A5D6C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D4DC9898-CC2F-423C-84ED-1371B5ABB06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138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pic>
        <p:nvPicPr>
          <p:cNvPr id="35847" name="Picture 2">
            <a:extLst>
              <a:ext uri="{FF2B5EF4-FFF2-40B4-BE49-F238E27FC236}">
                <a16:creationId xmlns:a16="http://schemas.microsoft.com/office/drawing/2014/main" id="{CB9AE181-036C-4962-843C-19EDEBDDDD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8" name="TextBox 32">
            <a:extLst>
              <a:ext uri="{FF2B5EF4-FFF2-40B4-BE49-F238E27FC236}">
                <a16:creationId xmlns:a16="http://schemas.microsoft.com/office/drawing/2014/main" id="{2C9557C4-A2DE-4986-8BD3-ABE3A960AE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1403350"/>
            <a:ext cx="1528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35849" name="TextBox 33">
            <a:extLst>
              <a:ext uri="{FF2B5EF4-FFF2-40B4-BE49-F238E27FC236}">
                <a16:creationId xmlns:a16="http://schemas.microsoft.com/office/drawing/2014/main" id="{57B4C84E-A574-4FC8-9A22-5C4D133D3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25" y="5661025"/>
            <a:ext cx="16954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5850" name="TextBox 20">
            <a:extLst>
              <a:ext uri="{FF2B5EF4-FFF2-40B4-BE49-F238E27FC236}">
                <a16:creationId xmlns:a16="http://schemas.microsoft.com/office/drawing/2014/main" id="{DBBE259F-604F-43FB-B108-4D1AB5D6C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3" name="圆角矩形 22">
            <a:extLst>
              <a:ext uri="{FF2B5EF4-FFF2-40B4-BE49-F238E27FC236}">
                <a16:creationId xmlns:a16="http://schemas.microsoft.com/office/drawing/2014/main" id="{1BEEB245-11AA-442E-96AD-84BE47778E22}"/>
              </a:ext>
            </a:extLst>
          </p:cNvPr>
          <p:cNvSpPr/>
          <p:nvPr/>
        </p:nvSpPr>
        <p:spPr>
          <a:xfrm>
            <a:off x="5105400" y="2725738"/>
            <a:ext cx="1012825" cy="2143125"/>
          </a:xfrm>
          <a:prstGeom prst="roundRect">
            <a:avLst/>
          </a:prstGeom>
          <a:solidFill>
            <a:schemeClr val="accent2">
              <a:lumMod val="75000"/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6B087C3-9B10-47F3-B7FD-484E254FF4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0800" y="3516313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5ACC26F-CA1C-469F-8F57-6A6A566017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8263" y="5083175"/>
            <a:ext cx="987425" cy="585788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圆角矩形 27">
            <a:extLst>
              <a:ext uri="{FF2B5EF4-FFF2-40B4-BE49-F238E27FC236}">
                <a16:creationId xmlns:a16="http://schemas.microsoft.com/office/drawing/2014/main" id="{B1C383AF-26E2-4C63-98E9-F1BD14216B05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9" name="圆角矩形 28">
            <a:extLst>
              <a:ext uri="{FF2B5EF4-FFF2-40B4-BE49-F238E27FC236}">
                <a16:creationId xmlns:a16="http://schemas.microsoft.com/office/drawing/2014/main" id="{3F3E3376-BFCB-4F36-932D-B4285A7E99F7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5856" name="TextBox 23">
            <a:extLst>
              <a:ext uri="{FF2B5EF4-FFF2-40B4-BE49-F238E27FC236}">
                <a16:creationId xmlns:a16="http://schemas.microsoft.com/office/drawing/2014/main" id="{58E3F1D1-CB65-4725-AC55-8DBDB5A674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563" y="1138238"/>
            <a:ext cx="17843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Inputs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(Instruction)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5857" name="TextBox 29">
            <a:extLst>
              <a:ext uri="{FF2B5EF4-FFF2-40B4-BE49-F238E27FC236}">
                <a16:creationId xmlns:a16="http://schemas.microsoft.com/office/drawing/2014/main" id="{5CAE09D2-532C-4B52-9E96-F7ABA204BA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1825" y="5661025"/>
            <a:ext cx="19510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D91895D7-7B71-43F0-A4AC-BA997F21D679}"/>
              </a:ext>
            </a:extLst>
          </p:cNvPr>
          <p:cNvSpPr/>
          <p:nvPr/>
        </p:nvSpPr>
        <p:spPr>
          <a:xfrm>
            <a:off x="766763" y="2098675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5859" name="TextBox 19">
            <a:extLst>
              <a:ext uri="{FF2B5EF4-FFF2-40B4-BE49-F238E27FC236}">
                <a16:creationId xmlns:a16="http://schemas.microsoft.com/office/drawing/2014/main" id="{58AA6A8E-33A6-427B-BFFD-A7160A54A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</p:spTree>
    <p:custDataLst>
      <p:tags r:id="rId1"/>
    </p:custDataLst>
  </p:cSld>
  <p:clrMapOvr>
    <a:masterClrMapping/>
  </p:clrMapOvr>
  <p:transition advTm="135752"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标题 1">
            <a:extLst>
              <a:ext uri="{FF2B5EF4-FFF2-40B4-BE49-F238E27FC236}">
                <a16:creationId xmlns:a16="http://schemas.microsoft.com/office/drawing/2014/main" id="{0C5AA552-BD40-4078-A91F-CB3B11FA3B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4313" y="44450"/>
            <a:ext cx="8686800" cy="839788"/>
          </a:xfrm>
        </p:spPr>
        <p:txBody>
          <a:bodyPr/>
          <a:lstStyle/>
          <a:p>
            <a:pPr marL="534988" indent="-534988"/>
            <a:r>
              <a:rPr lang="en-US" altLang="zh-CN"/>
              <a:t>Organization of Center Processor Unit</a:t>
            </a:r>
            <a:endParaRPr lang="zh-CN" altLang="en-US"/>
          </a:p>
        </p:txBody>
      </p:sp>
      <p:sp>
        <p:nvSpPr>
          <p:cNvPr id="36867" name="日期占位符 2">
            <a:extLst>
              <a:ext uri="{FF2B5EF4-FFF2-40B4-BE49-F238E27FC236}">
                <a16:creationId xmlns:a16="http://schemas.microsoft.com/office/drawing/2014/main" id="{AFF4C608-F3A3-46A5-824E-39FFA0FD1F0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120720B-B452-4D06-80E8-FEEFFE40B0BC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6869" name="日期占位符 3">
            <a:extLst>
              <a:ext uri="{FF2B5EF4-FFF2-40B4-BE49-F238E27FC236}">
                <a16:creationId xmlns:a16="http://schemas.microsoft.com/office/drawing/2014/main" id="{1F40B5FA-E00E-404D-98F3-F6EC6B6D9528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5D258196-90A1-4707-824B-B4DEB4CAE1F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pic>
        <p:nvPicPr>
          <p:cNvPr id="36871" name="Picture 2">
            <a:extLst>
              <a:ext uri="{FF2B5EF4-FFF2-40B4-BE49-F238E27FC236}">
                <a16:creationId xmlns:a16="http://schemas.microsoft.com/office/drawing/2014/main" id="{C0365174-82C1-4FF5-8ED5-60DE548042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" y="1716088"/>
            <a:ext cx="8577263" cy="39989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2" name="TextBox 32">
            <a:extLst>
              <a:ext uri="{FF2B5EF4-FFF2-40B4-BE49-F238E27FC236}">
                <a16:creationId xmlns:a16="http://schemas.microsoft.com/office/drawing/2014/main" id="{A4710ECD-7468-4CCA-9328-DD7B8E05FF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1403350"/>
            <a:ext cx="1528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36873" name="TextBox 33">
            <a:extLst>
              <a:ext uri="{FF2B5EF4-FFF2-40B4-BE49-F238E27FC236}">
                <a16:creationId xmlns:a16="http://schemas.microsoft.com/office/drawing/2014/main" id="{D043AF99-3590-441D-AB31-E42DF42F4A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25" y="5661025"/>
            <a:ext cx="16954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6874" name="TextBox 19">
            <a:extLst>
              <a:ext uri="{FF2B5EF4-FFF2-40B4-BE49-F238E27FC236}">
                <a16:creationId xmlns:a16="http://schemas.microsoft.com/office/drawing/2014/main" id="{24A95B5E-203A-464B-8407-7600CE51A7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2116138"/>
            <a:ext cx="1397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36875" name="TextBox 20">
            <a:extLst>
              <a:ext uri="{FF2B5EF4-FFF2-40B4-BE49-F238E27FC236}">
                <a16:creationId xmlns:a16="http://schemas.microsoft.com/office/drawing/2014/main" id="{068CBC5E-AF21-496E-AE8F-67D247767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2060575"/>
            <a:ext cx="1439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3" name="圆角矩形 22">
            <a:extLst>
              <a:ext uri="{FF2B5EF4-FFF2-40B4-BE49-F238E27FC236}">
                <a16:creationId xmlns:a16="http://schemas.microsoft.com/office/drawing/2014/main" id="{C7BC79FB-5B22-4660-96B2-4035CD565F27}"/>
              </a:ext>
            </a:extLst>
          </p:cNvPr>
          <p:cNvSpPr/>
          <p:nvPr/>
        </p:nvSpPr>
        <p:spPr>
          <a:xfrm>
            <a:off x="5105400" y="2725738"/>
            <a:ext cx="1012825" cy="2143125"/>
          </a:xfrm>
          <a:prstGeom prst="roundRect">
            <a:avLst/>
          </a:prstGeom>
          <a:solidFill>
            <a:schemeClr val="accent2">
              <a:lumMod val="75000"/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8B93DAE-3261-43A6-9D22-EFB236F6F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0800" y="3516313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E42F129-D30E-4D23-BA0C-E0AD51081C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8263" y="5083175"/>
            <a:ext cx="987425" cy="585788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圆角矩形 27">
            <a:extLst>
              <a:ext uri="{FF2B5EF4-FFF2-40B4-BE49-F238E27FC236}">
                <a16:creationId xmlns:a16="http://schemas.microsoft.com/office/drawing/2014/main" id="{E2E50340-661B-44AA-AC2B-727F67662C86}"/>
              </a:ext>
            </a:extLst>
          </p:cNvPr>
          <p:cNvSpPr/>
          <p:nvPr/>
        </p:nvSpPr>
        <p:spPr>
          <a:xfrm>
            <a:off x="6883400" y="3213100"/>
            <a:ext cx="995363" cy="576263"/>
          </a:xfrm>
          <a:prstGeom prst="roundRect">
            <a:avLst/>
          </a:prstGeom>
          <a:solidFill>
            <a:srgbClr val="FFFF0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9" name="圆角矩形 28">
            <a:extLst>
              <a:ext uri="{FF2B5EF4-FFF2-40B4-BE49-F238E27FC236}">
                <a16:creationId xmlns:a16="http://schemas.microsoft.com/office/drawing/2014/main" id="{9C980152-7B3A-416C-A54A-39236437A998}"/>
              </a:ext>
            </a:extLst>
          </p:cNvPr>
          <p:cNvSpPr/>
          <p:nvPr/>
        </p:nvSpPr>
        <p:spPr>
          <a:xfrm>
            <a:off x="6883400" y="3860800"/>
            <a:ext cx="990600" cy="476250"/>
          </a:xfrm>
          <a:prstGeom prst="roundRect">
            <a:avLst/>
          </a:prstGeom>
          <a:solidFill>
            <a:srgbClr val="FF000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6881" name="TextBox 23">
            <a:extLst>
              <a:ext uri="{FF2B5EF4-FFF2-40B4-BE49-F238E27FC236}">
                <a16:creationId xmlns:a16="http://schemas.microsoft.com/office/drawing/2014/main" id="{825B58EC-034D-41D4-8D17-E701EFC965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563" y="1138238"/>
            <a:ext cx="17843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Inputs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(Instruction)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6882" name="TextBox 29">
            <a:extLst>
              <a:ext uri="{FF2B5EF4-FFF2-40B4-BE49-F238E27FC236}">
                <a16:creationId xmlns:a16="http://schemas.microsoft.com/office/drawing/2014/main" id="{9823152A-C2BE-4D2B-8F5C-A26734E11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1825" y="5661025"/>
            <a:ext cx="19510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43E1F74-2503-488C-A9BC-FB8E805C48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8525" y="973138"/>
            <a:ext cx="4667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P1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8109BECD-F944-4A07-9EAE-FEE9C82826F3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56C3603F-BA1D-4708-90AC-54A9BB73886E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139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 advTm="135752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8" name="Text Box 4"/>
          <p:cNvSpPr txBox="1">
            <a:spLocks noChangeArrowheads="1"/>
          </p:cNvSpPr>
          <p:nvPr/>
        </p:nvSpPr>
        <p:spPr bwMode="auto">
          <a:xfrm>
            <a:off x="336783" y="1052493"/>
            <a:ext cx="237443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buClr>
                <a:schemeClr val="tx2"/>
              </a:buClr>
              <a:buSzPct val="75000"/>
              <a:buFont typeface="Wingdings" pitchFamily="2" charset="2"/>
              <a:buNone/>
            </a:pPr>
            <a:r>
              <a:rPr lang="en-US" altLang="zh-CN" sz="1800" i="1" dirty="0">
                <a:solidFill>
                  <a:srgbClr val="FF0000"/>
                </a:solidFill>
                <a:latin typeface="Arial Narrow" pitchFamily="34" charset="0"/>
                <a:ea typeface="宋体" pitchFamily="2" charset="-122"/>
              </a:rPr>
              <a:t>Fetch, Decoder, Execute</a:t>
            </a:r>
            <a:endParaRPr lang="en-US" altLang="zh-CN" sz="700" i="1" dirty="0">
              <a:solidFill>
                <a:srgbClr val="FF0000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09" name="AutoShape 5"/>
          <p:cNvSpPr>
            <a:spLocks noChangeArrowheads="1"/>
          </p:cNvSpPr>
          <p:nvPr/>
        </p:nvSpPr>
        <p:spPr bwMode="auto">
          <a:xfrm>
            <a:off x="6659905" y="4690376"/>
            <a:ext cx="298450" cy="223838"/>
          </a:xfrm>
          <a:prstGeom prst="downArrow">
            <a:avLst>
              <a:gd name="adj1" fmla="val 50000"/>
              <a:gd name="adj2" fmla="val 25000"/>
            </a:avLst>
          </a:prstGeom>
          <a:solidFill>
            <a:srgbClr val="33CC33"/>
          </a:solidFill>
          <a:ln w="28575">
            <a:solidFill>
              <a:srgbClr val="00CC00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10" name="Line 6"/>
          <p:cNvSpPr>
            <a:spLocks noChangeShapeType="1"/>
          </p:cNvSpPr>
          <p:nvPr/>
        </p:nvSpPr>
        <p:spPr bwMode="auto">
          <a:xfrm>
            <a:off x="7480642" y="5278545"/>
            <a:ext cx="0" cy="223838"/>
          </a:xfrm>
          <a:prstGeom prst="line">
            <a:avLst/>
          </a:prstGeom>
          <a:noFill/>
          <a:ln w="28575">
            <a:solidFill>
              <a:srgbClr val="00CC00"/>
            </a:solidFill>
            <a:round/>
            <a:headE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zh-CN" altLang="en-US" sz="1200"/>
          </a:p>
        </p:txBody>
      </p:sp>
      <p:sp>
        <p:nvSpPr>
          <p:cNvPr id="47111" name="AutoShape 7"/>
          <p:cNvSpPr>
            <a:spLocks noChangeArrowheads="1"/>
          </p:cNvSpPr>
          <p:nvPr/>
        </p:nvSpPr>
        <p:spPr bwMode="auto">
          <a:xfrm>
            <a:off x="2878480" y="4111734"/>
            <a:ext cx="336550" cy="226219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28575">
            <a:solidFill>
              <a:schemeClr val="accent1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12" name="AutoShape 8"/>
          <p:cNvSpPr>
            <a:spLocks noChangeArrowheads="1"/>
          </p:cNvSpPr>
          <p:nvPr/>
        </p:nvSpPr>
        <p:spPr bwMode="auto">
          <a:xfrm>
            <a:off x="2905467" y="4786818"/>
            <a:ext cx="280988" cy="122635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28575">
            <a:solidFill>
              <a:schemeClr val="accent1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18" name="Text Box 14"/>
          <p:cNvSpPr txBox="1">
            <a:spLocks noChangeArrowheads="1"/>
          </p:cNvSpPr>
          <p:nvPr/>
        </p:nvSpPr>
        <p:spPr bwMode="auto">
          <a:xfrm>
            <a:off x="1618005" y="253534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latin typeface="Arial" pitchFamily="34" charset="0"/>
                <a:ea typeface="宋体" pitchFamily="2" charset="-122"/>
              </a:rPr>
              <a:t>AB</a:t>
            </a:r>
          </a:p>
        </p:txBody>
      </p:sp>
      <p:sp>
        <p:nvSpPr>
          <p:cNvPr id="47119" name="Text Box 15"/>
          <p:cNvSpPr txBox="1">
            <a:spLocks noChangeArrowheads="1"/>
          </p:cNvSpPr>
          <p:nvPr/>
        </p:nvSpPr>
        <p:spPr bwMode="auto">
          <a:xfrm>
            <a:off x="5896317" y="2810380"/>
            <a:ext cx="433388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latin typeface="Arial" pitchFamily="34" charset="0"/>
                <a:ea typeface="宋体" pitchFamily="2" charset="-122"/>
              </a:rPr>
              <a:t>DB</a:t>
            </a:r>
          </a:p>
        </p:txBody>
      </p:sp>
      <p:sp>
        <p:nvSpPr>
          <p:cNvPr id="47120" name="AutoShape 16"/>
          <p:cNvSpPr>
            <a:spLocks noChangeArrowheads="1"/>
          </p:cNvSpPr>
          <p:nvPr/>
        </p:nvSpPr>
        <p:spPr bwMode="auto">
          <a:xfrm>
            <a:off x="1257642" y="3785502"/>
            <a:ext cx="330200" cy="196453"/>
          </a:xfrm>
          <a:prstGeom prst="up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28575">
            <a:solidFill>
              <a:schemeClr val="accent1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21" name="AutoShape 17"/>
          <p:cNvSpPr>
            <a:spLocks noChangeArrowheads="1"/>
          </p:cNvSpPr>
          <p:nvPr/>
        </p:nvSpPr>
        <p:spPr bwMode="auto">
          <a:xfrm>
            <a:off x="6651967" y="3795027"/>
            <a:ext cx="331788" cy="164306"/>
          </a:xfrm>
          <a:prstGeom prst="upDownArrow">
            <a:avLst>
              <a:gd name="adj1" fmla="val 50000"/>
              <a:gd name="adj2" fmla="val 20000"/>
            </a:avLst>
          </a:prstGeom>
          <a:solidFill>
            <a:schemeClr val="accent1"/>
          </a:solidFill>
          <a:ln w="28575">
            <a:solidFill>
              <a:schemeClr val="accent1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grpSp>
        <p:nvGrpSpPr>
          <p:cNvPr id="2" name="Group 19"/>
          <p:cNvGrpSpPr>
            <a:grpSpLocks/>
          </p:cNvGrpSpPr>
          <p:nvPr/>
        </p:nvGrpSpPr>
        <p:grpSpPr bwMode="auto">
          <a:xfrm>
            <a:off x="5575642" y="4470111"/>
            <a:ext cx="971550" cy="994172"/>
            <a:chOff x="3792" y="1565"/>
            <a:chExt cx="672" cy="1219"/>
          </a:xfrm>
        </p:grpSpPr>
        <p:sp>
          <p:nvSpPr>
            <p:cNvPr id="24742" name="AutoShape 20"/>
            <p:cNvSpPr>
              <a:spLocks noChangeArrowheads="1"/>
            </p:cNvSpPr>
            <p:nvPr/>
          </p:nvSpPr>
          <p:spPr bwMode="auto">
            <a:xfrm>
              <a:off x="3804" y="1565"/>
              <a:ext cx="245" cy="198"/>
            </a:xfrm>
            <a:prstGeom prst="rightArrow">
              <a:avLst>
                <a:gd name="adj1" fmla="val 50000"/>
                <a:gd name="adj2" fmla="val 30934"/>
              </a:avLst>
            </a:prstGeom>
            <a:solidFill>
              <a:srgbClr val="33CC33"/>
            </a:solidFill>
            <a:ln w="28575">
              <a:solidFill>
                <a:srgbClr val="00CC00"/>
              </a:solidFill>
              <a:miter lim="800000"/>
              <a:headEnd/>
              <a:tailEnd/>
            </a:ln>
          </p:spPr>
          <p:txBody>
            <a:bodyPr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43" name="Rectangle 21"/>
            <p:cNvSpPr>
              <a:spLocks noChangeArrowheads="1"/>
            </p:cNvSpPr>
            <p:nvPr/>
          </p:nvSpPr>
          <p:spPr bwMode="auto">
            <a:xfrm>
              <a:off x="3792" y="1632"/>
              <a:ext cx="96" cy="1152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CC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44" name="Rectangle 22"/>
            <p:cNvSpPr>
              <a:spLocks noChangeArrowheads="1"/>
            </p:cNvSpPr>
            <p:nvPr/>
          </p:nvSpPr>
          <p:spPr bwMode="auto">
            <a:xfrm>
              <a:off x="3792" y="2688"/>
              <a:ext cx="672" cy="96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CC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45" name="Rectangle 23"/>
            <p:cNvSpPr>
              <a:spLocks noChangeArrowheads="1"/>
            </p:cNvSpPr>
            <p:nvPr/>
          </p:nvSpPr>
          <p:spPr bwMode="auto">
            <a:xfrm>
              <a:off x="4368" y="2592"/>
              <a:ext cx="96" cy="192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CC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128" name="AutoShape 24"/>
          <p:cNvSpPr>
            <a:spLocks noChangeArrowheads="1"/>
          </p:cNvSpPr>
          <p:nvPr/>
        </p:nvSpPr>
        <p:spPr bwMode="auto">
          <a:xfrm>
            <a:off x="2905467" y="5172580"/>
            <a:ext cx="280988" cy="122635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28575">
            <a:solidFill>
              <a:schemeClr val="accent1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grpSp>
        <p:nvGrpSpPr>
          <p:cNvPr id="3" name="Group 25"/>
          <p:cNvGrpSpPr>
            <a:grpSpLocks/>
          </p:cNvGrpSpPr>
          <p:nvPr/>
        </p:nvGrpSpPr>
        <p:grpSpPr bwMode="auto">
          <a:xfrm>
            <a:off x="641692" y="3554520"/>
            <a:ext cx="7734300" cy="2306240"/>
            <a:chOff x="180" y="2002"/>
            <a:chExt cx="4872" cy="1937"/>
          </a:xfrm>
        </p:grpSpPr>
        <p:sp>
          <p:nvSpPr>
            <p:cNvPr id="24719" name="Line 26"/>
            <p:cNvSpPr>
              <a:spLocks noChangeShapeType="1"/>
            </p:cNvSpPr>
            <p:nvPr/>
          </p:nvSpPr>
          <p:spPr bwMode="auto">
            <a:xfrm>
              <a:off x="3233" y="2506"/>
              <a:ext cx="0" cy="1433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 anchorCtr="1"/>
            <a:lstStyle/>
            <a:p>
              <a:endParaRPr lang="zh-CN" altLang="en-US" sz="1200"/>
            </a:p>
          </p:txBody>
        </p:sp>
        <p:sp>
          <p:nvSpPr>
            <p:cNvPr id="24720" name="Line 27"/>
            <p:cNvSpPr>
              <a:spLocks noChangeShapeType="1"/>
            </p:cNvSpPr>
            <p:nvPr/>
          </p:nvSpPr>
          <p:spPr bwMode="auto">
            <a:xfrm>
              <a:off x="2376" y="2506"/>
              <a:ext cx="0" cy="1407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 anchorCtr="1"/>
            <a:lstStyle/>
            <a:p>
              <a:endParaRPr lang="zh-CN" altLang="en-US" sz="1200"/>
            </a:p>
          </p:txBody>
        </p:sp>
        <p:grpSp>
          <p:nvGrpSpPr>
            <p:cNvPr id="24721" name="Group 28"/>
            <p:cNvGrpSpPr>
              <a:grpSpLocks/>
            </p:cNvGrpSpPr>
            <p:nvPr/>
          </p:nvGrpSpPr>
          <p:grpSpPr bwMode="auto">
            <a:xfrm>
              <a:off x="3590" y="3134"/>
              <a:ext cx="1459" cy="320"/>
              <a:chOff x="4130" y="2264"/>
              <a:chExt cx="1459" cy="320"/>
            </a:xfrm>
          </p:grpSpPr>
          <p:sp>
            <p:nvSpPr>
              <p:cNvPr id="24734" name="Text Box 29"/>
              <p:cNvSpPr txBox="1">
                <a:spLocks noChangeArrowheads="1"/>
              </p:cNvSpPr>
              <p:nvPr/>
            </p:nvSpPr>
            <p:spPr bwMode="auto">
              <a:xfrm>
                <a:off x="4278" y="2381"/>
                <a:ext cx="1176" cy="1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 anchorCtr="1"/>
              <a:lstStyle>
                <a:lvl1pPr>
                  <a:spcBef>
                    <a:spcPct val="20000"/>
                  </a:spcBef>
                  <a:buAutoNum type="ea1JpnChsDbPeriod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zh-CN" sz="1600" dirty="0" err="1">
                    <a:latin typeface="Arial" pitchFamily="34" charset="0"/>
                    <a:ea typeface="宋体" pitchFamily="2" charset="-122"/>
                  </a:rPr>
                  <a:t>ALU</a:t>
                </a:r>
                <a:endParaRPr lang="en-US" altLang="zh-CN" sz="1600" dirty="0">
                  <a:latin typeface="Arial" pitchFamily="34" charset="0"/>
                  <a:ea typeface="宋体" pitchFamily="2" charset="-122"/>
                </a:endParaRPr>
              </a:p>
            </p:txBody>
          </p:sp>
          <p:sp>
            <p:nvSpPr>
              <p:cNvPr id="24735" name="Line 30"/>
              <p:cNvSpPr>
                <a:spLocks noChangeShapeType="1"/>
              </p:cNvSpPr>
              <p:nvPr/>
            </p:nvSpPr>
            <p:spPr bwMode="auto">
              <a:xfrm>
                <a:off x="4308" y="2584"/>
                <a:ext cx="1088" cy="0"/>
              </a:xfrm>
              <a:prstGeom prst="line">
                <a:avLst/>
              </a:prstGeom>
              <a:noFill/>
              <a:ln w="28575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736" name="Line 31"/>
              <p:cNvSpPr>
                <a:spLocks noChangeShapeType="1"/>
              </p:cNvSpPr>
              <p:nvPr/>
            </p:nvSpPr>
            <p:spPr bwMode="auto">
              <a:xfrm>
                <a:off x="4134" y="2274"/>
                <a:ext cx="178" cy="306"/>
              </a:xfrm>
              <a:prstGeom prst="line">
                <a:avLst/>
              </a:prstGeom>
              <a:noFill/>
              <a:ln w="28575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737" name="Line 32"/>
              <p:cNvSpPr>
                <a:spLocks noChangeShapeType="1"/>
              </p:cNvSpPr>
              <p:nvPr/>
            </p:nvSpPr>
            <p:spPr bwMode="auto">
              <a:xfrm flipH="1">
                <a:off x="5407" y="2264"/>
                <a:ext cx="182" cy="316"/>
              </a:xfrm>
              <a:prstGeom prst="line">
                <a:avLst/>
              </a:prstGeom>
              <a:noFill/>
              <a:ln w="28575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738" name="Line 33"/>
              <p:cNvSpPr>
                <a:spLocks noChangeShapeType="1"/>
              </p:cNvSpPr>
              <p:nvPr/>
            </p:nvSpPr>
            <p:spPr bwMode="auto">
              <a:xfrm>
                <a:off x="4130" y="2274"/>
                <a:ext cx="623" cy="0"/>
              </a:xfrm>
              <a:prstGeom prst="line">
                <a:avLst/>
              </a:prstGeom>
              <a:noFill/>
              <a:ln w="28575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739" name="Line 34"/>
              <p:cNvSpPr>
                <a:spLocks noChangeShapeType="1"/>
              </p:cNvSpPr>
              <p:nvPr/>
            </p:nvSpPr>
            <p:spPr bwMode="auto">
              <a:xfrm>
                <a:off x="4753" y="2274"/>
                <a:ext cx="99" cy="59"/>
              </a:xfrm>
              <a:prstGeom prst="line">
                <a:avLst/>
              </a:prstGeom>
              <a:noFill/>
              <a:ln w="28575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740" name="Line 35"/>
              <p:cNvSpPr>
                <a:spLocks noChangeShapeType="1"/>
              </p:cNvSpPr>
              <p:nvPr/>
            </p:nvSpPr>
            <p:spPr bwMode="auto">
              <a:xfrm flipV="1">
                <a:off x="4852" y="2276"/>
                <a:ext cx="87" cy="57"/>
              </a:xfrm>
              <a:prstGeom prst="line">
                <a:avLst/>
              </a:prstGeom>
              <a:noFill/>
              <a:ln w="28575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741" name="Line 36"/>
              <p:cNvSpPr>
                <a:spLocks noChangeShapeType="1"/>
              </p:cNvSpPr>
              <p:nvPr/>
            </p:nvSpPr>
            <p:spPr bwMode="auto">
              <a:xfrm>
                <a:off x="4962" y="2274"/>
                <a:ext cx="612" cy="0"/>
              </a:xfrm>
              <a:prstGeom prst="line">
                <a:avLst/>
              </a:prstGeom>
              <a:noFill/>
              <a:ln w="28575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</p:grpSp>
        <p:sp>
          <p:nvSpPr>
            <p:cNvPr id="24722" name="Text Box 37"/>
            <p:cNvSpPr txBox="1">
              <a:spLocks noChangeArrowheads="1"/>
            </p:cNvSpPr>
            <p:nvPr/>
          </p:nvSpPr>
          <p:spPr bwMode="auto">
            <a:xfrm>
              <a:off x="3519" y="2764"/>
              <a:ext cx="885" cy="193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Register1(R1)</a:t>
              </a:r>
            </a:p>
          </p:txBody>
        </p:sp>
        <p:sp>
          <p:nvSpPr>
            <p:cNvPr id="24723" name="Text Box 38"/>
            <p:cNvSpPr txBox="1">
              <a:spLocks noChangeArrowheads="1"/>
            </p:cNvSpPr>
            <p:nvPr/>
          </p:nvSpPr>
          <p:spPr bwMode="auto">
            <a:xfrm>
              <a:off x="4449" y="2757"/>
              <a:ext cx="603" cy="187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Temp Reg</a:t>
              </a:r>
              <a:endParaRPr lang="zh-CN" altLang="en-US" sz="12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24" name="Text Box 39"/>
            <p:cNvSpPr txBox="1">
              <a:spLocks noChangeArrowheads="1"/>
            </p:cNvSpPr>
            <p:nvPr/>
          </p:nvSpPr>
          <p:spPr bwMode="auto">
            <a:xfrm>
              <a:off x="3975" y="3645"/>
              <a:ext cx="1053" cy="174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Flag Register (FR)</a:t>
              </a:r>
            </a:p>
          </p:txBody>
        </p:sp>
        <p:sp>
          <p:nvSpPr>
            <p:cNvPr id="24725" name="Text Box 40"/>
            <p:cNvSpPr txBox="1">
              <a:spLocks noChangeArrowheads="1"/>
            </p:cNvSpPr>
            <p:nvPr/>
          </p:nvSpPr>
          <p:spPr bwMode="auto">
            <a:xfrm>
              <a:off x="2475" y="2820"/>
              <a:ext cx="684" cy="478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Register File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(RF)</a:t>
              </a:r>
              <a:endParaRPr lang="zh-CN" altLang="en-US" sz="12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26" name="Text Box 41"/>
            <p:cNvSpPr txBox="1">
              <a:spLocks noChangeArrowheads="1"/>
            </p:cNvSpPr>
            <p:nvPr/>
          </p:nvSpPr>
          <p:spPr bwMode="auto">
            <a:xfrm>
              <a:off x="1106" y="3462"/>
              <a:ext cx="1184" cy="220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Operator Controller (OC)</a:t>
              </a:r>
            </a:p>
          </p:txBody>
        </p:sp>
        <p:sp>
          <p:nvSpPr>
            <p:cNvPr id="24727" name="Text Box 42"/>
            <p:cNvSpPr txBox="1">
              <a:spLocks noChangeArrowheads="1"/>
            </p:cNvSpPr>
            <p:nvPr/>
          </p:nvSpPr>
          <p:spPr bwMode="auto">
            <a:xfrm>
              <a:off x="1106" y="3150"/>
              <a:ext cx="1184" cy="177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Instruction Decoder (ID)</a:t>
              </a:r>
            </a:p>
          </p:txBody>
        </p:sp>
        <p:sp>
          <p:nvSpPr>
            <p:cNvPr id="24728" name="Text Box 43"/>
            <p:cNvSpPr txBox="1">
              <a:spLocks noChangeArrowheads="1"/>
            </p:cNvSpPr>
            <p:nvPr/>
          </p:nvSpPr>
          <p:spPr bwMode="auto">
            <a:xfrm>
              <a:off x="1106" y="2658"/>
              <a:ext cx="1133" cy="367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just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Instruction Register (IR)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100" dirty="0">
                  <a:latin typeface="Arial" pitchFamily="34" charset="0"/>
                  <a:ea typeface="宋体" pitchFamily="2" charset="-122"/>
                </a:rPr>
                <a:t>  Opcode, Operand</a:t>
              </a:r>
              <a:endParaRPr lang="zh-CN" altLang="en-US" sz="11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29" name="AutoShape 44"/>
            <p:cNvSpPr>
              <a:spLocks noChangeArrowheads="1"/>
            </p:cNvSpPr>
            <p:nvPr/>
          </p:nvSpPr>
          <p:spPr bwMode="auto">
            <a:xfrm>
              <a:off x="444" y="2334"/>
              <a:ext cx="4563" cy="176"/>
            </a:xfrm>
            <a:prstGeom prst="leftRightArrow">
              <a:avLst>
                <a:gd name="adj1" fmla="val 55556"/>
                <a:gd name="adj2" fmla="val 67216"/>
              </a:avLst>
            </a:prstGeom>
            <a:solidFill>
              <a:schemeClr val="accent1"/>
            </a:solidFill>
            <a:ln w="9525">
              <a:solidFill>
                <a:schemeClr val="accent1"/>
              </a:solidFill>
              <a:miter lim="800000"/>
              <a:headEnd/>
              <a:tailEnd/>
            </a:ln>
          </p:spPr>
          <p:txBody>
            <a:bodyPr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30" name="Text Box 45"/>
            <p:cNvSpPr txBox="1">
              <a:spLocks noChangeArrowheads="1"/>
            </p:cNvSpPr>
            <p:nvPr/>
          </p:nvSpPr>
          <p:spPr bwMode="auto">
            <a:xfrm>
              <a:off x="2106" y="2193"/>
              <a:ext cx="952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Internal BUS</a:t>
              </a:r>
              <a:endParaRPr lang="zh-CN" altLang="en-US" sz="12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31" name="Text Box 46"/>
            <p:cNvSpPr txBox="1">
              <a:spLocks noChangeArrowheads="1"/>
            </p:cNvSpPr>
            <p:nvPr/>
          </p:nvSpPr>
          <p:spPr bwMode="auto">
            <a:xfrm>
              <a:off x="180" y="2002"/>
              <a:ext cx="975" cy="185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Address Buffer</a:t>
              </a:r>
              <a:endParaRPr lang="zh-CN" altLang="en-US" sz="12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32" name="Text Box 47"/>
            <p:cNvSpPr txBox="1">
              <a:spLocks noChangeArrowheads="1"/>
            </p:cNvSpPr>
            <p:nvPr/>
          </p:nvSpPr>
          <p:spPr bwMode="auto">
            <a:xfrm>
              <a:off x="3658" y="2002"/>
              <a:ext cx="840" cy="193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Data Buffer</a:t>
              </a:r>
              <a:endParaRPr lang="zh-CN" altLang="en-US" sz="12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33" name="Text Box 48"/>
            <p:cNvSpPr txBox="1">
              <a:spLocks noChangeArrowheads="1"/>
            </p:cNvSpPr>
            <p:nvPr/>
          </p:nvSpPr>
          <p:spPr bwMode="auto">
            <a:xfrm>
              <a:off x="370" y="2725"/>
              <a:ext cx="650" cy="389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Program Couter (PC)</a:t>
              </a:r>
            </a:p>
          </p:txBody>
        </p:sp>
      </p:grpSp>
      <p:sp>
        <p:nvSpPr>
          <p:cNvPr id="47153" name="AutoShape 49"/>
          <p:cNvSpPr>
            <a:spLocks noChangeArrowheads="1"/>
          </p:cNvSpPr>
          <p:nvPr/>
        </p:nvSpPr>
        <p:spPr bwMode="auto">
          <a:xfrm>
            <a:off x="1322730" y="4109352"/>
            <a:ext cx="328612" cy="283369"/>
          </a:xfrm>
          <a:prstGeom prst="upDownArrow">
            <a:avLst>
              <a:gd name="adj1" fmla="val 50000"/>
              <a:gd name="adj2" fmla="val 22995"/>
            </a:avLst>
          </a:prstGeom>
          <a:solidFill>
            <a:schemeClr val="accent1"/>
          </a:solidFill>
          <a:ln w="28575">
            <a:solidFill>
              <a:schemeClr val="accent1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54" name="Text Box 50"/>
          <p:cNvSpPr txBox="1">
            <a:spLocks noChangeArrowheads="1"/>
          </p:cNvSpPr>
          <p:nvPr/>
        </p:nvSpPr>
        <p:spPr bwMode="auto">
          <a:xfrm>
            <a:off x="2334771" y="2204804"/>
            <a:ext cx="673102" cy="963215"/>
          </a:xfrm>
          <a:prstGeom prst="rect">
            <a:avLst/>
          </a:prstGeom>
          <a:noFill/>
          <a:ln w="28575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Address Decoder</a:t>
            </a:r>
            <a:endParaRPr lang="zh-CN" altLang="en-US" sz="1200" dirty="0">
              <a:latin typeface="Arial" pitchFamily="34" charset="0"/>
              <a:ea typeface="宋体" pitchFamily="2" charset="-122"/>
            </a:endParaRPr>
          </a:p>
        </p:txBody>
      </p:sp>
      <p:grpSp>
        <p:nvGrpSpPr>
          <p:cNvPr id="5" name="Group 51"/>
          <p:cNvGrpSpPr>
            <a:grpSpLocks/>
          </p:cNvGrpSpPr>
          <p:nvPr/>
        </p:nvGrpSpPr>
        <p:grpSpPr bwMode="auto">
          <a:xfrm>
            <a:off x="1346542" y="2642501"/>
            <a:ext cx="990600" cy="914400"/>
            <a:chOff x="624" y="1236"/>
            <a:chExt cx="624" cy="768"/>
          </a:xfrm>
        </p:grpSpPr>
        <p:sp>
          <p:nvSpPr>
            <p:cNvPr id="24717" name="Rectangle 52"/>
            <p:cNvSpPr>
              <a:spLocks noChangeArrowheads="1"/>
            </p:cNvSpPr>
            <p:nvPr/>
          </p:nvSpPr>
          <p:spPr bwMode="auto">
            <a:xfrm>
              <a:off x="624" y="1296"/>
              <a:ext cx="120" cy="70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accent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18" name="AutoShape 53"/>
            <p:cNvSpPr>
              <a:spLocks noChangeArrowheads="1"/>
            </p:cNvSpPr>
            <p:nvPr/>
          </p:nvSpPr>
          <p:spPr bwMode="auto">
            <a:xfrm>
              <a:off x="624" y="1236"/>
              <a:ext cx="624" cy="228"/>
            </a:xfrm>
            <a:prstGeom prst="rightArrow">
              <a:avLst>
                <a:gd name="adj1" fmla="val 50000"/>
                <a:gd name="adj2" fmla="val 68421"/>
              </a:avLst>
            </a:prstGeom>
            <a:solidFill>
              <a:schemeClr val="accent1"/>
            </a:solidFill>
            <a:ln w="9525">
              <a:solidFill>
                <a:schemeClr val="accent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158" name="AutoShape 54"/>
          <p:cNvSpPr>
            <a:spLocks noChangeArrowheads="1"/>
          </p:cNvSpPr>
          <p:nvPr/>
        </p:nvSpPr>
        <p:spPr bwMode="auto">
          <a:xfrm>
            <a:off x="3032582" y="2656789"/>
            <a:ext cx="876300" cy="271463"/>
          </a:xfrm>
          <a:prstGeom prst="rightArrow">
            <a:avLst>
              <a:gd name="adj1" fmla="val 50000"/>
              <a:gd name="adj2" fmla="val 60526"/>
            </a:avLst>
          </a:prstGeom>
          <a:solidFill>
            <a:schemeClr val="accent1"/>
          </a:solidFill>
          <a:ln w="9525">
            <a:solidFill>
              <a:schemeClr val="accent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59" name="Line 55"/>
          <p:cNvSpPr>
            <a:spLocks noChangeShapeType="1"/>
          </p:cNvSpPr>
          <p:nvPr/>
        </p:nvSpPr>
        <p:spPr bwMode="auto">
          <a:xfrm flipH="1">
            <a:off x="5385142" y="2485339"/>
            <a:ext cx="857250" cy="0"/>
          </a:xfrm>
          <a:prstGeom prst="line">
            <a:avLst/>
          </a:prstGeom>
          <a:noFill/>
          <a:ln w="28575">
            <a:solidFill>
              <a:schemeClr val="accent1"/>
            </a:solidFill>
            <a:round/>
            <a:headE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200"/>
          </a:p>
        </p:txBody>
      </p:sp>
      <p:sp>
        <p:nvSpPr>
          <p:cNvPr id="47160" name="Text Box 56"/>
          <p:cNvSpPr txBox="1">
            <a:spLocks noChangeArrowheads="1"/>
          </p:cNvSpPr>
          <p:nvPr/>
        </p:nvSpPr>
        <p:spPr bwMode="auto">
          <a:xfrm>
            <a:off x="6247948" y="2344620"/>
            <a:ext cx="747713" cy="2643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Read</a:t>
            </a:r>
            <a:endParaRPr lang="zh-CN" altLang="en-US" sz="1200" dirty="0">
              <a:latin typeface="Arial" pitchFamily="34" charset="0"/>
              <a:ea typeface="宋体" pitchFamily="2" charset="-122"/>
            </a:endParaRPr>
          </a:p>
        </p:txBody>
      </p:sp>
      <p:grpSp>
        <p:nvGrpSpPr>
          <p:cNvPr id="6" name="Group 57"/>
          <p:cNvGrpSpPr>
            <a:grpSpLocks/>
          </p:cNvGrpSpPr>
          <p:nvPr/>
        </p:nvGrpSpPr>
        <p:grpSpPr bwMode="auto">
          <a:xfrm>
            <a:off x="3561492" y="1678691"/>
            <a:ext cx="1924050" cy="1822847"/>
            <a:chOff x="2014" y="509"/>
            <a:chExt cx="1212" cy="1531"/>
          </a:xfrm>
        </p:grpSpPr>
        <p:sp>
          <p:nvSpPr>
            <p:cNvPr id="24705" name="AutoShape 58"/>
            <p:cNvSpPr>
              <a:spLocks noChangeArrowheads="1"/>
            </p:cNvSpPr>
            <p:nvPr/>
          </p:nvSpPr>
          <p:spPr bwMode="auto">
            <a:xfrm>
              <a:off x="2604" y="936"/>
              <a:ext cx="576" cy="1104"/>
            </a:xfrm>
            <a:prstGeom prst="flowChartDocument">
              <a:avLst/>
            </a:prstGeom>
            <a:noFill/>
            <a:ln w="952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06" name="Text Box 59"/>
            <p:cNvSpPr txBox="1">
              <a:spLocks noChangeArrowheads="1"/>
            </p:cNvSpPr>
            <p:nvPr/>
          </p:nvSpPr>
          <p:spPr bwMode="auto">
            <a:xfrm>
              <a:off x="2602" y="934"/>
              <a:ext cx="576" cy="193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solidFill>
                    <a:schemeClr val="tx2"/>
                  </a:solidFill>
                  <a:latin typeface="Arial" pitchFamily="34" charset="0"/>
                  <a:ea typeface="宋体" pitchFamily="2" charset="-122"/>
                </a:rPr>
                <a:t>B0</a:t>
              </a:r>
            </a:p>
          </p:txBody>
        </p:sp>
        <p:sp>
          <p:nvSpPr>
            <p:cNvPr id="24707" name="Text Box 60"/>
            <p:cNvSpPr txBox="1">
              <a:spLocks noChangeArrowheads="1"/>
            </p:cNvSpPr>
            <p:nvPr/>
          </p:nvSpPr>
          <p:spPr bwMode="auto">
            <a:xfrm>
              <a:off x="2602" y="1126"/>
              <a:ext cx="576" cy="193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solidFill>
                    <a:srgbClr val="FF66CC"/>
                  </a:solidFill>
                  <a:latin typeface="Arial" pitchFamily="34" charset="0"/>
                  <a:ea typeface="宋体" pitchFamily="2" charset="-122"/>
                </a:rPr>
                <a:t>5C</a:t>
              </a:r>
            </a:p>
          </p:txBody>
        </p:sp>
        <p:sp>
          <p:nvSpPr>
            <p:cNvPr id="24708" name="Text Box 61"/>
            <p:cNvSpPr txBox="1">
              <a:spLocks noChangeArrowheads="1"/>
            </p:cNvSpPr>
            <p:nvPr/>
          </p:nvSpPr>
          <p:spPr bwMode="auto">
            <a:xfrm>
              <a:off x="2602" y="1318"/>
              <a:ext cx="576" cy="193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solidFill>
                    <a:srgbClr val="66CCFF"/>
                  </a:solidFill>
                  <a:latin typeface="Arial" pitchFamily="34" charset="0"/>
                  <a:ea typeface="宋体" pitchFamily="2" charset="-122"/>
                </a:rPr>
                <a:t>04</a:t>
              </a:r>
            </a:p>
          </p:txBody>
        </p:sp>
        <p:sp>
          <p:nvSpPr>
            <p:cNvPr id="24709" name="Text Box 62"/>
            <p:cNvSpPr txBox="1">
              <a:spLocks noChangeArrowheads="1"/>
            </p:cNvSpPr>
            <p:nvPr/>
          </p:nvSpPr>
          <p:spPr bwMode="auto">
            <a:xfrm>
              <a:off x="2602" y="1510"/>
              <a:ext cx="576" cy="193"/>
            </a:xfrm>
            <a:prstGeom prst="rect">
              <a:avLst/>
            </a:prstGeom>
            <a:noFill/>
            <a:ln w="28575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zh-CN" sz="1200">
                  <a:solidFill>
                    <a:srgbClr val="66FF33"/>
                  </a:solidFill>
                  <a:latin typeface="Arial" pitchFamily="34" charset="0"/>
                  <a:ea typeface="宋体" pitchFamily="2" charset="-122"/>
                </a:rPr>
                <a:t>2E</a:t>
              </a:r>
            </a:p>
          </p:txBody>
        </p:sp>
        <p:sp>
          <p:nvSpPr>
            <p:cNvPr id="24710" name="Text Box 63"/>
            <p:cNvSpPr txBox="1">
              <a:spLocks noChangeArrowheads="1"/>
            </p:cNvSpPr>
            <p:nvPr/>
          </p:nvSpPr>
          <p:spPr bwMode="auto">
            <a:xfrm>
              <a:off x="2074" y="742"/>
              <a:ext cx="516" cy="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Address</a:t>
              </a:r>
              <a:endParaRPr lang="zh-CN" altLang="en-US" sz="12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11" name="Text Box 64"/>
            <p:cNvSpPr txBox="1">
              <a:spLocks noChangeArrowheads="1"/>
            </p:cNvSpPr>
            <p:nvPr/>
          </p:nvSpPr>
          <p:spPr bwMode="auto">
            <a:xfrm>
              <a:off x="2074" y="1114"/>
              <a:ext cx="516" cy="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itchFamily="34" charset="0"/>
                  <a:ea typeface="宋体" pitchFamily="2" charset="-122"/>
                </a:rPr>
                <a:t>1001</a:t>
              </a:r>
            </a:p>
          </p:txBody>
        </p:sp>
        <p:sp>
          <p:nvSpPr>
            <p:cNvPr id="24712" name="Text Box 65"/>
            <p:cNvSpPr txBox="1">
              <a:spLocks noChangeArrowheads="1"/>
            </p:cNvSpPr>
            <p:nvPr/>
          </p:nvSpPr>
          <p:spPr bwMode="auto">
            <a:xfrm>
              <a:off x="2074" y="1318"/>
              <a:ext cx="516" cy="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itchFamily="34" charset="0"/>
                  <a:ea typeface="宋体" pitchFamily="2" charset="-122"/>
                </a:rPr>
                <a:t>1002</a:t>
              </a:r>
            </a:p>
          </p:txBody>
        </p:sp>
        <p:sp>
          <p:nvSpPr>
            <p:cNvPr id="24713" name="Text Box 66"/>
            <p:cNvSpPr txBox="1">
              <a:spLocks noChangeArrowheads="1"/>
            </p:cNvSpPr>
            <p:nvPr/>
          </p:nvSpPr>
          <p:spPr bwMode="auto">
            <a:xfrm>
              <a:off x="2074" y="1522"/>
              <a:ext cx="516" cy="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itchFamily="34" charset="0"/>
                  <a:ea typeface="宋体" pitchFamily="2" charset="-122"/>
                </a:rPr>
                <a:t>1003</a:t>
              </a:r>
            </a:p>
          </p:txBody>
        </p:sp>
        <p:sp>
          <p:nvSpPr>
            <p:cNvPr id="24714" name="Text Box 67"/>
            <p:cNvSpPr txBox="1">
              <a:spLocks noChangeArrowheads="1"/>
            </p:cNvSpPr>
            <p:nvPr/>
          </p:nvSpPr>
          <p:spPr bwMode="auto">
            <a:xfrm>
              <a:off x="2638" y="730"/>
              <a:ext cx="516" cy="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200" dirty="0">
                  <a:latin typeface="Arial" pitchFamily="34" charset="0"/>
                  <a:ea typeface="宋体" pitchFamily="2" charset="-122"/>
                </a:rPr>
                <a:t>Data</a:t>
              </a:r>
              <a:endParaRPr lang="zh-CN" altLang="en-US" sz="1200" dirty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15" name="Text Box 68"/>
            <p:cNvSpPr txBox="1">
              <a:spLocks noChangeArrowheads="1"/>
            </p:cNvSpPr>
            <p:nvPr/>
          </p:nvSpPr>
          <p:spPr bwMode="auto">
            <a:xfrm>
              <a:off x="2074" y="934"/>
              <a:ext cx="516" cy="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400" dirty="0">
                  <a:latin typeface="Arial" pitchFamily="34" charset="0"/>
                  <a:ea typeface="宋体" pitchFamily="2" charset="-122"/>
                </a:rPr>
                <a:t>1000</a:t>
              </a:r>
            </a:p>
          </p:txBody>
        </p:sp>
        <p:sp>
          <p:nvSpPr>
            <p:cNvPr id="24716" name="Text Box 69"/>
            <p:cNvSpPr txBox="1">
              <a:spLocks noChangeArrowheads="1"/>
            </p:cNvSpPr>
            <p:nvPr/>
          </p:nvSpPr>
          <p:spPr bwMode="auto">
            <a:xfrm>
              <a:off x="2014" y="509"/>
              <a:ext cx="1212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400" dirty="0">
                  <a:solidFill>
                    <a:srgbClr val="C00000"/>
                  </a:solidFill>
                  <a:latin typeface="Arial" pitchFamily="34" charset="0"/>
                  <a:ea typeface="宋体" pitchFamily="2" charset="-122"/>
                </a:rPr>
                <a:t>Internal Memory</a:t>
              </a:r>
              <a:endParaRPr lang="zh-CN" altLang="en-US" sz="1400" dirty="0">
                <a:solidFill>
                  <a:srgbClr val="C00000"/>
                </a:solidFill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174" name="Text Box 70"/>
          <p:cNvSpPr txBox="1">
            <a:spLocks noChangeArrowheads="1"/>
          </p:cNvSpPr>
          <p:nvPr/>
        </p:nvSpPr>
        <p:spPr bwMode="auto">
          <a:xfrm>
            <a:off x="6753734" y="1035154"/>
            <a:ext cx="2212895" cy="10000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Assembly language program</a:t>
            </a:r>
          </a:p>
          <a:p>
            <a:pPr indent="177800">
              <a:spcBef>
                <a:spcPct val="0"/>
              </a:spcBef>
              <a:buNone/>
            </a:pP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……</a:t>
            </a:r>
          </a:p>
          <a:p>
            <a:pPr indent="177800">
              <a:spcBef>
                <a:spcPct val="0"/>
              </a:spcBef>
              <a:buNone/>
            </a:pPr>
            <a:r>
              <a:rPr lang="en-US" altLang="zh-CN" sz="1200" dirty="0" err="1">
                <a:solidFill>
                  <a:schemeClr val="tx2"/>
                </a:solidFill>
                <a:latin typeface="Arial" pitchFamily="34" charset="0"/>
                <a:ea typeface="宋体" pitchFamily="2" charset="-122"/>
              </a:rPr>
              <a:t>MOV</a:t>
            </a: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  0x</a:t>
            </a:r>
            <a:r>
              <a:rPr lang="en-US" altLang="zh-CN" sz="1200" dirty="0">
                <a:solidFill>
                  <a:srgbClr val="FF66CC"/>
                </a:solidFill>
                <a:latin typeface="Arial" pitchFamily="34" charset="0"/>
                <a:ea typeface="宋体" pitchFamily="2" charset="-122"/>
              </a:rPr>
              <a:t>5C</a:t>
            </a: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, R1</a:t>
            </a:r>
          </a:p>
          <a:p>
            <a:pPr indent="177800">
              <a:spcBef>
                <a:spcPct val="0"/>
              </a:spcBef>
              <a:buNone/>
            </a:pPr>
            <a:r>
              <a:rPr lang="en-US" altLang="zh-CN" sz="1200" dirty="0">
                <a:solidFill>
                  <a:srgbClr val="66CCFF"/>
                </a:solidFill>
                <a:latin typeface="Arial" pitchFamily="34" charset="0"/>
                <a:ea typeface="宋体" pitchFamily="2" charset="-122"/>
              </a:rPr>
              <a:t>ADD</a:t>
            </a: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  R1, 0x</a:t>
            </a:r>
            <a:r>
              <a:rPr lang="en-US" altLang="zh-CN" sz="1200" dirty="0">
                <a:solidFill>
                  <a:srgbClr val="92D050"/>
                </a:solidFill>
                <a:latin typeface="Arial" pitchFamily="34" charset="0"/>
                <a:ea typeface="宋体" pitchFamily="2" charset="-122"/>
              </a:rPr>
              <a:t>2E</a:t>
            </a: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, R1</a:t>
            </a:r>
          </a:p>
          <a:p>
            <a:pPr indent="177800">
              <a:spcBef>
                <a:spcPct val="0"/>
              </a:spcBef>
              <a:buNone/>
            </a:pPr>
            <a:r>
              <a:rPr lang="en-US" altLang="zh-CN" sz="1200" dirty="0">
                <a:latin typeface="Arial" pitchFamily="34" charset="0"/>
                <a:ea typeface="宋体" pitchFamily="2" charset="-122"/>
              </a:rPr>
              <a:t>……</a:t>
            </a:r>
          </a:p>
        </p:txBody>
      </p:sp>
      <p:sp>
        <p:nvSpPr>
          <p:cNvPr id="47175" name="Text Box 71"/>
          <p:cNvSpPr txBox="1">
            <a:spLocks noChangeArrowheads="1"/>
          </p:cNvSpPr>
          <p:nvPr/>
        </p:nvSpPr>
        <p:spPr bwMode="auto">
          <a:xfrm>
            <a:off x="546442" y="4803485"/>
            <a:ext cx="514350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lnSpc>
                <a:spcPct val="96000"/>
              </a:lnSpc>
              <a:spcBef>
                <a:spcPct val="0"/>
              </a:spcBef>
              <a:buFontTx/>
              <a:buNone/>
            </a:pPr>
            <a:r>
              <a:rPr lang="zh-CN" altLang="en-US" sz="1200">
                <a:latin typeface="Arial" pitchFamily="34" charset="0"/>
                <a:ea typeface="宋体" pitchFamily="2" charset="-122"/>
              </a:rPr>
              <a:t>＋</a:t>
            </a:r>
            <a:r>
              <a:rPr lang="en-US" altLang="zh-CN" sz="1200">
                <a:latin typeface="Arial" pitchFamily="34" charset="0"/>
                <a:ea typeface="宋体" pitchFamily="2" charset="-122"/>
              </a:rPr>
              <a:t>1</a:t>
            </a:r>
            <a:endParaRPr lang="en-US" altLang="zh-CN" sz="1200" b="0">
              <a:latin typeface="Arial" pitchFamily="34" charset="0"/>
              <a:ea typeface="宋体" pitchFamily="2" charset="-122"/>
            </a:endParaRPr>
          </a:p>
        </p:txBody>
      </p:sp>
      <p:sp>
        <p:nvSpPr>
          <p:cNvPr id="47176" name="Arc 72"/>
          <p:cNvSpPr>
            <a:spLocks/>
          </p:cNvSpPr>
          <p:nvPr/>
        </p:nvSpPr>
        <p:spPr bwMode="auto">
          <a:xfrm flipV="1">
            <a:off x="897280" y="4914215"/>
            <a:ext cx="488950" cy="257175"/>
          </a:xfrm>
          <a:custGeom>
            <a:avLst/>
            <a:gdLst>
              <a:gd name="T0" fmla="*/ 0 w 34473"/>
              <a:gd name="T1" fmla="*/ 2147483646 h 21600"/>
              <a:gd name="T2" fmla="*/ 2147483646 w 34473"/>
              <a:gd name="T3" fmla="*/ 2147483646 h 21600"/>
              <a:gd name="T4" fmla="*/ 2147483646 w 34473"/>
              <a:gd name="T5" fmla="*/ 2147483646 h 21600"/>
              <a:gd name="T6" fmla="*/ 0 60000 65536"/>
              <a:gd name="T7" fmla="*/ 0 60000 65536"/>
              <a:gd name="T8" fmla="*/ 0 60000 65536"/>
              <a:gd name="T9" fmla="*/ 0 w 34473"/>
              <a:gd name="T10" fmla="*/ 0 h 21600"/>
              <a:gd name="T11" fmla="*/ 34473 w 34473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473" h="21600" fill="none" extrusionOk="0">
                <a:moveTo>
                  <a:pt x="0" y="4255"/>
                </a:moveTo>
                <a:cubicBezTo>
                  <a:pt x="3723" y="1491"/>
                  <a:pt x="8236" y="-1"/>
                  <a:pt x="12873" y="0"/>
                </a:cubicBezTo>
                <a:cubicBezTo>
                  <a:pt x="24802" y="0"/>
                  <a:pt x="34473" y="9670"/>
                  <a:pt x="34473" y="21600"/>
                </a:cubicBezTo>
              </a:path>
              <a:path w="34473" h="21600" stroke="0" extrusionOk="0">
                <a:moveTo>
                  <a:pt x="0" y="4255"/>
                </a:moveTo>
                <a:cubicBezTo>
                  <a:pt x="3723" y="1491"/>
                  <a:pt x="8236" y="-1"/>
                  <a:pt x="12873" y="0"/>
                </a:cubicBezTo>
                <a:cubicBezTo>
                  <a:pt x="24802" y="0"/>
                  <a:pt x="34473" y="9670"/>
                  <a:pt x="34473" y="21600"/>
                </a:cubicBezTo>
                <a:lnTo>
                  <a:pt x="12873" y="21600"/>
                </a:lnTo>
                <a:lnTo>
                  <a:pt x="0" y="4255"/>
                </a:lnTo>
                <a:close/>
              </a:path>
            </a:pathLst>
          </a:custGeom>
          <a:noFill/>
          <a:ln w="9525">
            <a:solidFill>
              <a:schemeClr val="accent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47177" name="Arc 73"/>
          <p:cNvSpPr>
            <a:spLocks/>
          </p:cNvSpPr>
          <p:nvPr/>
        </p:nvSpPr>
        <p:spPr bwMode="auto">
          <a:xfrm flipH="1">
            <a:off x="717892" y="4598699"/>
            <a:ext cx="249238" cy="269081"/>
          </a:xfrm>
          <a:custGeom>
            <a:avLst/>
            <a:gdLst>
              <a:gd name="T0" fmla="*/ 0 w 28318"/>
              <a:gd name="T1" fmla="*/ 2147483646 h 23798"/>
              <a:gd name="T2" fmla="*/ 2147483646 w 28318"/>
              <a:gd name="T3" fmla="*/ 2147483646 h 23798"/>
              <a:gd name="T4" fmla="*/ 2147483646 w 28318"/>
              <a:gd name="T5" fmla="*/ 2147483646 h 23798"/>
              <a:gd name="T6" fmla="*/ 0 60000 65536"/>
              <a:gd name="T7" fmla="*/ 0 60000 65536"/>
              <a:gd name="T8" fmla="*/ 0 60000 65536"/>
              <a:gd name="T9" fmla="*/ 0 w 28318"/>
              <a:gd name="T10" fmla="*/ 0 h 23798"/>
              <a:gd name="T11" fmla="*/ 28318 w 28318"/>
              <a:gd name="T12" fmla="*/ 23798 h 2379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8318" h="23798" fill="none" extrusionOk="0">
                <a:moveTo>
                  <a:pt x="0" y="1071"/>
                </a:moveTo>
                <a:cubicBezTo>
                  <a:pt x="2168" y="361"/>
                  <a:pt x="4436" y="-1"/>
                  <a:pt x="6718" y="0"/>
                </a:cubicBezTo>
                <a:cubicBezTo>
                  <a:pt x="18647" y="0"/>
                  <a:pt x="28318" y="9670"/>
                  <a:pt x="28318" y="21600"/>
                </a:cubicBezTo>
                <a:cubicBezTo>
                  <a:pt x="28318" y="22334"/>
                  <a:pt x="28280" y="23067"/>
                  <a:pt x="28205" y="23797"/>
                </a:cubicBezTo>
              </a:path>
              <a:path w="28318" h="23798" stroke="0" extrusionOk="0">
                <a:moveTo>
                  <a:pt x="0" y="1071"/>
                </a:moveTo>
                <a:cubicBezTo>
                  <a:pt x="2168" y="361"/>
                  <a:pt x="4436" y="-1"/>
                  <a:pt x="6718" y="0"/>
                </a:cubicBezTo>
                <a:cubicBezTo>
                  <a:pt x="18647" y="0"/>
                  <a:pt x="28318" y="9670"/>
                  <a:pt x="28318" y="21600"/>
                </a:cubicBezTo>
                <a:cubicBezTo>
                  <a:pt x="28318" y="22334"/>
                  <a:pt x="28280" y="23067"/>
                  <a:pt x="28205" y="23797"/>
                </a:cubicBezTo>
                <a:lnTo>
                  <a:pt x="6718" y="21600"/>
                </a:lnTo>
                <a:lnTo>
                  <a:pt x="0" y="1071"/>
                </a:lnTo>
                <a:close/>
              </a:path>
            </a:pathLst>
          </a:custGeom>
          <a:noFill/>
          <a:ln w="9525">
            <a:solidFill>
              <a:schemeClr val="accent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 sz="1200"/>
          </a:p>
        </p:txBody>
      </p:sp>
      <p:grpSp>
        <p:nvGrpSpPr>
          <p:cNvPr id="7" name="Group 74"/>
          <p:cNvGrpSpPr>
            <a:grpSpLocks/>
          </p:cNvGrpSpPr>
          <p:nvPr/>
        </p:nvGrpSpPr>
        <p:grpSpPr bwMode="auto">
          <a:xfrm>
            <a:off x="584544" y="3118750"/>
            <a:ext cx="8559800" cy="565547"/>
            <a:chOff x="144" y="1711"/>
            <a:chExt cx="5392" cy="475"/>
          </a:xfrm>
        </p:grpSpPr>
        <p:sp>
          <p:nvSpPr>
            <p:cNvPr id="24698" name="Line 75"/>
            <p:cNvSpPr>
              <a:spLocks noChangeShapeType="1"/>
            </p:cNvSpPr>
            <p:nvPr/>
          </p:nvSpPr>
          <p:spPr bwMode="auto">
            <a:xfrm>
              <a:off x="144" y="1896"/>
              <a:ext cx="1584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699" name="Line 76"/>
            <p:cNvSpPr>
              <a:spLocks noChangeShapeType="1"/>
            </p:cNvSpPr>
            <p:nvPr/>
          </p:nvSpPr>
          <p:spPr bwMode="auto">
            <a:xfrm>
              <a:off x="1728" y="1896"/>
              <a:ext cx="0" cy="228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700" name="Line 77"/>
            <p:cNvSpPr>
              <a:spLocks noChangeShapeType="1"/>
            </p:cNvSpPr>
            <p:nvPr/>
          </p:nvSpPr>
          <p:spPr bwMode="auto">
            <a:xfrm>
              <a:off x="1728" y="2124"/>
              <a:ext cx="1752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701" name="Line 78"/>
            <p:cNvSpPr>
              <a:spLocks noChangeShapeType="1"/>
            </p:cNvSpPr>
            <p:nvPr/>
          </p:nvSpPr>
          <p:spPr bwMode="auto">
            <a:xfrm flipV="1">
              <a:off x="3480" y="1944"/>
              <a:ext cx="0" cy="192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702" name="Line 79"/>
            <p:cNvSpPr>
              <a:spLocks noChangeShapeType="1"/>
            </p:cNvSpPr>
            <p:nvPr/>
          </p:nvSpPr>
          <p:spPr bwMode="auto">
            <a:xfrm>
              <a:off x="3492" y="1944"/>
              <a:ext cx="1632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24703" name="Text Box 80"/>
            <p:cNvSpPr txBox="1">
              <a:spLocks noChangeArrowheads="1"/>
            </p:cNvSpPr>
            <p:nvPr/>
          </p:nvSpPr>
          <p:spPr bwMode="auto">
            <a:xfrm>
              <a:off x="4593" y="1711"/>
              <a:ext cx="917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400" dirty="0">
                  <a:solidFill>
                    <a:srgbClr val="C00000"/>
                  </a:solidFill>
                  <a:latin typeface="Arial" pitchFamily="34" charset="0"/>
                  <a:ea typeface="宋体" pitchFamily="2" charset="-122"/>
                </a:rPr>
                <a:t>Outside of CPU</a:t>
              </a:r>
              <a:endParaRPr lang="zh-CN" altLang="en-US" sz="1400" dirty="0">
                <a:solidFill>
                  <a:srgbClr val="C00000"/>
                </a:solidFill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704" name="Text Box 81"/>
            <p:cNvSpPr txBox="1">
              <a:spLocks noChangeArrowheads="1"/>
            </p:cNvSpPr>
            <p:nvPr/>
          </p:nvSpPr>
          <p:spPr bwMode="auto">
            <a:xfrm>
              <a:off x="4619" y="1935"/>
              <a:ext cx="917" cy="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zh-CN" sz="1400" dirty="0">
                  <a:solidFill>
                    <a:srgbClr val="C00000"/>
                  </a:solidFill>
                  <a:latin typeface="Arial" pitchFamily="34" charset="0"/>
                  <a:ea typeface="宋体" pitchFamily="2" charset="-122"/>
                </a:rPr>
                <a:t>Inside of CPU</a:t>
              </a:r>
              <a:endParaRPr lang="zh-CN" altLang="en-US" sz="1400" dirty="0">
                <a:solidFill>
                  <a:srgbClr val="C00000"/>
                </a:solidFill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186" name="Text Box 82"/>
          <p:cNvSpPr txBox="1">
            <a:spLocks noChangeArrowheads="1"/>
          </p:cNvSpPr>
          <p:nvPr/>
        </p:nvSpPr>
        <p:spPr bwMode="auto">
          <a:xfrm>
            <a:off x="1637055" y="3806932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chemeClr val="tx2"/>
                </a:solidFill>
                <a:latin typeface="Arial" pitchFamily="34" charset="0"/>
                <a:ea typeface="宋体" pitchFamily="2" charset="-122"/>
              </a:rPr>
              <a:t>①</a:t>
            </a:r>
          </a:p>
        </p:txBody>
      </p:sp>
      <p:sp>
        <p:nvSpPr>
          <p:cNvPr id="47187" name="Text Box 83"/>
          <p:cNvSpPr txBox="1">
            <a:spLocks noChangeArrowheads="1"/>
          </p:cNvSpPr>
          <p:nvPr/>
        </p:nvSpPr>
        <p:spPr bwMode="auto">
          <a:xfrm>
            <a:off x="470242" y="508804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chemeClr val="tx2"/>
                </a:solidFill>
                <a:latin typeface="Arial" pitchFamily="34" charset="0"/>
                <a:ea typeface="宋体" pitchFamily="2" charset="-122"/>
              </a:rPr>
              <a:t>②</a:t>
            </a:r>
          </a:p>
        </p:txBody>
      </p:sp>
      <p:sp>
        <p:nvSpPr>
          <p:cNvPr id="47188" name="Text Box 84"/>
          <p:cNvSpPr txBox="1">
            <a:spLocks noChangeArrowheads="1"/>
          </p:cNvSpPr>
          <p:nvPr/>
        </p:nvSpPr>
        <p:spPr bwMode="auto">
          <a:xfrm>
            <a:off x="3246895" y="25067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chemeClr val="tx2"/>
                </a:solidFill>
                <a:latin typeface="Arial" pitchFamily="34" charset="0"/>
                <a:ea typeface="宋体" pitchFamily="2" charset="-122"/>
              </a:rPr>
              <a:t>③</a:t>
            </a:r>
          </a:p>
        </p:txBody>
      </p:sp>
      <p:sp>
        <p:nvSpPr>
          <p:cNvPr id="47189" name="Text Box 85"/>
          <p:cNvSpPr txBox="1">
            <a:spLocks noChangeArrowheads="1"/>
          </p:cNvSpPr>
          <p:nvPr/>
        </p:nvSpPr>
        <p:spPr bwMode="auto">
          <a:xfrm>
            <a:off x="5732805" y="22781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chemeClr val="tx2"/>
                </a:solidFill>
                <a:latin typeface="Arial" pitchFamily="34" charset="0"/>
                <a:ea typeface="宋体" pitchFamily="2" charset="-122"/>
              </a:rPr>
              <a:t>④</a:t>
            </a:r>
          </a:p>
        </p:txBody>
      </p:sp>
      <p:grpSp>
        <p:nvGrpSpPr>
          <p:cNvPr id="8" name="Group 86"/>
          <p:cNvGrpSpPr>
            <a:grpSpLocks/>
          </p:cNvGrpSpPr>
          <p:nvPr/>
        </p:nvGrpSpPr>
        <p:grpSpPr bwMode="auto">
          <a:xfrm>
            <a:off x="5423242" y="2942538"/>
            <a:ext cx="1524000" cy="585788"/>
            <a:chOff x="3192" y="1488"/>
            <a:chExt cx="960" cy="492"/>
          </a:xfrm>
        </p:grpSpPr>
        <p:sp>
          <p:nvSpPr>
            <p:cNvPr id="24696" name="AutoShape 87"/>
            <p:cNvSpPr>
              <a:spLocks noChangeArrowheads="1"/>
            </p:cNvSpPr>
            <p:nvPr/>
          </p:nvSpPr>
          <p:spPr bwMode="auto">
            <a:xfrm>
              <a:off x="3192" y="1488"/>
              <a:ext cx="864" cy="240"/>
            </a:xfrm>
            <a:prstGeom prst="leftArrow">
              <a:avLst>
                <a:gd name="adj1" fmla="val 50000"/>
                <a:gd name="adj2" fmla="val 90000"/>
              </a:avLst>
            </a:prstGeom>
            <a:solidFill>
              <a:schemeClr val="accent1"/>
            </a:solidFill>
            <a:ln w="9525">
              <a:solidFill>
                <a:schemeClr val="accent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97" name="AutoShape 88"/>
            <p:cNvSpPr>
              <a:spLocks noChangeArrowheads="1"/>
            </p:cNvSpPr>
            <p:nvPr/>
          </p:nvSpPr>
          <p:spPr bwMode="auto">
            <a:xfrm>
              <a:off x="3900" y="1548"/>
              <a:ext cx="252" cy="432"/>
            </a:xfrm>
            <a:prstGeom prst="downArrow">
              <a:avLst>
                <a:gd name="adj1" fmla="val 50000"/>
                <a:gd name="adj2" fmla="val 42857"/>
              </a:avLst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193" name="Text Box 89"/>
          <p:cNvSpPr txBox="1">
            <a:spLocks noChangeArrowheads="1"/>
          </p:cNvSpPr>
          <p:nvPr/>
        </p:nvSpPr>
        <p:spPr bwMode="auto">
          <a:xfrm>
            <a:off x="6894855" y="31925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chemeClr val="tx2"/>
                </a:solidFill>
                <a:latin typeface="Arial" pitchFamily="34" charset="0"/>
                <a:ea typeface="宋体" pitchFamily="2" charset="-122"/>
              </a:rPr>
              <a:t>⑤</a:t>
            </a:r>
          </a:p>
        </p:txBody>
      </p:sp>
      <p:sp>
        <p:nvSpPr>
          <p:cNvPr id="47194" name="Text Box 90"/>
          <p:cNvSpPr txBox="1">
            <a:spLocks noChangeArrowheads="1"/>
          </p:cNvSpPr>
          <p:nvPr/>
        </p:nvSpPr>
        <p:spPr bwMode="auto">
          <a:xfrm>
            <a:off x="3237255" y="416412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chemeClr val="tx2"/>
                </a:solidFill>
                <a:latin typeface="Arial" pitchFamily="34" charset="0"/>
                <a:ea typeface="宋体" pitchFamily="2" charset="-122"/>
              </a:rPr>
              <a:t>⑥</a:t>
            </a:r>
          </a:p>
        </p:txBody>
      </p:sp>
      <p:grpSp>
        <p:nvGrpSpPr>
          <p:cNvPr id="9" name="Group 91"/>
          <p:cNvGrpSpPr>
            <a:grpSpLocks/>
          </p:cNvGrpSpPr>
          <p:nvPr/>
        </p:nvGrpSpPr>
        <p:grpSpPr bwMode="auto">
          <a:xfrm>
            <a:off x="1257642" y="3785502"/>
            <a:ext cx="393700" cy="607219"/>
            <a:chOff x="568" y="2184"/>
            <a:chExt cx="248" cy="510"/>
          </a:xfrm>
        </p:grpSpPr>
        <p:sp>
          <p:nvSpPr>
            <p:cNvPr id="24694" name="AutoShape 92"/>
            <p:cNvSpPr>
              <a:spLocks noChangeArrowheads="1"/>
            </p:cNvSpPr>
            <p:nvPr/>
          </p:nvSpPr>
          <p:spPr bwMode="auto">
            <a:xfrm>
              <a:off x="568" y="2184"/>
              <a:ext cx="208" cy="165"/>
            </a:xfrm>
            <a:prstGeom prst="upArrow">
              <a:avLst>
                <a:gd name="adj1" fmla="val 50000"/>
                <a:gd name="adj2" fmla="val 25000"/>
              </a:avLst>
            </a:prstGeom>
            <a:solidFill>
              <a:srgbClr val="FF0066"/>
            </a:solidFill>
            <a:ln w="28575">
              <a:solidFill>
                <a:srgbClr val="FF0066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95" name="AutoShape 93"/>
            <p:cNvSpPr>
              <a:spLocks noChangeArrowheads="1"/>
            </p:cNvSpPr>
            <p:nvPr/>
          </p:nvSpPr>
          <p:spPr bwMode="auto">
            <a:xfrm>
              <a:off x="609" y="2456"/>
              <a:ext cx="207" cy="238"/>
            </a:xfrm>
            <a:prstGeom prst="upDownArrow">
              <a:avLst>
                <a:gd name="adj1" fmla="val 50000"/>
                <a:gd name="adj2" fmla="val 22995"/>
              </a:avLst>
            </a:prstGeom>
            <a:solidFill>
              <a:srgbClr val="FF0066"/>
            </a:solidFill>
            <a:ln w="28575">
              <a:solidFill>
                <a:srgbClr val="FF0066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198" name="Text Box 94"/>
          <p:cNvSpPr txBox="1">
            <a:spLocks noChangeArrowheads="1"/>
          </p:cNvSpPr>
          <p:nvPr/>
        </p:nvSpPr>
        <p:spPr bwMode="auto">
          <a:xfrm>
            <a:off x="1637055" y="3806932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FF66CC"/>
                </a:solidFill>
                <a:latin typeface="Arial" pitchFamily="34" charset="0"/>
                <a:ea typeface="宋体" pitchFamily="2" charset="-122"/>
              </a:rPr>
              <a:t>①</a:t>
            </a:r>
          </a:p>
        </p:txBody>
      </p:sp>
      <p:grpSp>
        <p:nvGrpSpPr>
          <p:cNvPr id="10" name="Group 95"/>
          <p:cNvGrpSpPr>
            <a:grpSpLocks/>
          </p:cNvGrpSpPr>
          <p:nvPr/>
        </p:nvGrpSpPr>
        <p:grpSpPr bwMode="auto">
          <a:xfrm>
            <a:off x="1346542" y="2642501"/>
            <a:ext cx="2562225" cy="914400"/>
            <a:chOff x="624" y="1236"/>
            <a:chExt cx="1614" cy="768"/>
          </a:xfrm>
        </p:grpSpPr>
        <p:grpSp>
          <p:nvGrpSpPr>
            <p:cNvPr id="24690" name="Group 96"/>
            <p:cNvGrpSpPr>
              <a:grpSpLocks/>
            </p:cNvGrpSpPr>
            <p:nvPr/>
          </p:nvGrpSpPr>
          <p:grpSpPr bwMode="auto">
            <a:xfrm>
              <a:off x="624" y="1236"/>
              <a:ext cx="624" cy="768"/>
              <a:chOff x="624" y="1236"/>
              <a:chExt cx="624" cy="768"/>
            </a:xfrm>
          </p:grpSpPr>
          <p:sp>
            <p:nvSpPr>
              <p:cNvPr id="24692" name="Rectangle 97"/>
              <p:cNvSpPr>
                <a:spLocks noChangeArrowheads="1"/>
              </p:cNvSpPr>
              <p:nvPr/>
            </p:nvSpPr>
            <p:spPr bwMode="auto">
              <a:xfrm>
                <a:off x="624" y="1296"/>
                <a:ext cx="120" cy="708"/>
              </a:xfrm>
              <a:prstGeom prst="rect">
                <a:avLst/>
              </a:prstGeom>
              <a:solidFill>
                <a:srgbClr val="FF0066"/>
              </a:solidFill>
              <a:ln w="9525">
                <a:solidFill>
                  <a:srgbClr val="FF0066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AutoNum type="ea1JpnChsDbPeriod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 b="0">
                  <a:latin typeface="Arial" pitchFamily="34" charset="0"/>
                  <a:ea typeface="宋体" pitchFamily="2" charset="-122"/>
                </a:endParaRPr>
              </a:p>
            </p:txBody>
          </p:sp>
          <p:sp>
            <p:nvSpPr>
              <p:cNvPr id="24693" name="AutoShape 98"/>
              <p:cNvSpPr>
                <a:spLocks noChangeArrowheads="1"/>
              </p:cNvSpPr>
              <p:nvPr/>
            </p:nvSpPr>
            <p:spPr bwMode="auto">
              <a:xfrm>
                <a:off x="624" y="1236"/>
                <a:ext cx="624" cy="228"/>
              </a:xfrm>
              <a:prstGeom prst="rightArrow">
                <a:avLst>
                  <a:gd name="adj1" fmla="val 50000"/>
                  <a:gd name="adj2" fmla="val 68421"/>
                </a:avLst>
              </a:prstGeom>
              <a:solidFill>
                <a:srgbClr val="FF0066"/>
              </a:solidFill>
              <a:ln w="9525">
                <a:solidFill>
                  <a:srgbClr val="FF0066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AutoNum type="ea1JpnChsDbPeriod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 b="0">
                  <a:latin typeface="Arial" pitchFamily="34" charset="0"/>
                  <a:ea typeface="宋体" pitchFamily="2" charset="-122"/>
                </a:endParaRPr>
              </a:p>
            </p:txBody>
          </p:sp>
        </p:grpSp>
        <p:sp>
          <p:nvSpPr>
            <p:cNvPr id="24691" name="AutoShape 99"/>
            <p:cNvSpPr>
              <a:spLocks noChangeArrowheads="1"/>
            </p:cNvSpPr>
            <p:nvPr/>
          </p:nvSpPr>
          <p:spPr bwMode="auto">
            <a:xfrm>
              <a:off x="1686" y="1239"/>
              <a:ext cx="552" cy="228"/>
            </a:xfrm>
            <a:prstGeom prst="rightArrow">
              <a:avLst>
                <a:gd name="adj1" fmla="val 50000"/>
                <a:gd name="adj2" fmla="val 60526"/>
              </a:avLst>
            </a:prstGeom>
            <a:solidFill>
              <a:srgbClr val="FF0066"/>
            </a:solidFill>
            <a:ln w="9525">
              <a:solidFill>
                <a:srgbClr val="FF0066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</p:grpSp>
      <p:grpSp>
        <p:nvGrpSpPr>
          <p:cNvPr id="12" name="Group 100"/>
          <p:cNvGrpSpPr>
            <a:grpSpLocks/>
          </p:cNvGrpSpPr>
          <p:nvPr/>
        </p:nvGrpSpPr>
        <p:grpSpPr bwMode="auto">
          <a:xfrm>
            <a:off x="717892" y="4598699"/>
            <a:ext cx="668338" cy="572691"/>
            <a:chOff x="228" y="2879"/>
            <a:chExt cx="421" cy="481"/>
          </a:xfrm>
        </p:grpSpPr>
        <p:sp>
          <p:nvSpPr>
            <p:cNvPr id="24688" name="Arc 101"/>
            <p:cNvSpPr>
              <a:spLocks/>
            </p:cNvSpPr>
            <p:nvPr/>
          </p:nvSpPr>
          <p:spPr bwMode="auto">
            <a:xfrm flipV="1">
              <a:off x="341" y="3144"/>
              <a:ext cx="308" cy="216"/>
            </a:xfrm>
            <a:custGeom>
              <a:avLst/>
              <a:gdLst>
                <a:gd name="T0" fmla="*/ 0 w 34473"/>
                <a:gd name="T1" fmla="*/ 0 h 21600"/>
                <a:gd name="T2" fmla="*/ 0 w 34473"/>
                <a:gd name="T3" fmla="*/ 0 h 21600"/>
                <a:gd name="T4" fmla="*/ 0 w 34473"/>
                <a:gd name="T5" fmla="*/ 0 h 21600"/>
                <a:gd name="T6" fmla="*/ 0 60000 65536"/>
                <a:gd name="T7" fmla="*/ 0 60000 65536"/>
                <a:gd name="T8" fmla="*/ 0 60000 65536"/>
                <a:gd name="T9" fmla="*/ 0 w 34473"/>
                <a:gd name="T10" fmla="*/ 0 h 21600"/>
                <a:gd name="T11" fmla="*/ 34473 w 34473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73" h="21600" fill="none" extrusionOk="0">
                  <a:moveTo>
                    <a:pt x="0" y="4255"/>
                  </a:moveTo>
                  <a:cubicBezTo>
                    <a:pt x="3723" y="1491"/>
                    <a:pt x="8236" y="-1"/>
                    <a:pt x="12873" y="0"/>
                  </a:cubicBezTo>
                  <a:cubicBezTo>
                    <a:pt x="24802" y="0"/>
                    <a:pt x="34473" y="9670"/>
                    <a:pt x="34473" y="21600"/>
                  </a:cubicBezTo>
                </a:path>
                <a:path w="34473" h="21600" stroke="0" extrusionOk="0">
                  <a:moveTo>
                    <a:pt x="0" y="4255"/>
                  </a:moveTo>
                  <a:cubicBezTo>
                    <a:pt x="3723" y="1491"/>
                    <a:pt x="8236" y="-1"/>
                    <a:pt x="12873" y="0"/>
                  </a:cubicBezTo>
                  <a:cubicBezTo>
                    <a:pt x="24802" y="0"/>
                    <a:pt x="34473" y="9670"/>
                    <a:pt x="34473" y="21600"/>
                  </a:cubicBezTo>
                  <a:lnTo>
                    <a:pt x="12873" y="21600"/>
                  </a:lnTo>
                  <a:lnTo>
                    <a:pt x="0" y="4255"/>
                  </a:lnTo>
                  <a:close/>
                </a:path>
              </a:pathLst>
            </a:custGeom>
            <a:noFill/>
            <a:ln w="9525">
              <a:solidFill>
                <a:srgbClr val="FF0066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24689" name="Arc 102"/>
            <p:cNvSpPr>
              <a:spLocks/>
            </p:cNvSpPr>
            <p:nvPr/>
          </p:nvSpPr>
          <p:spPr bwMode="auto">
            <a:xfrm flipH="1">
              <a:off x="228" y="2879"/>
              <a:ext cx="157" cy="226"/>
            </a:xfrm>
            <a:custGeom>
              <a:avLst/>
              <a:gdLst>
                <a:gd name="T0" fmla="*/ 0 w 28318"/>
                <a:gd name="T1" fmla="*/ 0 h 23798"/>
                <a:gd name="T2" fmla="*/ 0 w 28318"/>
                <a:gd name="T3" fmla="*/ 0 h 23798"/>
                <a:gd name="T4" fmla="*/ 0 w 28318"/>
                <a:gd name="T5" fmla="*/ 0 h 23798"/>
                <a:gd name="T6" fmla="*/ 0 60000 65536"/>
                <a:gd name="T7" fmla="*/ 0 60000 65536"/>
                <a:gd name="T8" fmla="*/ 0 60000 65536"/>
                <a:gd name="T9" fmla="*/ 0 w 28318"/>
                <a:gd name="T10" fmla="*/ 0 h 23798"/>
                <a:gd name="T11" fmla="*/ 28318 w 28318"/>
                <a:gd name="T12" fmla="*/ 23798 h 237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18" h="23798" fill="none" extrusionOk="0">
                  <a:moveTo>
                    <a:pt x="0" y="1071"/>
                  </a:moveTo>
                  <a:cubicBezTo>
                    <a:pt x="2168" y="361"/>
                    <a:pt x="4436" y="-1"/>
                    <a:pt x="6718" y="0"/>
                  </a:cubicBezTo>
                  <a:cubicBezTo>
                    <a:pt x="18647" y="0"/>
                    <a:pt x="28318" y="9670"/>
                    <a:pt x="28318" y="21600"/>
                  </a:cubicBezTo>
                  <a:cubicBezTo>
                    <a:pt x="28318" y="22334"/>
                    <a:pt x="28280" y="23067"/>
                    <a:pt x="28205" y="23797"/>
                  </a:cubicBezTo>
                </a:path>
                <a:path w="28318" h="23798" stroke="0" extrusionOk="0">
                  <a:moveTo>
                    <a:pt x="0" y="1071"/>
                  </a:moveTo>
                  <a:cubicBezTo>
                    <a:pt x="2168" y="361"/>
                    <a:pt x="4436" y="-1"/>
                    <a:pt x="6718" y="0"/>
                  </a:cubicBezTo>
                  <a:cubicBezTo>
                    <a:pt x="18647" y="0"/>
                    <a:pt x="28318" y="9670"/>
                    <a:pt x="28318" y="21600"/>
                  </a:cubicBezTo>
                  <a:cubicBezTo>
                    <a:pt x="28318" y="22334"/>
                    <a:pt x="28280" y="23067"/>
                    <a:pt x="28205" y="23797"/>
                  </a:cubicBezTo>
                  <a:lnTo>
                    <a:pt x="6718" y="21600"/>
                  </a:lnTo>
                  <a:lnTo>
                    <a:pt x="0" y="1071"/>
                  </a:lnTo>
                  <a:close/>
                </a:path>
              </a:pathLst>
            </a:custGeom>
            <a:noFill/>
            <a:ln w="9525">
              <a:solidFill>
                <a:srgbClr val="FF0066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</p:grpSp>
      <p:sp>
        <p:nvSpPr>
          <p:cNvPr id="47207" name="Text Box 103"/>
          <p:cNvSpPr txBox="1">
            <a:spLocks noChangeArrowheads="1"/>
          </p:cNvSpPr>
          <p:nvPr/>
        </p:nvSpPr>
        <p:spPr bwMode="auto">
          <a:xfrm>
            <a:off x="470242" y="508804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FF66CC"/>
                </a:solidFill>
                <a:latin typeface="Arial" pitchFamily="34" charset="0"/>
                <a:ea typeface="宋体" pitchFamily="2" charset="-122"/>
              </a:rPr>
              <a:t>②</a:t>
            </a:r>
          </a:p>
        </p:txBody>
      </p:sp>
      <p:sp>
        <p:nvSpPr>
          <p:cNvPr id="47208" name="Text Box 104"/>
          <p:cNvSpPr txBox="1">
            <a:spLocks noChangeArrowheads="1"/>
          </p:cNvSpPr>
          <p:nvPr/>
        </p:nvSpPr>
        <p:spPr bwMode="auto">
          <a:xfrm>
            <a:off x="3246895" y="25067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FF66CC"/>
                </a:solidFill>
                <a:latin typeface="Arial" pitchFamily="34" charset="0"/>
                <a:ea typeface="宋体" pitchFamily="2" charset="-122"/>
              </a:rPr>
              <a:t>③</a:t>
            </a:r>
          </a:p>
        </p:txBody>
      </p:sp>
      <p:sp>
        <p:nvSpPr>
          <p:cNvPr id="47209" name="Line 105"/>
          <p:cNvSpPr>
            <a:spLocks noChangeShapeType="1"/>
          </p:cNvSpPr>
          <p:nvPr/>
        </p:nvSpPr>
        <p:spPr bwMode="auto">
          <a:xfrm flipH="1">
            <a:off x="5423242" y="2485339"/>
            <a:ext cx="857250" cy="0"/>
          </a:xfrm>
          <a:prstGeom prst="line">
            <a:avLst/>
          </a:prstGeom>
          <a:noFill/>
          <a:ln w="28575">
            <a:solidFill>
              <a:srgbClr val="FF0066"/>
            </a:solidFill>
            <a:round/>
            <a:headE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200"/>
          </a:p>
        </p:txBody>
      </p:sp>
      <p:sp>
        <p:nvSpPr>
          <p:cNvPr id="47210" name="Text Box 106"/>
          <p:cNvSpPr txBox="1">
            <a:spLocks noChangeArrowheads="1"/>
          </p:cNvSpPr>
          <p:nvPr/>
        </p:nvSpPr>
        <p:spPr bwMode="auto">
          <a:xfrm>
            <a:off x="5732805" y="22781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FF66CC"/>
                </a:solidFill>
                <a:latin typeface="Arial" pitchFamily="34" charset="0"/>
                <a:ea typeface="宋体" pitchFamily="2" charset="-122"/>
              </a:rPr>
              <a:t>④</a:t>
            </a:r>
          </a:p>
        </p:txBody>
      </p:sp>
      <p:grpSp>
        <p:nvGrpSpPr>
          <p:cNvPr id="13" name="Group 107"/>
          <p:cNvGrpSpPr>
            <a:grpSpLocks/>
          </p:cNvGrpSpPr>
          <p:nvPr/>
        </p:nvGrpSpPr>
        <p:grpSpPr bwMode="auto">
          <a:xfrm>
            <a:off x="5423242" y="2942538"/>
            <a:ext cx="1524000" cy="585788"/>
            <a:chOff x="3192" y="1488"/>
            <a:chExt cx="960" cy="492"/>
          </a:xfrm>
        </p:grpSpPr>
        <p:sp>
          <p:nvSpPr>
            <p:cNvPr id="24686" name="AutoShape 108"/>
            <p:cNvSpPr>
              <a:spLocks noChangeArrowheads="1"/>
            </p:cNvSpPr>
            <p:nvPr/>
          </p:nvSpPr>
          <p:spPr bwMode="auto">
            <a:xfrm>
              <a:off x="3192" y="1488"/>
              <a:ext cx="864" cy="240"/>
            </a:xfrm>
            <a:prstGeom prst="leftArrow">
              <a:avLst>
                <a:gd name="adj1" fmla="val 50000"/>
                <a:gd name="adj2" fmla="val 90000"/>
              </a:avLst>
            </a:prstGeom>
            <a:solidFill>
              <a:srgbClr val="FF0066"/>
            </a:solidFill>
            <a:ln w="9525">
              <a:solidFill>
                <a:srgbClr val="FF0066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87" name="AutoShape 109"/>
            <p:cNvSpPr>
              <a:spLocks noChangeArrowheads="1"/>
            </p:cNvSpPr>
            <p:nvPr/>
          </p:nvSpPr>
          <p:spPr bwMode="auto">
            <a:xfrm>
              <a:off x="3900" y="1548"/>
              <a:ext cx="252" cy="432"/>
            </a:xfrm>
            <a:prstGeom prst="downArrow">
              <a:avLst>
                <a:gd name="adj1" fmla="val 50000"/>
                <a:gd name="adj2" fmla="val 42857"/>
              </a:avLst>
            </a:prstGeom>
            <a:solidFill>
              <a:srgbClr val="FF0066"/>
            </a:solidFill>
            <a:ln w="9525">
              <a:solidFill>
                <a:srgbClr val="FF0066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14" name="Text Box 110"/>
          <p:cNvSpPr txBox="1">
            <a:spLocks noChangeArrowheads="1"/>
          </p:cNvSpPr>
          <p:nvPr/>
        </p:nvSpPr>
        <p:spPr bwMode="auto">
          <a:xfrm>
            <a:off x="6894855" y="31925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FF66CC"/>
                </a:solidFill>
                <a:latin typeface="Arial" pitchFamily="34" charset="0"/>
                <a:ea typeface="宋体" pitchFamily="2" charset="-122"/>
              </a:rPr>
              <a:t>⑤</a:t>
            </a:r>
          </a:p>
        </p:txBody>
      </p:sp>
      <p:grpSp>
        <p:nvGrpSpPr>
          <p:cNvPr id="14" name="Group 111"/>
          <p:cNvGrpSpPr>
            <a:grpSpLocks/>
          </p:cNvGrpSpPr>
          <p:nvPr/>
        </p:nvGrpSpPr>
        <p:grpSpPr bwMode="auto">
          <a:xfrm>
            <a:off x="6640855" y="3795027"/>
            <a:ext cx="342900" cy="640556"/>
            <a:chOff x="3959" y="2204"/>
            <a:chExt cx="216" cy="538"/>
          </a:xfrm>
        </p:grpSpPr>
        <p:sp>
          <p:nvSpPr>
            <p:cNvPr id="24684" name="AutoShape 112"/>
            <p:cNvSpPr>
              <a:spLocks noChangeArrowheads="1"/>
            </p:cNvSpPr>
            <p:nvPr/>
          </p:nvSpPr>
          <p:spPr bwMode="auto">
            <a:xfrm>
              <a:off x="3959" y="2470"/>
              <a:ext cx="205" cy="272"/>
            </a:xfrm>
            <a:prstGeom prst="upDownArrow">
              <a:avLst>
                <a:gd name="adj1" fmla="val 50000"/>
                <a:gd name="adj2" fmla="val 26537"/>
              </a:avLst>
            </a:prstGeom>
            <a:solidFill>
              <a:srgbClr val="FF0066"/>
            </a:solidFill>
            <a:ln w="28575">
              <a:solidFill>
                <a:srgbClr val="FF0066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85" name="AutoShape 113"/>
            <p:cNvSpPr>
              <a:spLocks noChangeArrowheads="1"/>
            </p:cNvSpPr>
            <p:nvPr/>
          </p:nvSpPr>
          <p:spPr bwMode="auto">
            <a:xfrm>
              <a:off x="3966" y="2204"/>
              <a:ext cx="209" cy="138"/>
            </a:xfrm>
            <a:prstGeom prst="upDownArrow">
              <a:avLst>
                <a:gd name="adj1" fmla="val 50000"/>
                <a:gd name="adj2" fmla="val 20000"/>
              </a:avLst>
            </a:prstGeom>
            <a:solidFill>
              <a:srgbClr val="FF0066"/>
            </a:solidFill>
            <a:ln w="28575">
              <a:solidFill>
                <a:srgbClr val="FF0066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18" name="Text Box 114"/>
          <p:cNvSpPr txBox="1">
            <a:spLocks noChangeArrowheads="1"/>
          </p:cNvSpPr>
          <p:nvPr/>
        </p:nvSpPr>
        <p:spPr bwMode="auto">
          <a:xfrm>
            <a:off x="6990105" y="4206982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FF66CC"/>
                </a:solidFill>
                <a:latin typeface="Arial" pitchFamily="34" charset="0"/>
                <a:ea typeface="宋体" pitchFamily="2" charset="-122"/>
              </a:rPr>
              <a:t>⑥</a:t>
            </a:r>
          </a:p>
        </p:txBody>
      </p:sp>
      <p:grpSp>
        <p:nvGrpSpPr>
          <p:cNvPr id="15" name="Group 115"/>
          <p:cNvGrpSpPr>
            <a:grpSpLocks/>
          </p:cNvGrpSpPr>
          <p:nvPr/>
        </p:nvGrpSpPr>
        <p:grpSpPr bwMode="auto">
          <a:xfrm>
            <a:off x="1257642" y="3785502"/>
            <a:ext cx="393700" cy="607219"/>
            <a:chOff x="568" y="2184"/>
            <a:chExt cx="248" cy="510"/>
          </a:xfrm>
        </p:grpSpPr>
        <p:sp>
          <p:nvSpPr>
            <p:cNvPr id="24682" name="AutoShape 116"/>
            <p:cNvSpPr>
              <a:spLocks noChangeArrowheads="1"/>
            </p:cNvSpPr>
            <p:nvPr/>
          </p:nvSpPr>
          <p:spPr bwMode="auto">
            <a:xfrm>
              <a:off x="568" y="2184"/>
              <a:ext cx="208" cy="165"/>
            </a:xfrm>
            <a:prstGeom prst="upArrow">
              <a:avLst>
                <a:gd name="adj1" fmla="val 50000"/>
                <a:gd name="adj2" fmla="val 25000"/>
              </a:avLst>
            </a:prstGeom>
            <a:solidFill>
              <a:srgbClr val="6666FF"/>
            </a:solidFill>
            <a:ln w="28575">
              <a:solidFill>
                <a:srgbClr val="6666FF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83" name="AutoShape 117"/>
            <p:cNvSpPr>
              <a:spLocks noChangeArrowheads="1"/>
            </p:cNvSpPr>
            <p:nvPr/>
          </p:nvSpPr>
          <p:spPr bwMode="auto">
            <a:xfrm>
              <a:off x="609" y="2456"/>
              <a:ext cx="207" cy="238"/>
            </a:xfrm>
            <a:prstGeom prst="upDownArrow">
              <a:avLst>
                <a:gd name="adj1" fmla="val 50000"/>
                <a:gd name="adj2" fmla="val 22995"/>
              </a:avLst>
            </a:prstGeom>
            <a:solidFill>
              <a:srgbClr val="6666FF"/>
            </a:solidFill>
            <a:ln w="28575">
              <a:solidFill>
                <a:srgbClr val="6666FF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22" name="Text Box 118"/>
          <p:cNvSpPr txBox="1">
            <a:spLocks noChangeArrowheads="1"/>
          </p:cNvSpPr>
          <p:nvPr/>
        </p:nvSpPr>
        <p:spPr bwMode="auto">
          <a:xfrm>
            <a:off x="1637055" y="3806932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00CCFF"/>
                </a:solidFill>
                <a:latin typeface="Arial" pitchFamily="34" charset="0"/>
                <a:ea typeface="宋体" pitchFamily="2" charset="-122"/>
              </a:rPr>
              <a:t>①</a:t>
            </a:r>
          </a:p>
        </p:txBody>
      </p:sp>
      <p:grpSp>
        <p:nvGrpSpPr>
          <p:cNvPr id="16" name="Group 119"/>
          <p:cNvGrpSpPr>
            <a:grpSpLocks/>
          </p:cNvGrpSpPr>
          <p:nvPr/>
        </p:nvGrpSpPr>
        <p:grpSpPr bwMode="auto">
          <a:xfrm>
            <a:off x="1346542" y="2642501"/>
            <a:ext cx="2535238" cy="914400"/>
            <a:chOff x="624" y="1236"/>
            <a:chExt cx="1597" cy="768"/>
          </a:xfrm>
        </p:grpSpPr>
        <p:grpSp>
          <p:nvGrpSpPr>
            <p:cNvPr id="24678" name="Group 120"/>
            <p:cNvGrpSpPr>
              <a:grpSpLocks/>
            </p:cNvGrpSpPr>
            <p:nvPr/>
          </p:nvGrpSpPr>
          <p:grpSpPr bwMode="auto">
            <a:xfrm>
              <a:off x="624" y="1236"/>
              <a:ext cx="624" cy="768"/>
              <a:chOff x="624" y="1236"/>
              <a:chExt cx="624" cy="768"/>
            </a:xfrm>
          </p:grpSpPr>
          <p:sp>
            <p:nvSpPr>
              <p:cNvPr id="24680" name="Rectangle 121"/>
              <p:cNvSpPr>
                <a:spLocks noChangeArrowheads="1"/>
              </p:cNvSpPr>
              <p:nvPr/>
            </p:nvSpPr>
            <p:spPr bwMode="auto">
              <a:xfrm>
                <a:off x="624" y="1296"/>
                <a:ext cx="120" cy="708"/>
              </a:xfrm>
              <a:prstGeom prst="rect">
                <a:avLst/>
              </a:prstGeom>
              <a:solidFill>
                <a:srgbClr val="6666FF"/>
              </a:solidFill>
              <a:ln w="9525">
                <a:solidFill>
                  <a:srgbClr val="6666F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AutoNum type="ea1JpnChsDbPeriod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 b="0">
                  <a:latin typeface="Arial" pitchFamily="34" charset="0"/>
                  <a:ea typeface="宋体" pitchFamily="2" charset="-122"/>
                </a:endParaRPr>
              </a:p>
            </p:txBody>
          </p:sp>
          <p:sp>
            <p:nvSpPr>
              <p:cNvPr id="24681" name="AutoShape 122"/>
              <p:cNvSpPr>
                <a:spLocks noChangeArrowheads="1"/>
              </p:cNvSpPr>
              <p:nvPr/>
            </p:nvSpPr>
            <p:spPr bwMode="auto">
              <a:xfrm>
                <a:off x="624" y="1236"/>
                <a:ext cx="624" cy="228"/>
              </a:xfrm>
              <a:prstGeom prst="rightArrow">
                <a:avLst>
                  <a:gd name="adj1" fmla="val 50000"/>
                  <a:gd name="adj2" fmla="val 68421"/>
                </a:avLst>
              </a:prstGeom>
              <a:solidFill>
                <a:srgbClr val="6666FF"/>
              </a:solidFill>
              <a:ln w="9525">
                <a:solidFill>
                  <a:srgbClr val="6666F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AutoNum type="ea1JpnChsDbPeriod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 b="0">
                  <a:latin typeface="Arial" pitchFamily="34" charset="0"/>
                  <a:ea typeface="宋体" pitchFamily="2" charset="-122"/>
                </a:endParaRPr>
              </a:p>
            </p:txBody>
          </p:sp>
        </p:grpSp>
        <p:sp>
          <p:nvSpPr>
            <p:cNvPr id="24679" name="AutoShape 123"/>
            <p:cNvSpPr>
              <a:spLocks noChangeArrowheads="1"/>
            </p:cNvSpPr>
            <p:nvPr/>
          </p:nvSpPr>
          <p:spPr bwMode="auto">
            <a:xfrm>
              <a:off x="1669" y="1248"/>
              <a:ext cx="552" cy="228"/>
            </a:xfrm>
            <a:prstGeom prst="rightArrow">
              <a:avLst>
                <a:gd name="adj1" fmla="val 50000"/>
                <a:gd name="adj2" fmla="val 60526"/>
              </a:avLst>
            </a:prstGeom>
            <a:solidFill>
              <a:srgbClr val="6666FF"/>
            </a:solidFill>
            <a:ln w="9525">
              <a:solidFill>
                <a:srgbClr val="6666F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28" name="Text Box 124"/>
          <p:cNvSpPr txBox="1">
            <a:spLocks noChangeArrowheads="1"/>
          </p:cNvSpPr>
          <p:nvPr/>
        </p:nvSpPr>
        <p:spPr bwMode="auto">
          <a:xfrm>
            <a:off x="3246895" y="25067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00CCFF"/>
                </a:solidFill>
                <a:latin typeface="Arial" pitchFamily="34" charset="0"/>
                <a:ea typeface="宋体" pitchFamily="2" charset="-122"/>
              </a:rPr>
              <a:t>③</a:t>
            </a:r>
          </a:p>
        </p:txBody>
      </p:sp>
      <p:sp>
        <p:nvSpPr>
          <p:cNvPr id="47229" name="Line 125"/>
          <p:cNvSpPr>
            <a:spLocks noChangeShapeType="1"/>
          </p:cNvSpPr>
          <p:nvPr/>
        </p:nvSpPr>
        <p:spPr bwMode="auto">
          <a:xfrm flipH="1">
            <a:off x="5423242" y="2485339"/>
            <a:ext cx="857250" cy="0"/>
          </a:xfrm>
          <a:prstGeom prst="line">
            <a:avLst/>
          </a:prstGeom>
          <a:noFill/>
          <a:ln w="28575">
            <a:solidFill>
              <a:srgbClr val="6699FF"/>
            </a:solidFill>
            <a:round/>
            <a:headE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200"/>
          </a:p>
        </p:txBody>
      </p:sp>
      <p:sp>
        <p:nvSpPr>
          <p:cNvPr id="47230" name="Text Box 126"/>
          <p:cNvSpPr txBox="1">
            <a:spLocks noChangeArrowheads="1"/>
          </p:cNvSpPr>
          <p:nvPr/>
        </p:nvSpPr>
        <p:spPr bwMode="auto">
          <a:xfrm>
            <a:off x="5732805" y="22781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00CCFF"/>
                </a:solidFill>
                <a:latin typeface="Arial" pitchFamily="34" charset="0"/>
                <a:ea typeface="宋体" pitchFamily="2" charset="-122"/>
              </a:rPr>
              <a:t>④</a:t>
            </a:r>
          </a:p>
        </p:txBody>
      </p:sp>
      <p:grpSp>
        <p:nvGrpSpPr>
          <p:cNvPr id="18" name="Group 127"/>
          <p:cNvGrpSpPr>
            <a:grpSpLocks/>
          </p:cNvGrpSpPr>
          <p:nvPr/>
        </p:nvGrpSpPr>
        <p:grpSpPr bwMode="auto">
          <a:xfrm>
            <a:off x="5423242" y="2942538"/>
            <a:ext cx="1524000" cy="585788"/>
            <a:chOff x="3192" y="1488"/>
            <a:chExt cx="960" cy="492"/>
          </a:xfrm>
        </p:grpSpPr>
        <p:sp>
          <p:nvSpPr>
            <p:cNvPr id="24676" name="AutoShape 128"/>
            <p:cNvSpPr>
              <a:spLocks noChangeArrowheads="1"/>
            </p:cNvSpPr>
            <p:nvPr/>
          </p:nvSpPr>
          <p:spPr bwMode="auto">
            <a:xfrm>
              <a:off x="3192" y="1488"/>
              <a:ext cx="864" cy="240"/>
            </a:xfrm>
            <a:prstGeom prst="leftArrow">
              <a:avLst>
                <a:gd name="adj1" fmla="val 50000"/>
                <a:gd name="adj2" fmla="val 90000"/>
              </a:avLst>
            </a:prstGeom>
            <a:solidFill>
              <a:srgbClr val="6666FF"/>
            </a:solidFill>
            <a:ln w="9525">
              <a:solidFill>
                <a:srgbClr val="6666F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77" name="AutoShape 129"/>
            <p:cNvSpPr>
              <a:spLocks noChangeArrowheads="1"/>
            </p:cNvSpPr>
            <p:nvPr/>
          </p:nvSpPr>
          <p:spPr bwMode="auto">
            <a:xfrm>
              <a:off x="3900" y="1548"/>
              <a:ext cx="252" cy="432"/>
            </a:xfrm>
            <a:prstGeom prst="downArrow">
              <a:avLst>
                <a:gd name="adj1" fmla="val 50000"/>
                <a:gd name="adj2" fmla="val 42857"/>
              </a:avLst>
            </a:prstGeom>
            <a:solidFill>
              <a:srgbClr val="6666FF"/>
            </a:solidFill>
            <a:ln w="9525">
              <a:solidFill>
                <a:srgbClr val="6666FF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34" name="Text Box 130"/>
          <p:cNvSpPr txBox="1">
            <a:spLocks noChangeArrowheads="1"/>
          </p:cNvSpPr>
          <p:nvPr/>
        </p:nvSpPr>
        <p:spPr bwMode="auto">
          <a:xfrm>
            <a:off x="6894855" y="31925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00CCFF"/>
                </a:solidFill>
                <a:latin typeface="Arial" pitchFamily="34" charset="0"/>
                <a:ea typeface="宋体" pitchFamily="2" charset="-122"/>
              </a:rPr>
              <a:t>⑤</a:t>
            </a:r>
          </a:p>
        </p:txBody>
      </p:sp>
      <p:sp>
        <p:nvSpPr>
          <p:cNvPr id="47235" name="AutoShape 131"/>
          <p:cNvSpPr>
            <a:spLocks noChangeArrowheads="1"/>
          </p:cNvSpPr>
          <p:nvPr/>
        </p:nvSpPr>
        <p:spPr bwMode="auto">
          <a:xfrm>
            <a:off x="6651967" y="3795027"/>
            <a:ext cx="331788" cy="164306"/>
          </a:xfrm>
          <a:prstGeom prst="upDownArrow">
            <a:avLst>
              <a:gd name="adj1" fmla="val 50000"/>
              <a:gd name="adj2" fmla="val 20000"/>
            </a:avLst>
          </a:prstGeom>
          <a:solidFill>
            <a:srgbClr val="6666FF"/>
          </a:solidFill>
          <a:ln w="28575">
            <a:solidFill>
              <a:srgbClr val="6666FF"/>
            </a:solidFill>
            <a:miter lim="800000"/>
            <a:headEnd/>
            <a:tailEnd/>
          </a:ln>
        </p:spPr>
        <p:txBody>
          <a:bodyPr vert="eaVert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200" b="0">
              <a:latin typeface="Arial" pitchFamily="34" charset="0"/>
              <a:ea typeface="宋体" pitchFamily="2" charset="-122"/>
            </a:endParaRPr>
          </a:p>
        </p:txBody>
      </p:sp>
      <p:grpSp>
        <p:nvGrpSpPr>
          <p:cNvPr id="19" name="Group 132"/>
          <p:cNvGrpSpPr>
            <a:grpSpLocks/>
          </p:cNvGrpSpPr>
          <p:nvPr/>
        </p:nvGrpSpPr>
        <p:grpSpPr bwMode="auto">
          <a:xfrm>
            <a:off x="2249832" y="4111733"/>
            <a:ext cx="1665287" cy="1681163"/>
            <a:chOff x="1289" y="2566"/>
            <a:chExt cx="1049" cy="1412"/>
          </a:xfrm>
        </p:grpSpPr>
        <p:sp>
          <p:nvSpPr>
            <p:cNvPr id="24669" name="AutoShape 133"/>
            <p:cNvSpPr>
              <a:spLocks noChangeArrowheads="1"/>
            </p:cNvSpPr>
            <p:nvPr/>
          </p:nvSpPr>
          <p:spPr bwMode="auto">
            <a:xfrm>
              <a:off x="1685" y="2566"/>
              <a:ext cx="212" cy="190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6666FF"/>
            </a:solidFill>
            <a:ln w="28575">
              <a:solidFill>
                <a:srgbClr val="6666FF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70" name="AutoShape 134"/>
            <p:cNvSpPr>
              <a:spLocks noChangeArrowheads="1"/>
            </p:cNvSpPr>
            <p:nvPr/>
          </p:nvSpPr>
          <p:spPr bwMode="auto">
            <a:xfrm>
              <a:off x="1702" y="3133"/>
              <a:ext cx="177" cy="103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6666FF"/>
            </a:solidFill>
            <a:ln w="28575">
              <a:solidFill>
                <a:srgbClr val="6666FF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grpSp>
          <p:nvGrpSpPr>
            <p:cNvPr id="24671" name="Group 135"/>
            <p:cNvGrpSpPr>
              <a:grpSpLocks/>
            </p:cNvGrpSpPr>
            <p:nvPr/>
          </p:nvGrpSpPr>
          <p:grpSpPr bwMode="auto">
            <a:xfrm>
              <a:off x="1289" y="3766"/>
              <a:ext cx="1049" cy="212"/>
              <a:chOff x="1193" y="3670"/>
              <a:chExt cx="1049" cy="212"/>
            </a:xfrm>
          </p:grpSpPr>
          <p:sp>
            <p:nvSpPr>
              <p:cNvPr id="24673" name="Line 136"/>
              <p:cNvSpPr>
                <a:spLocks noChangeShapeType="1"/>
              </p:cNvSpPr>
              <p:nvPr/>
            </p:nvSpPr>
            <p:spPr bwMode="auto">
              <a:xfrm>
                <a:off x="1193" y="3694"/>
                <a:ext cx="0" cy="188"/>
              </a:xfrm>
              <a:prstGeom prst="line">
                <a:avLst/>
              </a:prstGeom>
              <a:noFill/>
              <a:ln w="28575">
                <a:solidFill>
                  <a:srgbClr val="6666FF"/>
                </a:solidFill>
                <a:round/>
                <a:headEnd/>
                <a:tailEnd type="triangle" w="sm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674" name="Line 137"/>
              <p:cNvSpPr>
                <a:spLocks noChangeShapeType="1"/>
              </p:cNvSpPr>
              <p:nvPr/>
            </p:nvSpPr>
            <p:spPr bwMode="auto">
              <a:xfrm>
                <a:off x="1352" y="3694"/>
                <a:ext cx="0" cy="188"/>
              </a:xfrm>
              <a:prstGeom prst="line">
                <a:avLst/>
              </a:prstGeom>
              <a:noFill/>
              <a:ln w="28575">
                <a:solidFill>
                  <a:srgbClr val="6666FF"/>
                </a:solidFill>
                <a:round/>
                <a:headEnd/>
                <a:tailEnd type="triangle" w="sm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  <p:sp>
            <p:nvSpPr>
              <p:cNvPr id="24675" name="Line 138"/>
              <p:cNvSpPr>
                <a:spLocks noChangeShapeType="1"/>
              </p:cNvSpPr>
              <p:nvPr/>
            </p:nvSpPr>
            <p:spPr bwMode="auto">
              <a:xfrm>
                <a:off x="2242" y="3670"/>
                <a:ext cx="0" cy="188"/>
              </a:xfrm>
              <a:prstGeom prst="line">
                <a:avLst/>
              </a:prstGeom>
              <a:noFill/>
              <a:ln w="28575">
                <a:solidFill>
                  <a:srgbClr val="6666FF"/>
                </a:solidFill>
                <a:round/>
                <a:headEnd/>
                <a:tailEnd type="triangle" w="sm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 anchorCtr="1"/>
              <a:lstStyle/>
              <a:p>
                <a:endParaRPr lang="zh-CN" altLang="en-US" sz="1200"/>
              </a:p>
            </p:txBody>
          </p:sp>
        </p:grpSp>
        <p:sp>
          <p:nvSpPr>
            <p:cNvPr id="24672" name="AutoShape 139"/>
            <p:cNvSpPr>
              <a:spLocks noChangeArrowheads="1"/>
            </p:cNvSpPr>
            <p:nvPr/>
          </p:nvSpPr>
          <p:spPr bwMode="auto">
            <a:xfrm>
              <a:off x="1702" y="3457"/>
              <a:ext cx="177" cy="103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6666FF"/>
            </a:solidFill>
            <a:ln w="28575">
              <a:solidFill>
                <a:srgbClr val="6666FF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44" name="Text Box 140"/>
          <p:cNvSpPr txBox="1">
            <a:spLocks noChangeArrowheads="1"/>
          </p:cNvSpPr>
          <p:nvPr/>
        </p:nvSpPr>
        <p:spPr bwMode="auto">
          <a:xfrm>
            <a:off x="3237255" y="416412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CCFF"/>
                </a:solidFill>
                <a:latin typeface="Arial" pitchFamily="34" charset="0"/>
                <a:ea typeface="宋体" pitchFamily="2" charset="-122"/>
              </a:rPr>
              <a:t>⑥</a:t>
            </a:r>
          </a:p>
        </p:txBody>
      </p:sp>
      <p:grpSp>
        <p:nvGrpSpPr>
          <p:cNvPr id="21" name="Group 141"/>
          <p:cNvGrpSpPr>
            <a:grpSpLocks/>
          </p:cNvGrpSpPr>
          <p:nvPr/>
        </p:nvGrpSpPr>
        <p:grpSpPr bwMode="auto">
          <a:xfrm>
            <a:off x="717892" y="4598699"/>
            <a:ext cx="668338" cy="572691"/>
            <a:chOff x="228" y="2879"/>
            <a:chExt cx="421" cy="481"/>
          </a:xfrm>
        </p:grpSpPr>
        <p:sp>
          <p:nvSpPr>
            <p:cNvPr id="24667" name="Arc 142"/>
            <p:cNvSpPr>
              <a:spLocks/>
            </p:cNvSpPr>
            <p:nvPr/>
          </p:nvSpPr>
          <p:spPr bwMode="auto">
            <a:xfrm flipV="1">
              <a:off x="341" y="3144"/>
              <a:ext cx="308" cy="216"/>
            </a:xfrm>
            <a:custGeom>
              <a:avLst/>
              <a:gdLst>
                <a:gd name="T0" fmla="*/ 0 w 34473"/>
                <a:gd name="T1" fmla="*/ 0 h 21600"/>
                <a:gd name="T2" fmla="*/ 0 w 34473"/>
                <a:gd name="T3" fmla="*/ 0 h 21600"/>
                <a:gd name="T4" fmla="*/ 0 w 34473"/>
                <a:gd name="T5" fmla="*/ 0 h 21600"/>
                <a:gd name="T6" fmla="*/ 0 60000 65536"/>
                <a:gd name="T7" fmla="*/ 0 60000 65536"/>
                <a:gd name="T8" fmla="*/ 0 60000 65536"/>
                <a:gd name="T9" fmla="*/ 0 w 34473"/>
                <a:gd name="T10" fmla="*/ 0 h 21600"/>
                <a:gd name="T11" fmla="*/ 34473 w 34473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73" h="21600" fill="none" extrusionOk="0">
                  <a:moveTo>
                    <a:pt x="0" y="4255"/>
                  </a:moveTo>
                  <a:cubicBezTo>
                    <a:pt x="3723" y="1491"/>
                    <a:pt x="8236" y="-1"/>
                    <a:pt x="12873" y="0"/>
                  </a:cubicBezTo>
                  <a:cubicBezTo>
                    <a:pt x="24802" y="0"/>
                    <a:pt x="34473" y="9670"/>
                    <a:pt x="34473" y="21600"/>
                  </a:cubicBezTo>
                </a:path>
                <a:path w="34473" h="21600" stroke="0" extrusionOk="0">
                  <a:moveTo>
                    <a:pt x="0" y="4255"/>
                  </a:moveTo>
                  <a:cubicBezTo>
                    <a:pt x="3723" y="1491"/>
                    <a:pt x="8236" y="-1"/>
                    <a:pt x="12873" y="0"/>
                  </a:cubicBezTo>
                  <a:cubicBezTo>
                    <a:pt x="24802" y="0"/>
                    <a:pt x="34473" y="9670"/>
                    <a:pt x="34473" y="21600"/>
                  </a:cubicBezTo>
                  <a:lnTo>
                    <a:pt x="12873" y="21600"/>
                  </a:lnTo>
                  <a:lnTo>
                    <a:pt x="0" y="4255"/>
                  </a:lnTo>
                  <a:close/>
                </a:path>
              </a:pathLst>
            </a:custGeom>
            <a:noFill/>
            <a:ln w="9525">
              <a:solidFill>
                <a:srgbClr val="6666FF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24668" name="Arc 143"/>
            <p:cNvSpPr>
              <a:spLocks/>
            </p:cNvSpPr>
            <p:nvPr/>
          </p:nvSpPr>
          <p:spPr bwMode="auto">
            <a:xfrm flipH="1">
              <a:off x="228" y="2879"/>
              <a:ext cx="157" cy="226"/>
            </a:xfrm>
            <a:custGeom>
              <a:avLst/>
              <a:gdLst>
                <a:gd name="T0" fmla="*/ 0 w 28318"/>
                <a:gd name="T1" fmla="*/ 0 h 23798"/>
                <a:gd name="T2" fmla="*/ 0 w 28318"/>
                <a:gd name="T3" fmla="*/ 0 h 23798"/>
                <a:gd name="T4" fmla="*/ 0 w 28318"/>
                <a:gd name="T5" fmla="*/ 0 h 23798"/>
                <a:gd name="T6" fmla="*/ 0 60000 65536"/>
                <a:gd name="T7" fmla="*/ 0 60000 65536"/>
                <a:gd name="T8" fmla="*/ 0 60000 65536"/>
                <a:gd name="T9" fmla="*/ 0 w 28318"/>
                <a:gd name="T10" fmla="*/ 0 h 23798"/>
                <a:gd name="T11" fmla="*/ 28318 w 28318"/>
                <a:gd name="T12" fmla="*/ 23798 h 237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18" h="23798" fill="none" extrusionOk="0">
                  <a:moveTo>
                    <a:pt x="0" y="1071"/>
                  </a:moveTo>
                  <a:cubicBezTo>
                    <a:pt x="2168" y="361"/>
                    <a:pt x="4436" y="-1"/>
                    <a:pt x="6718" y="0"/>
                  </a:cubicBezTo>
                  <a:cubicBezTo>
                    <a:pt x="18647" y="0"/>
                    <a:pt x="28318" y="9670"/>
                    <a:pt x="28318" y="21600"/>
                  </a:cubicBezTo>
                  <a:cubicBezTo>
                    <a:pt x="28318" y="22334"/>
                    <a:pt x="28280" y="23067"/>
                    <a:pt x="28205" y="23797"/>
                  </a:cubicBezTo>
                </a:path>
                <a:path w="28318" h="23798" stroke="0" extrusionOk="0">
                  <a:moveTo>
                    <a:pt x="0" y="1071"/>
                  </a:moveTo>
                  <a:cubicBezTo>
                    <a:pt x="2168" y="361"/>
                    <a:pt x="4436" y="-1"/>
                    <a:pt x="6718" y="0"/>
                  </a:cubicBezTo>
                  <a:cubicBezTo>
                    <a:pt x="18647" y="0"/>
                    <a:pt x="28318" y="9670"/>
                    <a:pt x="28318" y="21600"/>
                  </a:cubicBezTo>
                  <a:cubicBezTo>
                    <a:pt x="28318" y="22334"/>
                    <a:pt x="28280" y="23067"/>
                    <a:pt x="28205" y="23797"/>
                  </a:cubicBezTo>
                  <a:lnTo>
                    <a:pt x="6718" y="21600"/>
                  </a:lnTo>
                  <a:lnTo>
                    <a:pt x="0" y="1071"/>
                  </a:lnTo>
                  <a:close/>
                </a:path>
              </a:pathLst>
            </a:custGeom>
            <a:noFill/>
            <a:ln w="9525">
              <a:solidFill>
                <a:srgbClr val="6666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</p:grpSp>
      <p:sp>
        <p:nvSpPr>
          <p:cNvPr id="47248" name="Text Box 144"/>
          <p:cNvSpPr txBox="1">
            <a:spLocks noChangeArrowheads="1"/>
          </p:cNvSpPr>
          <p:nvPr/>
        </p:nvSpPr>
        <p:spPr bwMode="auto">
          <a:xfrm>
            <a:off x="470242" y="508804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00CCFF"/>
                </a:solidFill>
                <a:latin typeface="Arial" pitchFamily="34" charset="0"/>
                <a:ea typeface="宋体" pitchFamily="2" charset="-122"/>
              </a:rPr>
              <a:t>②</a:t>
            </a:r>
          </a:p>
        </p:txBody>
      </p:sp>
      <p:grpSp>
        <p:nvGrpSpPr>
          <p:cNvPr id="22" name="Group 145"/>
          <p:cNvGrpSpPr>
            <a:grpSpLocks/>
          </p:cNvGrpSpPr>
          <p:nvPr/>
        </p:nvGrpSpPr>
        <p:grpSpPr bwMode="auto">
          <a:xfrm>
            <a:off x="1257642" y="3785502"/>
            <a:ext cx="393700" cy="607219"/>
            <a:chOff x="568" y="2184"/>
            <a:chExt cx="248" cy="510"/>
          </a:xfrm>
        </p:grpSpPr>
        <p:sp>
          <p:nvSpPr>
            <p:cNvPr id="24665" name="AutoShape 146"/>
            <p:cNvSpPr>
              <a:spLocks noChangeArrowheads="1"/>
            </p:cNvSpPr>
            <p:nvPr/>
          </p:nvSpPr>
          <p:spPr bwMode="auto">
            <a:xfrm>
              <a:off x="568" y="2184"/>
              <a:ext cx="208" cy="165"/>
            </a:xfrm>
            <a:prstGeom prst="upArrow">
              <a:avLst>
                <a:gd name="adj1" fmla="val 50000"/>
                <a:gd name="adj2" fmla="val 25000"/>
              </a:avLst>
            </a:prstGeom>
            <a:solidFill>
              <a:srgbClr val="33CC33"/>
            </a:solidFill>
            <a:ln w="28575">
              <a:solidFill>
                <a:srgbClr val="00CC00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66" name="AutoShape 147"/>
            <p:cNvSpPr>
              <a:spLocks noChangeArrowheads="1"/>
            </p:cNvSpPr>
            <p:nvPr/>
          </p:nvSpPr>
          <p:spPr bwMode="auto">
            <a:xfrm>
              <a:off x="609" y="2456"/>
              <a:ext cx="207" cy="238"/>
            </a:xfrm>
            <a:prstGeom prst="upDownArrow">
              <a:avLst>
                <a:gd name="adj1" fmla="val 50000"/>
                <a:gd name="adj2" fmla="val 22995"/>
              </a:avLst>
            </a:prstGeom>
            <a:solidFill>
              <a:srgbClr val="33CC33"/>
            </a:solidFill>
            <a:ln w="28575">
              <a:solidFill>
                <a:srgbClr val="00CC00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52" name="Text Box 148"/>
          <p:cNvSpPr txBox="1">
            <a:spLocks noChangeArrowheads="1"/>
          </p:cNvSpPr>
          <p:nvPr/>
        </p:nvSpPr>
        <p:spPr bwMode="auto">
          <a:xfrm>
            <a:off x="1637055" y="379264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①</a:t>
            </a:r>
          </a:p>
        </p:txBody>
      </p:sp>
      <p:grpSp>
        <p:nvGrpSpPr>
          <p:cNvPr id="23" name="Group 149"/>
          <p:cNvGrpSpPr>
            <a:grpSpLocks/>
          </p:cNvGrpSpPr>
          <p:nvPr/>
        </p:nvGrpSpPr>
        <p:grpSpPr bwMode="auto">
          <a:xfrm>
            <a:off x="1346542" y="2642501"/>
            <a:ext cx="2560639" cy="914400"/>
            <a:chOff x="624" y="1236"/>
            <a:chExt cx="1613" cy="768"/>
          </a:xfrm>
        </p:grpSpPr>
        <p:grpSp>
          <p:nvGrpSpPr>
            <p:cNvPr id="24661" name="Group 150"/>
            <p:cNvGrpSpPr>
              <a:grpSpLocks/>
            </p:cNvGrpSpPr>
            <p:nvPr/>
          </p:nvGrpSpPr>
          <p:grpSpPr bwMode="auto">
            <a:xfrm>
              <a:off x="624" y="1236"/>
              <a:ext cx="624" cy="768"/>
              <a:chOff x="624" y="1236"/>
              <a:chExt cx="624" cy="768"/>
            </a:xfrm>
          </p:grpSpPr>
          <p:sp>
            <p:nvSpPr>
              <p:cNvPr id="24663" name="Rectangle 151"/>
              <p:cNvSpPr>
                <a:spLocks noChangeArrowheads="1"/>
              </p:cNvSpPr>
              <p:nvPr/>
            </p:nvSpPr>
            <p:spPr bwMode="auto">
              <a:xfrm>
                <a:off x="624" y="1296"/>
                <a:ext cx="120" cy="708"/>
              </a:xfrm>
              <a:prstGeom prst="rect">
                <a:avLst/>
              </a:prstGeom>
              <a:solidFill>
                <a:srgbClr val="33CC33"/>
              </a:solidFill>
              <a:ln w="9525">
                <a:solidFill>
                  <a:srgbClr val="00CC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AutoNum type="ea1JpnChsDbPeriod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 b="0">
                  <a:latin typeface="Arial" pitchFamily="34" charset="0"/>
                  <a:ea typeface="宋体" pitchFamily="2" charset="-122"/>
                </a:endParaRPr>
              </a:p>
            </p:txBody>
          </p:sp>
          <p:sp>
            <p:nvSpPr>
              <p:cNvPr id="24664" name="AutoShape 152"/>
              <p:cNvSpPr>
                <a:spLocks noChangeArrowheads="1"/>
              </p:cNvSpPr>
              <p:nvPr/>
            </p:nvSpPr>
            <p:spPr bwMode="auto">
              <a:xfrm>
                <a:off x="624" y="1236"/>
                <a:ext cx="624" cy="228"/>
              </a:xfrm>
              <a:prstGeom prst="rightArrow">
                <a:avLst>
                  <a:gd name="adj1" fmla="val 50000"/>
                  <a:gd name="adj2" fmla="val 68421"/>
                </a:avLst>
              </a:prstGeom>
              <a:solidFill>
                <a:srgbClr val="33CC33"/>
              </a:solidFill>
              <a:ln w="9525">
                <a:solidFill>
                  <a:srgbClr val="00CC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AutoNum type="ea1JpnChsDbPeriod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 b="1">
                    <a:solidFill>
                      <a:schemeClr val="tx1"/>
                    </a:solidFill>
                    <a:latin typeface="Comic Sans MS" pitchFamily="66" charset="0"/>
                    <a:ea typeface="华文楷体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zh-CN" altLang="en-US" sz="1800" b="0">
                  <a:latin typeface="Arial" pitchFamily="34" charset="0"/>
                  <a:ea typeface="宋体" pitchFamily="2" charset="-122"/>
                </a:endParaRPr>
              </a:p>
            </p:txBody>
          </p:sp>
        </p:grpSp>
        <p:sp>
          <p:nvSpPr>
            <p:cNvPr id="24662" name="AutoShape 153"/>
            <p:cNvSpPr>
              <a:spLocks noChangeArrowheads="1"/>
            </p:cNvSpPr>
            <p:nvPr/>
          </p:nvSpPr>
          <p:spPr bwMode="auto">
            <a:xfrm>
              <a:off x="1685" y="1237"/>
              <a:ext cx="552" cy="228"/>
            </a:xfrm>
            <a:prstGeom prst="rightArrow">
              <a:avLst>
                <a:gd name="adj1" fmla="val 50000"/>
                <a:gd name="adj2" fmla="val 60526"/>
              </a:avLst>
            </a:prstGeom>
            <a:solidFill>
              <a:srgbClr val="33CC33"/>
            </a:solidFill>
            <a:ln w="9525">
              <a:solidFill>
                <a:srgbClr val="00CC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 dirty="0">
                <a:latin typeface="Arial" pitchFamily="34" charset="0"/>
                <a:ea typeface="宋体" pitchFamily="2" charset="-122"/>
              </a:endParaRPr>
            </a:p>
          </p:txBody>
        </p:sp>
      </p:grpSp>
      <p:grpSp>
        <p:nvGrpSpPr>
          <p:cNvPr id="25" name="Group 154"/>
          <p:cNvGrpSpPr>
            <a:grpSpLocks/>
          </p:cNvGrpSpPr>
          <p:nvPr/>
        </p:nvGrpSpPr>
        <p:grpSpPr bwMode="auto">
          <a:xfrm>
            <a:off x="717892" y="4598699"/>
            <a:ext cx="668338" cy="572691"/>
            <a:chOff x="228" y="2879"/>
            <a:chExt cx="421" cy="481"/>
          </a:xfrm>
        </p:grpSpPr>
        <p:sp>
          <p:nvSpPr>
            <p:cNvPr id="24659" name="Arc 155"/>
            <p:cNvSpPr>
              <a:spLocks/>
            </p:cNvSpPr>
            <p:nvPr/>
          </p:nvSpPr>
          <p:spPr bwMode="auto">
            <a:xfrm flipV="1">
              <a:off x="341" y="3144"/>
              <a:ext cx="308" cy="216"/>
            </a:xfrm>
            <a:custGeom>
              <a:avLst/>
              <a:gdLst>
                <a:gd name="T0" fmla="*/ 0 w 34473"/>
                <a:gd name="T1" fmla="*/ 0 h 21600"/>
                <a:gd name="T2" fmla="*/ 0 w 34473"/>
                <a:gd name="T3" fmla="*/ 0 h 21600"/>
                <a:gd name="T4" fmla="*/ 0 w 34473"/>
                <a:gd name="T5" fmla="*/ 0 h 21600"/>
                <a:gd name="T6" fmla="*/ 0 60000 65536"/>
                <a:gd name="T7" fmla="*/ 0 60000 65536"/>
                <a:gd name="T8" fmla="*/ 0 60000 65536"/>
                <a:gd name="T9" fmla="*/ 0 w 34473"/>
                <a:gd name="T10" fmla="*/ 0 h 21600"/>
                <a:gd name="T11" fmla="*/ 34473 w 34473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73" h="21600" fill="none" extrusionOk="0">
                  <a:moveTo>
                    <a:pt x="0" y="4255"/>
                  </a:moveTo>
                  <a:cubicBezTo>
                    <a:pt x="3723" y="1491"/>
                    <a:pt x="8236" y="-1"/>
                    <a:pt x="12873" y="0"/>
                  </a:cubicBezTo>
                  <a:cubicBezTo>
                    <a:pt x="24802" y="0"/>
                    <a:pt x="34473" y="9670"/>
                    <a:pt x="34473" y="21600"/>
                  </a:cubicBezTo>
                </a:path>
                <a:path w="34473" h="21600" stroke="0" extrusionOk="0">
                  <a:moveTo>
                    <a:pt x="0" y="4255"/>
                  </a:moveTo>
                  <a:cubicBezTo>
                    <a:pt x="3723" y="1491"/>
                    <a:pt x="8236" y="-1"/>
                    <a:pt x="12873" y="0"/>
                  </a:cubicBezTo>
                  <a:cubicBezTo>
                    <a:pt x="24802" y="0"/>
                    <a:pt x="34473" y="9670"/>
                    <a:pt x="34473" y="21600"/>
                  </a:cubicBezTo>
                  <a:lnTo>
                    <a:pt x="12873" y="21600"/>
                  </a:lnTo>
                  <a:lnTo>
                    <a:pt x="0" y="4255"/>
                  </a:lnTo>
                  <a:close/>
                </a:path>
              </a:pathLst>
            </a:custGeom>
            <a:noFill/>
            <a:ln w="9525">
              <a:solidFill>
                <a:srgbClr val="00CC00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24660" name="Arc 156"/>
            <p:cNvSpPr>
              <a:spLocks/>
            </p:cNvSpPr>
            <p:nvPr/>
          </p:nvSpPr>
          <p:spPr bwMode="auto">
            <a:xfrm flipH="1">
              <a:off x="228" y="2879"/>
              <a:ext cx="157" cy="226"/>
            </a:xfrm>
            <a:custGeom>
              <a:avLst/>
              <a:gdLst>
                <a:gd name="T0" fmla="*/ 0 w 28318"/>
                <a:gd name="T1" fmla="*/ 0 h 23798"/>
                <a:gd name="T2" fmla="*/ 0 w 28318"/>
                <a:gd name="T3" fmla="*/ 0 h 23798"/>
                <a:gd name="T4" fmla="*/ 0 w 28318"/>
                <a:gd name="T5" fmla="*/ 0 h 23798"/>
                <a:gd name="T6" fmla="*/ 0 60000 65536"/>
                <a:gd name="T7" fmla="*/ 0 60000 65536"/>
                <a:gd name="T8" fmla="*/ 0 60000 65536"/>
                <a:gd name="T9" fmla="*/ 0 w 28318"/>
                <a:gd name="T10" fmla="*/ 0 h 23798"/>
                <a:gd name="T11" fmla="*/ 28318 w 28318"/>
                <a:gd name="T12" fmla="*/ 23798 h 237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18" h="23798" fill="none" extrusionOk="0">
                  <a:moveTo>
                    <a:pt x="0" y="1071"/>
                  </a:moveTo>
                  <a:cubicBezTo>
                    <a:pt x="2168" y="361"/>
                    <a:pt x="4436" y="-1"/>
                    <a:pt x="6718" y="0"/>
                  </a:cubicBezTo>
                  <a:cubicBezTo>
                    <a:pt x="18647" y="0"/>
                    <a:pt x="28318" y="9670"/>
                    <a:pt x="28318" y="21600"/>
                  </a:cubicBezTo>
                  <a:cubicBezTo>
                    <a:pt x="28318" y="22334"/>
                    <a:pt x="28280" y="23067"/>
                    <a:pt x="28205" y="23797"/>
                  </a:cubicBezTo>
                </a:path>
                <a:path w="28318" h="23798" stroke="0" extrusionOk="0">
                  <a:moveTo>
                    <a:pt x="0" y="1071"/>
                  </a:moveTo>
                  <a:cubicBezTo>
                    <a:pt x="2168" y="361"/>
                    <a:pt x="4436" y="-1"/>
                    <a:pt x="6718" y="0"/>
                  </a:cubicBezTo>
                  <a:cubicBezTo>
                    <a:pt x="18647" y="0"/>
                    <a:pt x="28318" y="9670"/>
                    <a:pt x="28318" y="21600"/>
                  </a:cubicBezTo>
                  <a:cubicBezTo>
                    <a:pt x="28318" y="22334"/>
                    <a:pt x="28280" y="23067"/>
                    <a:pt x="28205" y="23797"/>
                  </a:cubicBezTo>
                  <a:lnTo>
                    <a:pt x="6718" y="21600"/>
                  </a:lnTo>
                  <a:lnTo>
                    <a:pt x="0" y="1071"/>
                  </a:lnTo>
                  <a:close/>
                </a:path>
              </a:pathLst>
            </a:custGeom>
            <a:noFill/>
            <a:ln w="9525">
              <a:solidFill>
                <a:srgbClr val="00CC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</p:grpSp>
      <p:sp>
        <p:nvSpPr>
          <p:cNvPr id="47261" name="Text Box 157"/>
          <p:cNvSpPr txBox="1">
            <a:spLocks noChangeArrowheads="1"/>
          </p:cNvSpPr>
          <p:nvPr/>
        </p:nvSpPr>
        <p:spPr bwMode="auto">
          <a:xfrm>
            <a:off x="470242" y="508804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 dirty="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②</a:t>
            </a:r>
          </a:p>
        </p:txBody>
      </p:sp>
      <p:sp>
        <p:nvSpPr>
          <p:cNvPr id="47262" name="Text Box 158"/>
          <p:cNvSpPr txBox="1">
            <a:spLocks noChangeArrowheads="1"/>
          </p:cNvSpPr>
          <p:nvPr/>
        </p:nvSpPr>
        <p:spPr bwMode="auto">
          <a:xfrm>
            <a:off x="3246895" y="25067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③</a:t>
            </a:r>
          </a:p>
        </p:txBody>
      </p:sp>
      <p:sp>
        <p:nvSpPr>
          <p:cNvPr id="47263" name="Line 159"/>
          <p:cNvSpPr>
            <a:spLocks noChangeShapeType="1"/>
          </p:cNvSpPr>
          <p:nvPr/>
        </p:nvSpPr>
        <p:spPr bwMode="auto">
          <a:xfrm flipH="1">
            <a:off x="5423242" y="2485339"/>
            <a:ext cx="857250" cy="0"/>
          </a:xfrm>
          <a:prstGeom prst="line">
            <a:avLst/>
          </a:prstGeom>
          <a:noFill/>
          <a:ln w="28575">
            <a:solidFill>
              <a:srgbClr val="00CC00"/>
            </a:solidFill>
            <a:round/>
            <a:headE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200"/>
          </a:p>
        </p:txBody>
      </p:sp>
      <p:sp>
        <p:nvSpPr>
          <p:cNvPr id="47264" name="Text Box 160"/>
          <p:cNvSpPr txBox="1">
            <a:spLocks noChangeArrowheads="1"/>
          </p:cNvSpPr>
          <p:nvPr/>
        </p:nvSpPr>
        <p:spPr bwMode="auto">
          <a:xfrm>
            <a:off x="5732805" y="22781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④</a:t>
            </a:r>
          </a:p>
        </p:txBody>
      </p:sp>
      <p:grpSp>
        <p:nvGrpSpPr>
          <p:cNvPr id="26" name="Group 161"/>
          <p:cNvGrpSpPr>
            <a:grpSpLocks/>
          </p:cNvGrpSpPr>
          <p:nvPr/>
        </p:nvGrpSpPr>
        <p:grpSpPr bwMode="auto">
          <a:xfrm>
            <a:off x="5423242" y="2942538"/>
            <a:ext cx="1524000" cy="585788"/>
            <a:chOff x="3192" y="1488"/>
            <a:chExt cx="960" cy="492"/>
          </a:xfrm>
        </p:grpSpPr>
        <p:sp>
          <p:nvSpPr>
            <p:cNvPr id="24657" name="AutoShape 162"/>
            <p:cNvSpPr>
              <a:spLocks noChangeArrowheads="1"/>
            </p:cNvSpPr>
            <p:nvPr/>
          </p:nvSpPr>
          <p:spPr bwMode="auto">
            <a:xfrm>
              <a:off x="3192" y="1488"/>
              <a:ext cx="864" cy="240"/>
            </a:xfrm>
            <a:prstGeom prst="leftArrow">
              <a:avLst>
                <a:gd name="adj1" fmla="val 50000"/>
                <a:gd name="adj2" fmla="val 90000"/>
              </a:avLst>
            </a:prstGeom>
            <a:solidFill>
              <a:srgbClr val="33CC33"/>
            </a:solidFill>
            <a:ln w="9525">
              <a:solidFill>
                <a:srgbClr val="00CC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58" name="AutoShape 163"/>
            <p:cNvSpPr>
              <a:spLocks noChangeArrowheads="1"/>
            </p:cNvSpPr>
            <p:nvPr/>
          </p:nvSpPr>
          <p:spPr bwMode="auto">
            <a:xfrm>
              <a:off x="3900" y="1548"/>
              <a:ext cx="252" cy="432"/>
            </a:xfrm>
            <a:prstGeom prst="downArrow">
              <a:avLst>
                <a:gd name="adj1" fmla="val 50000"/>
                <a:gd name="adj2" fmla="val 42857"/>
              </a:avLst>
            </a:prstGeom>
            <a:solidFill>
              <a:srgbClr val="33CC33"/>
            </a:solidFill>
            <a:ln w="9525">
              <a:solidFill>
                <a:srgbClr val="00CC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68" name="Text Box 164"/>
          <p:cNvSpPr txBox="1">
            <a:spLocks noChangeArrowheads="1"/>
          </p:cNvSpPr>
          <p:nvPr/>
        </p:nvSpPr>
        <p:spPr bwMode="auto">
          <a:xfrm>
            <a:off x="6894855" y="319257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⑤</a:t>
            </a:r>
          </a:p>
        </p:txBody>
      </p:sp>
      <p:grpSp>
        <p:nvGrpSpPr>
          <p:cNvPr id="27" name="Group 165"/>
          <p:cNvGrpSpPr>
            <a:grpSpLocks/>
          </p:cNvGrpSpPr>
          <p:nvPr/>
        </p:nvGrpSpPr>
        <p:grpSpPr bwMode="auto">
          <a:xfrm>
            <a:off x="6651969" y="3795026"/>
            <a:ext cx="1381125" cy="1119188"/>
            <a:chOff x="4062" y="2300"/>
            <a:chExt cx="870" cy="940"/>
          </a:xfrm>
        </p:grpSpPr>
        <p:sp>
          <p:nvSpPr>
            <p:cNvPr id="24654" name="AutoShape 166"/>
            <p:cNvSpPr>
              <a:spLocks noChangeArrowheads="1"/>
            </p:cNvSpPr>
            <p:nvPr/>
          </p:nvSpPr>
          <p:spPr bwMode="auto">
            <a:xfrm>
              <a:off x="4722" y="2566"/>
              <a:ext cx="178" cy="277"/>
            </a:xfrm>
            <a:prstGeom prst="downArrow">
              <a:avLst>
                <a:gd name="adj1" fmla="val 50000"/>
                <a:gd name="adj2" fmla="val 38904"/>
              </a:avLst>
            </a:prstGeom>
            <a:solidFill>
              <a:srgbClr val="33CC33"/>
            </a:solidFill>
            <a:ln w="28575">
              <a:solidFill>
                <a:srgbClr val="00CC00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55" name="AutoShape 167"/>
            <p:cNvSpPr>
              <a:spLocks noChangeArrowheads="1"/>
            </p:cNvSpPr>
            <p:nvPr/>
          </p:nvSpPr>
          <p:spPr bwMode="auto">
            <a:xfrm>
              <a:off x="4745" y="3052"/>
              <a:ext cx="187" cy="188"/>
            </a:xfrm>
            <a:prstGeom prst="downArrow">
              <a:avLst>
                <a:gd name="adj1" fmla="val 50000"/>
                <a:gd name="adj2" fmla="val 25134"/>
              </a:avLst>
            </a:prstGeom>
            <a:solidFill>
              <a:srgbClr val="33CC33"/>
            </a:solidFill>
            <a:ln w="28575">
              <a:solidFill>
                <a:srgbClr val="00CC00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24656" name="AutoShape 168"/>
            <p:cNvSpPr>
              <a:spLocks noChangeArrowheads="1"/>
            </p:cNvSpPr>
            <p:nvPr/>
          </p:nvSpPr>
          <p:spPr bwMode="auto">
            <a:xfrm>
              <a:off x="4062" y="2300"/>
              <a:ext cx="209" cy="138"/>
            </a:xfrm>
            <a:prstGeom prst="upDownArrow">
              <a:avLst>
                <a:gd name="adj1" fmla="val 50000"/>
                <a:gd name="adj2" fmla="val 20000"/>
              </a:avLst>
            </a:prstGeom>
            <a:solidFill>
              <a:srgbClr val="33CC33"/>
            </a:solidFill>
            <a:ln w="28575">
              <a:solidFill>
                <a:srgbClr val="00CC00"/>
              </a:solidFill>
              <a:miter lim="800000"/>
              <a:headEnd/>
              <a:tailEnd/>
            </a:ln>
          </p:spPr>
          <p:txBody>
            <a:bodyPr vert="eaVert" anchor="ctr" anchorCtr="1"/>
            <a:lstStyle>
              <a:lvl1pPr>
                <a:spcBef>
                  <a:spcPct val="20000"/>
                </a:spcBef>
                <a:buAutoNum type="ea1JpnChsDbPeriod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 b="1">
                  <a:solidFill>
                    <a:schemeClr val="tx1"/>
                  </a:solidFill>
                  <a:latin typeface="Comic Sans MS" pitchFamily="66" charset="0"/>
                  <a:ea typeface="华文楷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200" b="0">
                <a:latin typeface="Arial" pitchFamily="34" charset="0"/>
                <a:ea typeface="宋体" pitchFamily="2" charset="-122"/>
              </a:endParaRPr>
            </a:p>
          </p:txBody>
        </p:sp>
      </p:grpSp>
      <p:sp>
        <p:nvSpPr>
          <p:cNvPr id="47273" name="Text Box 169"/>
          <p:cNvSpPr txBox="1">
            <a:spLocks noChangeArrowheads="1"/>
          </p:cNvSpPr>
          <p:nvPr/>
        </p:nvSpPr>
        <p:spPr bwMode="auto">
          <a:xfrm>
            <a:off x="7961655" y="419269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⑥</a:t>
            </a:r>
          </a:p>
        </p:txBody>
      </p:sp>
      <p:sp>
        <p:nvSpPr>
          <p:cNvPr id="47274" name="Text Box 170"/>
          <p:cNvSpPr txBox="1">
            <a:spLocks noChangeArrowheads="1"/>
          </p:cNvSpPr>
          <p:nvPr/>
        </p:nvSpPr>
        <p:spPr bwMode="auto">
          <a:xfrm>
            <a:off x="6952005" y="4707045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⑦</a:t>
            </a:r>
          </a:p>
        </p:txBody>
      </p:sp>
      <p:sp>
        <p:nvSpPr>
          <p:cNvPr id="47275" name="Text Box 171"/>
          <p:cNvSpPr txBox="1">
            <a:spLocks noChangeArrowheads="1"/>
          </p:cNvSpPr>
          <p:nvPr/>
        </p:nvSpPr>
        <p:spPr bwMode="auto">
          <a:xfrm>
            <a:off x="6723405" y="5307120"/>
            <a:ext cx="355600" cy="16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/>
          <a:lstStyle>
            <a:lvl1pPr>
              <a:spcBef>
                <a:spcPct val="20000"/>
              </a:spcBef>
              <a:buAutoNum type="ea1JpnChsDbPeriod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1pPr>
            <a:lvl2pPr marL="742950" indent="-285750">
              <a:spcBef>
                <a:spcPct val="20000"/>
              </a:spcBef>
              <a:buChar char="–"/>
              <a:defRPr sz="28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2pPr>
            <a:lvl3pPr marL="1143000" indent="-2286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3pPr>
            <a:lvl4pPr marL="1600200" indent="-228600">
              <a:spcBef>
                <a:spcPct val="20000"/>
              </a:spcBef>
              <a:buChar char="–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4pPr>
            <a:lvl5pPr marL="2057400" indent="-228600">
              <a:spcBef>
                <a:spcPct val="20000"/>
              </a:spcBef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 b="1">
                <a:solidFill>
                  <a:schemeClr val="tx1"/>
                </a:solidFill>
                <a:latin typeface="Comic Sans MS" pitchFamily="66" charset="0"/>
                <a:ea typeface="华文楷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>
                <a:solidFill>
                  <a:srgbClr val="66FF33"/>
                </a:solidFill>
                <a:latin typeface="Arial" pitchFamily="34" charset="0"/>
                <a:ea typeface="宋体" pitchFamily="2" charset="-122"/>
              </a:rPr>
              <a:t>⑧</a:t>
            </a:r>
          </a:p>
        </p:txBody>
      </p:sp>
      <p:sp>
        <p:nvSpPr>
          <p:cNvPr id="167" name="标题 1"/>
          <p:cNvSpPr txBox="1">
            <a:spLocks/>
          </p:cNvSpPr>
          <p:nvPr/>
        </p:nvSpPr>
        <p:spPr bwMode="auto">
          <a:xfrm>
            <a:off x="322013" y="194134"/>
            <a:ext cx="59073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marL="534988" indent="-534988"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  <a:cs typeface="+mj-cs"/>
              </a:defRPr>
            </a:lvl1pPr>
            <a:lvl2pPr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r>
              <a:rPr lang="en-US" altLang="zh-CN" dirty="0"/>
              <a:t>Program Execution Process </a:t>
            </a:r>
            <a:endParaRPr lang="zh-CN" altLang="en-US" dirty="0"/>
          </a:p>
        </p:txBody>
      </p:sp>
      <p:sp>
        <p:nvSpPr>
          <p:cNvPr id="166" name="灯片编号占位符 3"/>
          <p:cNvSpPr>
            <a:spLocks noGrp="1"/>
          </p:cNvSpPr>
          <p:nvPr>
            <p:ph type="sldNum" sz="quarter" idx="11"/>
          </p:nvPr>
        </p:nvSpPr>
        <p:spPr>
          <a:xfrm>
            <a:off x="8316914" y="5674170"/>
            <a:ext cx="442912" cy="273844"/>
          </a:xfrm>
        </p:spPr>
        <p:txBody>
          <a:bodyPr/>
          <a:lstStyle/>
          <a:p>
            <a:fld id="{828433C9-4A25-4EFF-A13E-677ED709B907}" type="slidenum">
              <a:rPr lang="zh-CN" altLang="en-US" smtClean="0"/>
              <a:pPr/>
              <a:t>140</a:t>
            </a:fld>
            <a:endParaRPr lang="zh-CN" altLang="en-US"/>
          </a:p>
        </p:txBody>
      </p:sp>
      <p:sp>
        <p:nvSpPr>
          <p:cNvPr id="4" name="日期占位符 2">
            <a:extLst>
              <a:ext uri="{FF2B5EF4-FFF2-40B4-BE49-F238E27FC236}">
                <a16:creationId xmlns:a16="http://schemas.microsoft.com/office/drawing/2014/main" id="{888C96EF-9CF5-E209-1B70-F9B48F78C87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xfrm>
            <a:off x="457200" y="6356350"/>
            <a:ext cx="2133600" cy="3651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120720B-B452-4D06-80E8-FEEFFE40B0BC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" name="日期占位符 3">
            <a:extLst>
              <a:ext uri="{FF2B5EF4-FFF2-40B4-BE49-F238E27FC236}">
                <a16:creationId xmlns:a16="http://schemas.microsoft.com/office/drawing/2014/main" id="{3614ED1C-2125-F2A5-D469-6257AF8DB702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5D258196-90A1-4707-824B-B4DEB4CAE1F0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7" name="灯片编号占位符 5">
            <a:extLst>
              <a:ext uri="{FF2B5EF4-FFF2-40B4-BE49-F238E27FC236}">
                <a16:creationId xmlns:a16="http://schemas.microsoft.com/office/drawing/2014/main" id="{7B291FE5-8C6A-F31F-1D6C-15BB04B0630E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56C3603F-BA1D-4708-90AC-54A9BB73886E}" type="slidenum">
              <a:rPr lang="zh-CN" altLang="en-US"/>
              <a:pPr/>
              <a:t>140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097413304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7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7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7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7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7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47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47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47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47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47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47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47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47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47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47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47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47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47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47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47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47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47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47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47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500"/>
                                        <p:tgtEl>
                                          <p:spTgt spid="47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47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47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47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47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47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 nodeType="clickPar">
                      <p:stCondLst>
                        <p:cond delay="indefinite"/>
                      </p:stCondLst>
                      <p:childTnLst>
                        <p:par>
                          <p:cTn id="1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500"/>
                                        <p:tgtEl>
                                          <p:spTgt spid="47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5" dur="500"/>
                                        <p:tgtEl>
                                          <p:spTgt spid="47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8" dur="500"/>
                                        <p:tgtEl>
                                          <p:spTgt spid="47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6" dur="500"/>
                                        <p:tgtEl>
                                          <p:spTgt spid="47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 nodeType="clickPar">
                      <p:stCondLst>
                        <p:cond delay="indefinite"/>
                      </p:stCondLst>
                      <p:childTnLst>
                        <p:par>
                          <p:cTn id="1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1" dur="500"/>
                                        <p:tgtEl>
                                          <p:spTgt spid="47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7" dur="500"/>
                                        <p:tgtEl>
                                          <p:spTgt spid="47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 nodeType="clickPar">
                      <p:stCondLst>
                        <p:cond delay="indefinite"/>
                      </p:stCondLst>
                      <p:childTnLst>
                        <p:par>
                          <p:cTn id="2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5" dur="500"/>
                                        <p:tgtEl>
                                          <p:spTgt spid="47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 nodeType="clickPar">
                      <p:stCondLst>
                        <p:cond delay="indefinite"/>
                      </p:stCondLst>
                      <p:childTnLst>
                        <p:par>
                          <p:cTn id="2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3" dur="500"/>
                                        <p:tgtEl>
                                          <p:spTgt spid="47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1" dur="500"/>
                                        <p:tgtEl>
                                          <p:spTgt spid="47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 nodeType="clickPar">
                      <p:stCondLst>
                        <p:cond delay="indefinite"/>
                      </p:stCondLst>
                      <p:childTnLst>
                        <p:par>
                          <p:cTn id="2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6" dur="500"/>
                                        <p:tgtEl>
                                          <p:spTgt spid="47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9" dur="500"/>
                                        <p:tgtEl>
                                          <p:spTgt spid="47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 nodeType="clickPar">
                      <p:stCondLst>
                        <p:cond delay="indefinite"/>
                      </p:stCondLst>
                      <p:childTnLst>
                        <p:par>
                          <p:cTn id="2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7" dur="500"/>
                                        <p:tgtEl>
                                          <p:spTgt spid="47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 nodeType="clickPar">
                      <p:stCondLst>
                        <p:cond delay="indefinite"/>
                      </p:stCondLst>
                      <p:childTnLst>
                        <p:par>
                          <p:cTn id="2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5" dur="500"/>
                                        <p:tgtEl>
                                          <p:spTgt spid="47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 nodeType="clickPar">
                      <p:stCondLst>
                        <p:cond delay="indefinite"/>
                      </p:stCondLst>
                      <p:childTnLst>
                        <p:par>
                          <p:cTn id="2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0" dur="500"/>
                                        <p:tgtEl>
                                          <p:spTgt spid="47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3" dur="500"/>
                                        <p:tgtEl>
                                          <p:spTgt spid="47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 nodeType="clickPar">
                      <p:stCondLst>
                        <p:cond delay="indefinite"/>
                      </p:stCondLst>
                      <p:childTnLst>
                        <p:par>
                          <p:cTn id="2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1" dur="500"/>
                                        <p:tgtEl>
                                          <p:spTgt spid="47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4" dur="500"/>
                                        <p:tgtEl>
                                          <p:spTgt spid="47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08" grpId="0" autoUpdateAnimBg="0"/>
      <p:bldP spid="47109" grpId="0" animBg="1"/>
      <p:bldP spid="47110" grpId="0" animBg="1"/>
      <p:bldP spid="47111" grpId="0" animBg="1"/>
      <p:bldP spid="47112" grpId="0" animBg="1"/>
      <p:bldP spid="47118" grpId="0" autoUpdateAnimBg="0"/>
      <p:bldP spid="47119" grpId="0" autoUpdateAnimBg="0"/>
      <p:bldP spid="47120" grpId="0" animBg="1"/>
      <p:bldP spid="47121" grpId="0" animBg="1"/>
      <p:bldP spid="47128" grpId="0" animBg="1"/>
      <p:bldP spid="47153" grpId="0" animBg="1"/>
      <p:bldP spid="47154" grpId="0" animBg="1" autoUpdateAnimBg="0"/>
      <p:bldP spid="47158" grpId="0" animBg="1"/>
      <p:bldP spid="47159" grpId="0" animBg="1"/>
      <p:bldP spid="47160" grpId="0" autoUpdateAnimBg="0"/>
      <p:bldP spid="47174" grpId="0" autoUpdateAnimBg="0"/>
      <p:bldP spid="47175" grpId="0" autoUpdateAnimBg="0"/>
      <p:bldP spid="47176" grpId="0" animBg="1"/>
      <p:bldP spid="47177" grpId="0" animBg="1"/>
      <p:bldP spid="47186" grpId="0" autoUpdateAnimBg="0"/>
      <p:bldP spid="47187" grpId="0" autoUpdateAnimBg="0"/>
      <p:bldP spid="47188" grpId="0" autoUpdateAnimBg="0"/>
      <p:bldP spid="47189" grpId="0" autoUpdateAnimBg="0"/>
      <p:bldP spid="47193" grpId="0" autoUpdateAnimBg="0"/>
      <p:bldP spid="47194" grpId="0" autoUpdateAnimBg="0"/>
      <p:bldP spid="47198" grpId="0" autoUpdateAnimBg="0"/>
      <p:bldP spid="47207" grpId="0" autoUpdateAnimBg="0"/>
      <p:bldP spid="47208" grpId="0" autoUpdateAnimBg="0"/>
      <p:bldP spid="47209" grpId="0" animBg="1"/>
      <p:bldP spid="47210" grpId="0" autoUpdateAnimBg="0"/>
      <p:bldP spid="47214" grpId="0" autoUpdateAnimBg="0"/>
      <p:bldP spid="47218" grpId="0" autoUpdateAnimBg="0"/>
      <p:bldP spid="47222" grpId="0" autoUpdateAnimBg="0"/>
      <p:bldP spid="47228" grpId="0" autoUpdateAnimBg="0"/>
      <p:bldP spid="47229" grpId="0" animBg="1"/>
      <p:bldP spid="47230" grpId="0" autoUpdateAnimBg="0"/>
      <p:bldP spid="47234" grpId="0" autoUpdateAnimBg="0"/>
      <p:bldP spid="47235" grpId="0" animBg="1"/>
      <p:bldP spid="47244" grpId="0" autoUpdateAnimBg="0"/>
      <p:bldP spid="47248" grpId="0" autoUpdateAnimBg="0"/>
      <p:bldP spid="47252" grpId="0" autoUpdateAnimBg="0"/>
      <p:bldP spid="47261" grpId="0" autoUpdateAnimBg="0"/>
      <p:bldP spid="47262" grpId="0" autoUpdateAnimBg="0"/>
      <p:bldP spid="47263" grpId="0" animBg="1"/>
      <p:bldP spid="47264" grpId="0" autoUpdateAnimBg="0"/>
      <p:bldP spid="47268" grpId="0" autoUpdateAnimBg="0"/>
      <p:bldP spid="47273" grpId="0" autoUpdateAnimBg="0"/>
      <p:bldP spid="47274" grpId="0" autoUpdateAnimBg="0"/>
      <p:bldP spid="47275" grpId="0" autoUpdateAnimBg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5B2AC2-A047-178C-1F81-E9B85C3447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76847170-328C-3C22-0C6A-A0A93A277D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DFE40FE0-4C38-23FE-A9B0-9A28FB3CBC2C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F3FB9F33-0B22-1D94-D293-4B44C19C4CA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9F4CEF6B-2FAE-8440-3C3A-2B7DEAEFC0F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98455AB-9020-4C12-BBD7-E491438D6D8A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141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50583814"/>
      </p:ext>
    </p:extLst>
  </p:cSld>
  <p:clrMapOvr>
    <a:masterClrMapping/>
  </p:clrMapOvr>
  <p:transition advTm="235"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869188-6EA7-CC14-BF10-F083DAF4C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标题 1">
            <a:extLst>
              <a:ext uri="{FF2B5EF4-FFF2-40B4-BE49-F238E27FC236}">
                <a16:creationId xmlns:a16="http://schemas.microsoft.com/office/drawing/2014/main" id="{E3A01E7F-DE75-BBA8-6E44-FEE19BEB5E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3F32FB84-34EC-D298-CD22-150FB43AC239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100" name="日期占位符 3">
            <a:extLst>
              <a:ext uri="{FF2B5EF4-FFF2-40B4-BE49-F238E27FC236}">
                <a16:creationId xmlns:a16="http://schemas.microsoft.com/office/drawing/2014/main" id="{D82523F5-4B91-58A4-154D-7C8BD97326B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F7AF689-E644-4D3B-8C2C-3318FCE4BE38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4101" name="灯片编号占位符 5">
            <a:extLst>
              <a:ext uri="{FF2B5EF4-FFF2-40B4-BE49-F238E27FC236}">
                <a16:creationId xmlns:a16="http://schemas.microsoft.com/office/drawing/2014/main" id="{7F312104-0307-1AA0-01B5-949FAA3CEB5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98455AB-9020-4C12-BBD7-E491438D6D8A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142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0660667"/>
      </p:ext>
    </p:extLst>
  </p:cSld>
  <p:clrMapOvr>
    <a:masterClrMapping/>
  </p:clrMapOvr>
  <p:transition advTm="235"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灯片编号占位符 3">
            <a:extLst>
              <a:ext uri="{FF2B5EF4-FFF2-40B4-BE49-F238E27FC236}">
                <a16:creationId xmlns:a16="http://schemas.microsoft.com/office/drawing/2014/main" id="{1D110A71-5BE8-4B31-82E2-DCB62C8498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7558E24-8F36-4711-8ABC-CB20AB5A91BF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143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sp>
        <p:nvSpPr>
          <p:cNvPr id="88067" name="Rectangle 2">
            <a:extLst>
              <a:ext uri="{FF2B5EF4-FFF2-40B4-BE49-F238E27FC236}">
                <a16:creationId xmlns:a16="http://schemas.microsoft.com/office/drawing/2014/main" id="{318CF2BB-E23C-4948-A9E8-95AC14CF65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2163" y="142875"/>
            <a:ext cx="7437437" cy="757238"/>
          </a:xfrm>
        </p:spPr>
        <p:txBody>
          <a:bodyPr/>
          <a:lstStyle/>
          <a:p>
            <a:r>
              <a:rPr lang="en-US" altLang="zh-CN"/>
              <a:t>VHDL  vs. Verilog</a:t>
            </a:r>
          </a:p>
        </p:txBody>
      </p:sp>
      <p:graphicFrame>
        <p:nvGraphicFramePr>
          <p:cNvPr id="5" name="Group 28">
            <a:extLst>
              <a:ext uri="{FF2B5EF4-FFF2-40B4-BE49-F238E27FC236}">
                <a16:creationId xmlns:a16="http://schemas.microsoft.com/office/drawing/2014/main" id="{7DDF7430-7723-490D-8195-A405F8CD9BB7}"/>
              </a:ext>
            </a:extLst>
          </p:cNvPr>
          <p:cNvGraphicFramePr>
            <a:graphicFrameLocks noGrp="1"/>
          </p:cNvGraphicFramePr>
          <p:nvPr>
            <p:ph sz="half" idx="1"/>
          </p:nvPr>
        </p:nvGraphicFramePr>
        <p:xfrm>
          <a:off x="341313" y="1042988"/>
          <a:ext cx="8461375" cy="2724172"/>
        </p:xfrm>
        <a:graphic>
          <a:graphicData uri="http://schemas.openxmlformats.org/drawingml/2006/table">
            <a:tbl>
              <a:tblPr/>
              <a:tblGrid>
                <a:gridCol w="41175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438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9595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Government Developed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in 1981</a:t>
                      </a:r>
                    </a:p>
                  </a:txBody>
                  <a:tcPr marL="91445" marR="91445" marT="45646" marB="4564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Commercially Developed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in 1985</a:t>
                      </a:r>
                    </a:p>
                  </a:txBody>
                  <a:tcPr marL="91445" marR="91445" marT="45646" marB="456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04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Ada</a:t>
                      </a: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based</a:t>
                      </a:r>
                    </a:p>
                  </a:txBody>
                  <a:tcPr marL="91445" marR="91445" marT="45646" marB="4564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 based</a:t>
                      </a:r>
                    </a:p>
                  </a:txBody>
                  <a:tcPr marL="91445" marR="91445" marT="45646" marB="456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04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Strongly Type Cast</a:t>
                      </a:r>
                    </a:p>
                  </a:txBody>
                  <a:tcPr marL="91445" marR="91445" marT="45646" marB="4564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Mildly Type Cast</a:t>
                      </a:r>
                    </a:p>
                  </a:txBody>
                  <a:tcPr marL="91445" marR="91445" marT="45646" marB="456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04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Case-insensitive</a:t>
                      </a:r>
                    </a:p>
                  </a:txBody>
                  <a:tcPr marL="91445" marR="91445" marT="45646" marB="4564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Case-sensitive</a:t>
                      </a:r>
                    </a:p>
                  </a:txBody>
                  <a:tcPr marL="91445" marR="91445" marT="45646" marB="456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04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Difficult to learn</a:t>
                      </a:r>
                    </a:p>
                  </a:txBody>
                  <a:tcPr marL="91445" marR="91445" marT="45646" marB="4564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Ea</a:t>
                      </a:r>
                      <a:r>
                        <a:rPr kumimoji="1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sier</a:t>
                      </a:r>
                      <a:r>
                        <a:rPr kumimoji="1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to Learn</a:t>
                      </a:r>
                    </a:p>
                  </a:txBody>
                  <a:tcPr marL="91445" marR="91445" marT="45646" marB="4564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" name="矩形 7">
            <a:extLst>
              <a:ext uri="{FF2B5EF4-FFF2-40B4-BE49-F238E27FC236}">
                <a16:creationId xmlns:a16="http://schemas.microsoft.com/office/drawing/2014/main" id="{A1D11F9C-BB82-4F86-A9FC-7403AC45B988}"/>
              </a:ext>
            </a:extLst>
          </p:cNvPr>
          <p:cNvSpPr/>
          <p:nvPr/>
        </p:nvSpPr>
        <p:spPr>
          <a:xfrm>
            <a:off x="179388" y="3992563"/>
            <a:ext cx="8937625" cy="831850"/>
          </a:xfrm>
          <a:prstGeom prst="rect">
            <a:avLst/>
          </a:prstGeom>
        </p:spPr>
        <p:txBody>
          <a:bodyPr>
            <a:spAutoFit/>
          </a:bodyPr>
          <a:lstStyle/>
          <a:p>
            <a:pPr marL="685800" lvl="1" indent="-685800">
              <a:defRPr/>
            </a:pPr>
            <a:r>
              <a:rPr lang="en-US" altLang="zh-CN" sz="2400" b="1" dirty="0">
                <a:solidFill>
                  <a:srgbClr val="7030A0"/>
                </a:solidFill>
                <a:ea typeface="ＭＳ Ｐゴシック" panose="020B0600070205080204" pitchFamily="34" charset="-128"/>
              </a:rPr>
              <a:t>VHDL</a:t>
            </a:r>
            <a:r>
              <a:rPr lang="en-US" altLang="zh-CN" b="1" dirty="0">
                <a:ea typeface="ＭＳ Ｐゴシック" panose="020B0600070205080204" pitchFamily="34" charset="-128"/>
              </a:rPr>
              <a:t> is an acronym for :</a:t>
            </a:r>
          </a:p>
          <a:p>
            <a:pPr marL="685800" lvl="1" indent="-228600">
              <a:defRPr/>
            </a:pPr>
            <a:r>
              <a:rPr lang="en-US" altLang="zh-CN" sz="2400" b="1" dirty="0">
                <a:solidFill>
                  <a:srgbClr val="7030A0"/>
                </a:solidFill>
                <a:ea typeface="ＭＳ Ｐゴシック" panose="020B0600070205080204" pitchFamily="34" charset="-128"/>
              </a:rPr>
              <a:t>V</a:t>
            </a:r>
            <a:r>
              <a:rPr lang="en-US" altLang="zh-CN" dirty="0">
                <a:ea typeface="ＭＳ Ｐゴシック" panose="020B0600070205080204" pitchFamily="34" charset="-128"/>
              </a:rPr>
              <a:t>HSIC (Very High Speed Integrated Circuit) </a:t>
            </a:r>
            <a:r>
              <a:rPr lang="en-US" altLang="zh-CN" sz="2400" b="1" dirty="0">
                <a:solidFill>
                  <a:srgbClr val="7030A0"/>
                </a:solidFill>
                <a:ea typeface="ＭＳ Ｐゴシック" panose="020B0600070205080204" pitchFamily="34" charset="-128"/>
              </a:rPr>
              <a:t>H</a:t>
            </a:r>
            <a:r>
              <a:rPr lang="en-US" altLang="zh-CN" dirty="0">
                <a:ea typeface="ＭＳ Ｐゴシック" panose="020B0600070205080204" pitchFamily="34" charset="-128"/>
              </a:rPr>
              <a:t>ardware </a:t>
            </a:r>
            <a:r>
              <a:rPr lang="en-US" altLang="zh-CN" sz="2400" b="1" dirty="0">
                <a:solidFill>
                  <a:srgbClr val="7030A0"/>
                </a:solidFill>
                <a:ea typeface="ＭＳ Ｐゴシック" panose="020B0600070205080204" pitchFamily="34" charset="-128"/>
              </a:rPr>
              <a:t>D</a:t>
            </a:r>
            <a:r>
              <a:rPr lang="en-US" altLang="zh-CN" dirty="0">
                <a:ea typeface="ＭＳ Ｐゴシック" panose="020B0600070205080204" pitchFamily="34" charset="-128"/>
              </a:rPr>
              <a:t>escription </a:t>
            </a:r>
            <a:r>
              <a:rPr lang="en-US" altLang="zh-CN" sz="2400" b="1" dirty="0">
                <a:solidFill>
                  <a:srgbClr val="7030A0"/>
                </a:solidFill>
                <a:ea typeface="ＭＳ Ｐゴシック" panose="020B0600070205080204" pitchFamily="34" charset="-128"/>
              </a:rPr>
              <a:t>L</a:t>
            </a:r>
            <a:r>
              <a:rPr lang="en-US" altLang="zh-CN" dirty="0">
                <a:ea typeface="ＭＳ Ｐゴシック" panose="020B0600070205080204" pitchFamily="34" charset="-128"/>
              </a:rPr>
              <a:t>anguage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C05040E-1ACE-4016-BF6C-F2DE8E6D7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25" y="5086350"/>
            <a:ext cx="8937625" cy="90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ts val="600"/>
              </a:spcBef>
              <a:buFontTx/>
              <a:buNone/>
            </a:pPr>
            <a:r>
              <a:rPr lang="en-US" altLang="zh-CN" sz="2400" b="1">
                <a:latin typeface="Arial" panose="020B0604020202020204" pitchFamily="34" charset="0"/>
                <a:ea typeface="宋体" panose="02010600030101010101" pitchFamily="2" charset="-122"/>
              </a:rPr>
              <a:t>HDLs is used to describe a </a:t>
            </a:r>
            <a:r>
              <a:rPr lang="en-US" altLang="zh-CN" sz="2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HARDWARE</a:t>
            </a:r>
            <a:r>
              <a:rPr lang="en-US" altLang="zh-CN" sz="2400" b="1">
                <a:latin typeface="Arial" panose="020B0604020202020204" pitchFamily="34" charset="0"/>
                <a:ea typeface="宋体" panose="02010600030101010101" pitchFamily="2" charset="-122"/>
              </a:rPr>
              <a:t>!  </a:t>
            </a:r>
          </a:p>
          <a:p>
            <a:pPr>
              <a:spcBef>
                <a:spcPts val="600"/>
              </a:spcBef>
              <a:buFontTx/>
              <a:buNone/>
            </a:pPr>
            <a:r>
              <a:rPr lang="en-US" altLang="zh-CN" sz="2400" b="1">
                <a:latin typeface="Arial" panose="020B0604020202020204" pitchFamily="34" charset="0"/>
                <a:ea typeface="宋体" panose="02010600030101010101" pitchFamily="2" charset="-122"/>
              </a:rPr>
              <a:t>They are quite different with the tradition program language!</a:t>
            </a:r>
            <a:endParaRPr lang="zh-CN" altLang="en-US" sz="24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8090" name="日期占位符 3">
            <a:extLst>
              <a:ext uri="{FF2B5EF4-FFF2-40B4-BE49-F238E27FC236}">
                <a16:creationId xmlns:a16="http://schemas.microsoft.com/office/drawing/2014/main" id="{05B57D1E-1E0D-4BA6-8F91-AD7139385A2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011A1F6B-D9D9-4007-8004-0DD87046B3A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4BAAB691-60F6-4B6D-B10D-13D3D3828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5763" y="3822700"/>
            <a:ext cx="1106487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</a:t>
            </a:r>
            <a:endParaRPr lang="zh-CN" altLang="en-US" sz="16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9088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 build="p"/>
      <p:bldP spid="10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标题 1">
            <a:extLst>
              <a:ext uri="{FF2B5EF4-FFF2-40B4-BE49-F238E27FC236}">
                <a16:creationId xmlns:a16="http://schemas.microsoft.com/office/drawing/2014/main" id="{FB133730-A7E6-4EE2-8807-20352836ED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TOP-DOWN Design</a:t>
            </a:r>
            <a:endParaRPr lang="zh-CN" altLang="en-US"/>
          </a:p>
        </p:txBody>
      </p:sp>
      <p:sp>
        <p:nvSpPr>
          <p:cNvPr id="90115" name="日期占位符 2">
            <a:extLst>
              <a:ext uri="{FF2B5EF4-FFF2-40B4-BE49-F238E27FC236}">
                <a16:creationId xmlns:a16="http://schemas.microsoft.com/office/drawing/2014/main" id="{C0C94229-AF04-4EF1-BF7F-F2FCF27EC30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FE9E1096-0DAB-41B4-9FC9-175E17EF5000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0116" name="灯片编号占位符 3">
            <a:extLst>
              <a:ext uri="{FF2B5EF4-FFF2-40B4-BE49-F238E27FC236}">
                <a16:creationId xmlns:a16="http://schemas.microsoft.com/office/drawing/2014/main" id="{312BEC9B-17B4-4530-B70C-ABF38F1C451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04AB9C3-D57F-414B-A990-D94B7D7912C5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144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395A3E16-959B-4367-95C1-603020F4066C}"/>
              </a:ext>
            </a:extLst>
          </p:cNvPr>
          <p:cNvSpPr/>
          <p:nvPr/>
        </p:nvSpPr>
        <p:spPr>
          <a:xfrm>
            <a:off x="522288" y="1719263"/>
            <a:ext cx="3240087" cy="4275137"/>
          </a:xfrm>
          <a:prstGeom prst="rect">
            <a:avLst/>
          </a:prstGeom>
          <a:noFill/>
          <a:ln w="4127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7" name="矩形 56">
            <a:extLst>
              <a:ext uri="{FF2B5EF4-FFF2-40B4-BE49-F238E27FC236}">
                <a16:creationId xmlns:a16="http://schemas.microsoft.com/office/drawing/2014/main" id="{0BD5153B-7B60-43B7-B726-DB94559E84EE}"/>
              </a:ext>
            </a:extLst>
          </p:cNvPr>
          <p:cNvSpPr/>
          <p:nvPr/>
        </p:nvSpPr>
        <p:spPr>
          <a:xfrm>
            <a:off x="5381625" y="1628775"/>
            <a:ext cx="3330575" cy="4410075"/>
          </a:xfrm>
          <a:prstGeom prst="rect">
            <a:avLst/>
          </a:prstGeom>
          <a:noFill/>
          <a:ln w="41275"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C716006-3591-4CD5-8B14-14E8D2E3E9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1808163"/>
            <a:ext cx="1690688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Control Module</a:t>
            </a:r>
            <a:endParaRPr lang="zh-CN" altLang="en-US" sz="16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27B9AD0-8516-478B-8713-AADEAA690B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1488" y="1673225"/>
            <a:ext cx="1838325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Datapath Module</a:t>
            </a:r>
            <a:endParaRPr lang="zh-CN" altLang="en-US" sz="16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E764849-A102-4DA4-9AD6-38DEC3FAF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" y="2124075"/>
            <a:ext cx="1304925" cy="1169988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 1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(combination)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7BA9657-9C87-4D55-958F-CD72CB4B91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" y="3429000"/>
            <a:ext cx="1349375" cy="1169988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2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(combination)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D93A706-CC36-4395-9343-C5AC588368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5988" y="2393950"/>
            <a:ext cx="1350962" cy="1439863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3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(sequential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FSM)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38159C8-1DB7-4C62-996C-8F42FEE40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6563" y="1763713"/>
            <a:ext cx="1260475" cy="1260475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1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(combination)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7E67EA1C-B428-4AC4-8A03-E36CA5C2E4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6563" y="3159125"/>
            <a:ext cx="1260475" cy="1260475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2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(combination)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AD52022-3D15-49BF-A59D-47DFD03F08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2950" y="2214563"/>
            <a:ext cx="1349375" cy="1304925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4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(Register)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998A8589-9471-43FE-BFEA-46C3BCF85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6563" y="4554538"/>
            <a:ext cx="1260475" cy="1260475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3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(combination)</a:t>
            </a: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5383E7A8-5B8C-462E-82DB-604747248B10}"/>
              </a:ext>
            </a:extLst>
          </p:cNvPr>
          <p:cNvSpPr/>
          <p:nvPr/>
        </p:nvSpPr>
        <p:spPr>
          <a:xfrm>
            <a:off x="161925" y="1042988"/>
            <a:ext cx="8775700" cy="5086350"/>
          </a:xfrm>
          <a:prstGeom prst="rect">
            <a:avLst/>
          </a:prstGeom>
          <a:noFill/>
          <a:ln w="412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dirty="0">
              <a:solidFill>
                <a:srgbClr val="7030A0"/>
              </a:solidFill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BC0C108-F1CE-4D62-807A-F81D96253B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2950" y="3608388"/>
            <a:ext cx="1349375" cy="1306512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5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(Counter)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0CF84D2-CD68-4248-97A1-877BB99B22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863" y="1089025"/>
            <a:ext cx="21320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Digital circuit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28D5F781-8037-4B41-86B8-C96EE52B8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6588" y="1052513"/>
            <a:ext cx="2430462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Top-level module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8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4ADB8BE-E18D-49EB-B306-FB7CE50392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1275" y="3789363"/>
            <a:ext cx="14160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Interconnect</a:t>
            </a:r>
            <a:endParaRPr lang="zh-CN" altLang="en-US" sz="16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3" name="左右箭头 72">
            <a:extLst>
              <a:ext uri="{FF2B5EF4-FFF2-40B4-BE49-F238E27FC236}">
                <a16:creationId xmlns:a16="http://schemas.microsoft.com/office/drawing/2014/main" id="{E9306E99-9118-4587-8DFE-6F79A6B56121}"/>
              </a:ext>
            </a:extLst>
          </p:cNvPr>
          <p:cNvSpPr/>
          <p:nvPr/>
        </p:nvSpPr>
        <p:spPr>
          <a:xfrm>
            <a:off x="3762375" y="3608388"/>
            <a:ext cx="1574800" cy="676275"/>
          </a:xfrm>
          <a:prstGeom prst="leftRightArrow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7B79DC3-92F8-4392-B620-4E6F71E058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5988" y="4059238"/>
            <a:ext cx="1350962" cy="1439862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PART 4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(sequential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FSM)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ACAB065-F203-45CA-948D-C80D68EB9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225" y="5138738"/>
            <a:ext cx="12557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Interconnect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6" name="左右箭头 75">
            <a:extLst>
              <a:ext uri="{FF2B5EF4-FFF2-40B4-BE49-F238E27FC236}">
                <a16:creationId xmlns:a16="http://schemas.microsoft.com/office/drawing/2014/main" id="{A3422F6D-2332-40F2-989E-AEF19CBBD2A5}"/>
              </a:ext>
            </a:extLst>
          </p:cNvPr>
          <p:cNvSpPr/>
          <p:nvPr/>
        </p:nvSpPr>
        <p:spPr>
          <a:xfrm>
            <a:off x="611188" y="4959350"/>
            <a:ext cx="1350962" cy="674688"/>
          </a:xfrm>
          <a:prstGeom prst="leftRightArrow">
            <a:avLst>
              <a:gd name="adj1" fmla="val 46775"/>
              <a:gd name="adj2" fmla="val 50000"/>
            </a:avLst>
          </a:prstGeom>
          <a:noFill/>
          <a:ln w="38100">
            <a:solidFill>
              <a:srgbClr val="0033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>
              <a:solidFill>
                <a:srgbClr val="003399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570C0C7-A4E3-4BCB-9B76-6DE302BE60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7888" y="5229225"/>
            <a:ext cx="12557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Interconnect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8" name="左右箭头 77">
            <a:extLst>
              <a:ext uri="{FF2B5EF4-FFF2-40B4-BE49-F238E27FC236}">
                <a16:creationId xmlns:a16="http://schemas.microsoft.com/office/drawing/2014/main" id="{FE8403AF-9E1B-45F3-A193-69FC183C841F}"/>
              </a:ext>
            </a:extLst>
          </p:cNvPr>
          <p:cNvSpPr/>
          <p:nvPr/>
        </p:nvSpPr>
        <p:spPr>
          <a:xfrm>
            <a:off x="7181850" y="5049838"/>
            <a:ext cx="1350963" cy="674687"/>
          </a:xfrm>
          <a:prstGeom prst="leftRightArrow">
            <a:avLst>
              <a:gd name="adj1" fmla="val 46775"/>
              <a:gd name="adj2" fmla="val 50000"/>
            </a:avLst>
          </a:prstGeom>
          <a:noFill/>
          <a:ln w="38100">
            <a:solidFill>
              <a:srgbClr val="0033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>
              <a:solidFill>
                <a:srgbClr val="003399"/>
              </a:solidFill>
            </a:endParaRPr>
          </a:p>
        </p:txBody>
      </p:sp>
      <p:sp>
        <p:nvSpPr>
          <p:cNvPr id="79" name="矩形 78">
            <a:extLst>
              <a:ext uri="{FF2B5EF4-FFF2-40B4-BE49-F238E27FC236}">
                <a16:creationId xmlns:a16="http://schemas.microsoft.com/office/drawing/2014/main" id="{561D4482-2740-4A56-8A74-FB8D07C24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688" y="2725738"/>
            <a:ext cx="1304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0" name="矩形 79">
            <a:extLst>
              <a:ext uri="{FF2B5EF4-FFF2-40B4-BE49-F238E27FC236}">
                <a16:creationId xmlns:a16="http://schemas.microsoft.com/office/drawing/2014/main" id="{80B7D92B-23BB-49E1-977F-FFA2CCCE5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688" y="4059238"/>
            <a:ext cx="1304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1" name="矩形 80">
            <a:extLst>
              <a:ext uri="{FF2B5EF4-FFF2-40B4-BE49-F238E27FC236}">
                <a16:creationId xmlns:a16="http://schemas.microsoft.com/office/drawing/2014/main" id="{56A4AB75-205C-4DA1-A9AA-70C97102C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5513" y="3265488"/>
            <a:ext cx="1306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2" name="矩形 81">
            <a:extLst>
              <a:ext uri="{FF2B5EF4-FFF2-40B4-BE49-F238E27FC236}">
                <a16:creationId xmlns:a16="http://schemas.microsoft.com/office/drawing/2014/main" id="{7FAA43FE-AA71-4920-8E4C-82E04EF03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7425" y="4921250"/>
            <a:ext cx="1306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3" name="矩形 82">
            <a:extLst>
              <a:ext uri="{FF2B5EF4-FFF2-40B4-BE49-F238E27FC236}">
                <a16:creationId xmlns:a16="http://schemas.microsoft.com/office/drawing/2014/main" id="{7A022E7B-7357-4D4B-B020-B1E3C3B28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2474913"/>
            <a:ext cx="1304925" cy="738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  <a:p>
            <a:pPr algn="ctr">
              <a:spcBef>
                <a:spcPct val="0"/>
              </a:spcBef>
              <a:buFontTx/>
              <a:buNone/>
            </a:pPr>
            <a:endParaRPr lang="zh-CN" altLang="en-US" sz="1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4" name="矩形 83">
            <a:extLst>
              <a:ext uri="{FF2B5EF4-FFF2-40B4-BE49-F238E27FC236}">
                <a16:creationId xmlns:a16="http://schemas.microsoft.com/office/drawing/2014/main" id="{99D9C278-0A57-4B16-BB59-518256FE7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3851275"/>
            <a:ext cx="130492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5" name="矩形 84">
            <a:extLst>
              <a:ext uri="{FF2B5EF4-FFF2-40B4-BE49-F238E27FC236}">
                <a16:creationId xmlns:a16="http://schemas.microsoft.com/office/drawing/2014/main" id="{C942CB0C-1053-473B-B83B-99A00FA0B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6563" y="5246688"/>
            <a:ext cx="1304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6" name="矩形 85">
            <a:extLst>
              <a:ext uri="{FF2B5EF4-FFF2-40B4-BE49-F238E27FC236}">
                <a16:creationId xmlns:a16="http://schemas.microsoft.com/office/drawing/2014/main" id="{3139EE9E-5FE9-41A9-A247-580AB631C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0" y="2906713"/>
            <a:ext cx="1304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87" name="矩形 86">
            <a:extLst>
              <a:ext uri="{FF2B5EF4-FFF2-40B4-BE49-F238E27FC236}">
                <a16:creationId xmlns:a16="http://schemas.microsoft.com/office/drawing/2014/main" id="{C6BEA20B-A286-418F-9678-7BDEC9BD0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4863" y="4346575"/>
            <a:ext cx="130492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module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port-function</a:t>
            </a:r>
            <a:endParaRPr lang="zh-CN" altLang="en-US" sz="1400" b="1">
              <a:solidFill>
                <a:srgbClr val="003399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933939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57" grpId="0" animBg="1"/>
      <p:bldP spid="59" grpId="0"/>
      <p:bldP spid="60" grpId="0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/>
      <p:bldP spid="71" grpId="0"/>
      <p:bldP spid="72" grpId="0"/>
      <p:bldP spid="73" grpId="0" animBg="1"/>
      <p:bldP spid="74" grpId="0" animBg="1"/>
      <p:bldP spid="75" grpId="0"/>
      <p:bldP spid="76" grpId="0" animBg="1"/>
      <p:bldP spid="77" grpId="0"/>
      <p:bldP spid="78" grpId="0" animBg="1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日期占位符 3">
            <a:extLst>
              <a:ext uri="{FF2B5EF4-FFF2-40B4-BE49-F238E27FC236}">
                <a16:creationId xmlns:a16="http://schemas.microsoft.com/office/drawing/2014/main" id="{6D8A5317-C199-436B-9BD1-C903C53B0CC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sz="1400">
                <a:solidFill>
                  <a:srgbClr val="0A419B"/>
                </a:solidFill>
                <a:latin typeface="Arial" panose="020B060402020202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January 2006</a:t>
            </a:r>
          </a:p>
        </p:txBody>
      </p:sp>
      <p:sp>
        <p:nvSpPr>
          <p:cNvPr id="91139" name="灯片编号占位符 4">
            <a:extLst>
              <a:ext uri="{FF2B5EF4-FFF2-40B4-BE49-F238E27FC236}">
                <a16:creationId xmlns:a16="http://schemas.microsoft.com/office/drawing/2014/main" id="{2D61C193-95AD-41A7-895E-4CBF0B20016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E3B83FB-AD9E-4263-83D7-6956E7DEA174}" type="slidenum">
              <a:rPr lang="zh-CN" altLang="ar-SA" sz="1100" smtClean="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145</a:t>
            </a:fld>
            <a:endParaRPr lang="en-US" altLang="zh-CN" sz="1100" dirty="0">
              <a:solidFill>
                <a:srgbClr val="FFFFFF"/>
              </a:solidFill>
            </a:endParaRPr>
          </a:p>
        </p:txBody>
      </p:sp>
      <p:sp>
        <p:nvSpPr>
          <p:cNvPr id="91140" name="Rectangle 2">
            <a:extLst>
              <a:ext uri="{FF2B5EF4-FFF2-40B4-BE49-F238E27FC236}">
                <a16:creationId xmlns:a16="http://schemas.microsoft.com/office/drawing/2014/main" id="{3A4CADBB-7A66-4CEE-95F8-1BA6D567EC5F}"/>
              </a:ext>
            </a:extLst>
          </p:cNvPr>
          <p:cNvSpPr>
            <a:spLocks noGrp="1" noRot="1"/>
          </p:cNvSpPr>
          <p:nvPr>
            <p:ph type="title"/>
          </p:nvPr>
        </p:nvSpPr>
        <p:spPr/>
        <p:txBody>
          <a:bodyPr anchor="t"/>
          <a:lstStyle/>
          <a:p>
            <a:r>
              <a:rPr lang="en-US" altLang="zh-CN"/>
              <a:t>Basic Verilog Modeling</a:t>
            </a:r>
            <a:br>
              <a:rPr lang="en-US" altLang="zh-CN"/>
            </a:br>
            <a:endParaRPr lang="en-US" altLang="zh-CN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07597A00-35E4-4C85-82CF-C7023FEB35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8" y="1089025"/>
            <a:ext cx="7966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ea typeface="MS PGothic" panose="020B0600070205080204" pitchFamily="34" charset="-128"/>
              </a:rPr>
              <a:t>module </a:t>
            </a:r>
            <a:r>
              <a:rPr lang="en-US" altLang="zh-CN" sz="2000">
                <a:ea typeface="MS PGothic" panose="020B0600070205080204" pitchFamily="34" charset="-128"/>
              </a:rPr>
              <a:t>is a most basic   building block of a design</a:t>
            </a:r>
            <a:r>
              <a:rPr kumimoji="1" lang="en-US" altLang="zh-CN" sz="2000">
                <a:latin typeface="Arial" panose="020B0604020202020204" pitchFamily="34" charset="0"/>
                <a:ea typeface="MS PGothic" panose="020B0600070205080204" pitchFamily="34" charset="-128"/>
              </a:rPr>
              <a:t>.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584A4621-A35D-4466-9017-F1281FB748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2924175"/>
            <a:ext cx="3600450" cy="831850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marL="228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 port_mode  </a:t>
            </a:r>
            <a:r>
              <a:rPr kumimoji="1" lang="en-US" altLang="zh-CN" sz="1600" b="1">
                <a:latin typeface="Courier New" panose="02070309020205020404" pitchFamily="49" charset="0"/>
                <a:ea typeface="MS PGothic" panose="020B0600070205080204" pitchFamily="34" charset="-128"/>
                <a:cs typeface="Courier New" panose="02070309020205020404" pitchFamily="49" charset="0"/>
              </a:rPr>
              <a:t>port_name1;</a:t>
            </a:r>
            <a:endParaRPr kumimoji="1" lang="en-US" altLang="zh-CN" sz="1400" b="1">
              <a:latin typeface="Courier New" panose="02070309020205020404" pitchFamily="49" charset="0"/>
              <a:ea typeface="MS PGothic" panose="020B0600070205080204" pitchFamily="34" charset="-128"/>
              <a:cs typeface="Courier New" panose="02070309020205020404" pitchFamily="49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 port_mode</a:t>
            </a:r>
            <a:r>
              <a:rPr lang="en-US" altLang="zh-CN" sz="1600">
                <a:latin typeface="Courier New" panose="02070309020205020404" pitchFamily="49" charset="0"/>
                <a:ea typeface="MS PGothic" panose="020B0600070205080204" pitchFamily="34" charset="-128"/>
              </a:rPr>
              <a:t>  port_name2;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>
                <a:latin typeface="Courier New" panose="02070309020205020404" pitchFamily="49" charset="0"/>
                <a:ea typeface="MS PGothic" panose="020B0600070205080204" pitchFamily="34" charset="-128"/>
              </a:rPr>
              <a:t> </a:t>
            </a: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	  …………	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7287B19B-5E4E-4D38-9F8D-0DCB2A63C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8" y="2366963"/>
            <a:ext cx="84169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buFontTx/>
              <a:buNone/>
            </a:pPr>
            <a:r>
              <a:rPr lang="en-US" altLang="zh-CN" sz="2000" b="1">
                <a:ea typeface="MS PGothic" panose="020B0600070205080204" pitchFamily="34" charset="-128"/>
              </a:rPr>
              <a:t>circuit functionality  </a:t>
            </a:r>
            <a:r>
              <a:rPr lang="en-US" altLang="zh-CN" sz="2000">
                <a:ea typeface="MS PGothic" panose="020B0600070205080204" pitchFamily="34" charset="-128"/>
              </a:rPr>
              <a:t>describes an implementation of the corresponding module.</a:t>
            </a:r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A5FFC055-9F81-4EBE-8295-C12607705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8" y="1568450"/>
            <a:ext cx="8281987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buFontTx/>
              <a:buNone/>
            </a:pPr>
            <a:r>
              <a:rPr lang="en-US" altLang="zh-CN" sz="2000" b="1">
                <a:ea typeface="MS PGothic" panose="020B0600070205080204" pitchFamily="34" charset="-128"/>
              </a:rPr>
              <a:t>port declarations </a:t>
            </a:r>
            <a:r>
              <a:rPr lang="en-US" altLang="zh-CN" sz="2000">
                <a:ea typeface="MS PGothic" panose="020B0600070205080204" pitchFamily="34" charset="-128"/>
              </a:rPr>
              <a:t>describes the interface of the  component, i.e. input and output ports.</a:t>
            </a:r>
          </a:p>
        </p:txBody>
      </p:sp>
      <p:sp>
        <p:nvSpPr>
          <p:cNvPr id="33" name="Text Box 3">
            <a:extLst>
              <a:ext uri="{FF2B5EF4-FFF2-40B4-BE49-F238E27FC236}">
                <a16:creationId xmlns:a16="http://schemas.microsoft.com/office/drawing/2014/main" id="{148733A0-8394-45F6-9D3D-8CBB36D45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4800600"/>
            <a:ext cx="3600450" cy="1292225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assign </a:t>
            </a:r>
            <a:r>
              <a:rPr lang="en-US" altLang="zh-CN" sz="1600" b="1">
                <a:latin typeface="Courier New" panose="02070309020205020404" pitchFamily="49" charset="0"/>
                <a:ea typeface="MS PGothic" panose="020B0600070205080204" pitchFamily="34" charset="-128"/>
              </a:rPr>
              <a:t>statements;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always</a:t>
            </a:r>
            <a:r>
              <a:rPr kumimoji="1" lang="en-US" altLang="zh-CN" sz="1400" b="1">
                <a:latin typeface="Courier New" panose="02070309020205020404" pitchFamily="49" charset="0"/>
                <a:ea typeface="MS PGothic" panose="020B0600070205080204" pitchFamily="34" charset="-128"/>
                <a:cs typeface="Courier New" panose="02070309020205020404" pitchFamily="49" charset="0"/>
              </a:rPr>
              <a:t> @(</a:t>
            </a:r>
            <a:r>
              <a:rPr kumimoji="1" lang="en-US" altLang="zh-CN" sz="1400" i="1">
                <a:latin typeface="Courier New" panose="02070309020205020404" pitchFamily="49" charset="0"/>
                <a:ea typeface="MS PGothic" panose="020B0600070205080204" pitchFamily="34" charset="-128"/>
              </a:rPr>
              <a:t>sensitive signals list</a:t>
            </a:r>
            <a:r>
              <a:rPr kumimoji="1" lang="en-US" altLang="zh-CN" sz="1400" b="1">
                <a:latin typeface="Courier New" panose="02070309020205020404" pitchFamily="49" charset="0"/>
                <a:ea typeface="MS PGothic" panose="020B0600070205080204" pitchFamily="34" charset="-128"/>
              </a:rPr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  begin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kumimoji="1" lang="en-US" altLang="zh-CN" sz="1400" b="1">
                <a:latin typeface="Courier New" panose="02070309020205020404" pitchFamily="49" charset="0"/>
                <a:ea typeface="MS PGothic" panose="020B0600070205080204" pitchFamily="34" charset="-128"/>
              </a:rPr>
              <a:t>      </a:t>
            </a:r>
            <a:r>
              <a:rPr kumimoji="1" lang="en-US" altLang="zh-CN" sz="1400" i="1">
                <a:latin typeface="Courier New" panose="02070309020205020404" pitchFamily="49" charset="0"/>
                <a:ea typeface="MS PGothic" panose="020B0600070205080204" pitchFamily="34" charset="-128"/>
              </a:rPr>
              <a:t>functionality code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  end</a:t>
            </a:r>
            <a:endParaRPr lang="pl-PL" altLang="zh-CN" sz="1600" b="1">
              <a:solidFill>
                <a:srgbClr val="003399"/>
              </a:solidFill>
              <a:latin typeface="Courier New" panose="02070309020205020404" pitchFamily="49" charset="0"/>
              <a:ea typeface="MS PGothic" panose="020B0600070205080204" pitchFamily="34" charset="-128"/>
            </a:endParaRPr>
          </a:p>
        </p:txBody>
      </p:sp>
      <p:grpSp>
        <p:nvGrpSpPr>
          <p:cNvPr id="38" name="Group 3">
            <a:extLst>
              <a:ext uri="{FF2B5EF4-FFF2-40B4-BE49-F238E27FC236}">
                <a16:creationId xmlns:a16="http://schemas.microsoft.com/office/drawing/2014/main" id="{3B0796E1-5716-44DB-8FD0-23EE95F69CFB}"/>
              </a:ext>
            </a:extLst>
          </p:cNvPr>
          <p:cNvGrpSpPr>
            <a:grpSpLocks/>
          </p:cNvGrpSpPr>
          <p:nvPr/>
        </p:nvGrpSpPr>
        <p:grpSpPr bwMode="auto">
          <a:xfrm>
            <a:off x="107950" y="3213100"/>
            <a:ext cx="5040313" cy="2736850"/>
            <a:chOff x="52" y="724"/>
            <a:chExt cx="3179" cy="2872"/>
          </a:xfrm>
        </p:grpSpPr>
        <p:sp>
          <p:nvSpPr>
            <p:cNvPr id="91154" name="Rectangle 17">
              <a:extLst>
                <a:ext uri="{FF2B5EF4-FFF2-40B4-BE49-F238E27FC236}">
                  <a16:creationId xmlns:a16="http://schemas.microsoft.com/office/drawing/2014/main" id="{C16FDDEF-95F2-4F8B-A40F-8C7F815A8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820"/>
              <a:ext cx="88" cy="2776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zh-CN" altLang="en-US" sz="1800" b="1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45" name="Rectangle 14">
              <a:extLst>
                <a:ext uri="{FF2B5EF4-FFF2-40B4-BE49-F238E27FC236}">
                  <a16:creationId xmlns:a16="http://schemas.microsoft.com/office/drawing/2014/main" id="{CA425958-40CF-4825-96D3-3BF11D825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" y="724"/>
              <a:ext cx="3102" cy="2775"/>
            </a:xfrm>
            <a:prstGeom prst="rect">
              <a:avLst/>
            </a:prstGeom>
            <a:solidFill>
              <a:schemeClr val="bg1">
                <a:lumMod val="85000"/>
                <a:alpha val="98000"/>
              </a:schemeClr>
            </a:solidFill>
            <a:ln w="127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 b="1"/>
            </a:p>
          </p:txBody>
        </p:sp>
        <p:sp>
          <p:nvSpPr>
            <p:cNvPr id="91156" name="Rectangle 4">
              <a:extLst>
                <a:ext uri="{FF2B5EF4-FFF2-40B4-BE49-F238E27FC236}">
                  <a16:creationId xmlns:a16="http://schemas.microsoft.com/office/drawing/2014/main" id="{EDBB26EA-C6F4-4A76-BF82-664461105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" y="724"/>
              <a:ext cx="3117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87312" tIns="44450" rIns="87312" bIns="44450">
              <a:spAutoFit/>
            </a:bodyPr>
            <a:lstStyle>
              <a:lvl1pPr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84455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800" b="1">
                  <a:latin typeface="Times New Roman" panose="02020603050405020304" pitchFamily="18" charset="0"/>
                  <a:ea typeface="宋体" panose="02010600030101010101" pitchFamily="2" charset="-122"/>
                </a:rPr>
                <a:t>module</a:t>
              </a:r>
              <a:r>
                <a:rPr lang="en-US" altLang="zh-CN" sz="1600" b="1">
                  <a:latin typeface="Arial" panose="020B0604020202020204" pitchFamily="34" charset="0"/>
                  <a:ea typeface="宋体" panose="02010600030101010101" pitchFamily="2" charset="-122"/>
                </a:rPr>
                <a:t> </a:t>
              </a:r>
              <a:r>
                <a:rPr lang="en-US" altLang="zh-CN" sz="1400" b="1" i="1">
                  <a:latin typeface="Arial" panose="020B0604020202020204" pitchFamily="34" charset="0"/>
                  <a:ea typeface="宋体" panose="02010600030101010101" pitchFamily="2" charset="-122"/>
                </a:rPr>
                <a:t>module_name (port_name1,_port_name2, …);</a:t>
              </a:r>
            </a:p>
          </p:txBody>
        </p:sp>
        <p:sp>
          <p:nvSpPr>
            <p:cNvPr id="91157" name="Rectangle 5">
              <a:extLst>
                <a:ext uri="{FF2B5EF4-FFF2-40B4-BE49-F238E27FC236}">
                  <a16:creationId xmlns:a16="http://schemas.microsoft.com/office/drawing/2014/main" id="{7A9C28A1-47EF-462E-A5B5-389320362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1324"/>
              <a:ext cx="1494" cy="3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87312" tIns="44450" rIns="87312" bIns="44450">
              <a:spAutoFit/>
            </a:bodyPr>
            <a:lstStyle>
              <a:lvl1pPr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84455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 i="1">
                  <a:latin typeface="Arial" panose="020B0604020202020204" pitchFamily="34" charset="0"/>
                  <a:ea typeface="宋体" panose="02010600030101010101" pitchFamily="2" charset="-122"/>
                </a:rPr>
                <a:t>port declarations</a:t>
              </a:r>
            </a:p>
          </p:txBody>
        </p:sp>
        <p:sp>
          <p:nvSpPr>
            <p:cNvPr id="91158" name="Rectangle 7">
              <a:extLst>
                <a:ext uri="{FF2B5EF4-FFF2-40B4-BE49-F238E27FC236}">
                  <a16:creationId xmlns:a16="http://schemas.microsoft.com/office/drawing/2014/main" id="{0850E0B7-0B66-466B-BCDC-A97F87AF0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349"/>
              <a:ext cx="173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7312" tIns="44450" rIns="87312" bIns="44450">
              <a:spAutoFit/>
            </a:bodyPr>
            <a:lstStyle>
              <a:lvl1pPr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84455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zh-CN" altLang="en-US" sz="2400" b="1"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1159" name="Rectangle 8">
              <a:extLst>
                <a:ext uri="{FF2B5EF4-FFF2-40B4-BE49-F238E27FC236}">
                  <a16:creationId xmlns:a16="http://schemas.microsoft.com/office/drawing/2014/main" id="{D0CA4959-D812-4C4E-A11D-F8E05EF3A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578"/>
              <a:ext cx="1466" cy="3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87312" tIns="44450" rIns="87312" bIns="44450">
              <a:spAutoFit/>
            </a:bodyPr>
            <a:lstStyle>
              <a:lvl1pPr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84455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 i="1">
                  <a:latin typeface="Arial" panose="020B0604020202020204" pitchFamily="34" charset="0"/>
                  <a:ea typeface="宋体" panose="02010600030101010101" pitchFamily="2" charset="-122"/>
                </a:rPr>
                <a:t>circuit functionality</a:t>
              </a:r>
            </a:p>
          </p:txBody>
        </p:sp>
        <p:sp>
          <p:nvSpPr>
            <p:cNvPr id="91160" name="Rectangle 10">
              <a:extLst>
                <a:ext uri="{FF2B5EF4-FFF2-40B4-BE49-F238E27FC236}">
                  <a16:creationId xmlns:a16="http://schemas.microsoft.com/office/drawing/2014/main" id="{2E3C1ED7-D144-4AD4-A731-DEFCFC343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" y="3027"/>
              <a:ext cx="1234" cy="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87312" tIns="44450" rIns="87312" bIns="44450">
              <a:spAutoFit/>
            </a:bodyPr>
            <a:lstStyle>
              <a:lvl1pPr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84455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800" b="1">
                  <a:latin typeface="Times New Roman" panose="02020603050405020304" pitchFamily="18" charset="0"/>
                  <a:ea typeface="宋体" panose="02010600030101010101" pitchFamily="2" charset="-122"/>
                </a:rPr>
                <a:t>endmodule</a:t>
              </a:r>
            </a:p>
          </p:txBody>
        </p:sp>
        <p:sp>
          <p:nvSpPr>
            <p:cNvPr id="91161" name="AutoShape 11">
              <a:extLst>
                <a:ext uri="{FF2B5EF4-FFF2-40B4-BE49-F238E27FC236}">
                  <a16:creationId xmlns:a16="http://schemas.microsoft.com/office/drawing/2014/main" id="{3F7AE2E1-2F69-4563-A2A6-34F1790CA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2583"/>
              <a:ext cx="1973" cy="409"/>
            </a:xfrm>
            <a:prstGeom prst="roundRect">
              <a:avLst>
                <a:gd name="adj" fmla="val 12458"/>
              </a:avLst>
            </a:prstGeom>
            <a:solidFill>
              <a:srgbClr val="7030A0">
                <a:alpha val="38039"/>
              </a:srgbClr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zh-CN" altLang="en-US" sz="1800" b="1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91162" name="AutoShape 15">
              <a:extLst>
                <a:ext uri="{FF2B5EF4-FFF2-40B4-BE49-F238E27FC236}">
                  <a16:creationId xmlns:a16="http://schemas.microsoft.com/office/drawing/2014/main" id="{BEB8FE00-B177-4B4E-8C35-F59CD3AA8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" y="1249"/>
              <a:ext cx="1973" cy="458"/>
            </a:xfrm>
            <a:prstGeom prst="roundRect">
              <a:avLst>
                <a:gd name="adj" fmla="val 12458"/>
              </a:avLst>
            </a:prstGeom>
            <a:solidFill>
              <a:srgbClr val="FFC000">
                <a:alpha val="27058"/>
              </a:srgbClr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zh-CN" altLang="en-US" sz="1800" b="1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91163" name="Rectangle 16">
              <a:extLst>
                <a:ext uri="{FF2B5EF4-FFF2-40B4-BE49-F238E27FC236}">
                  <a16:creationId xmlns:a16="http://schemas.microsoft.com/office/drawing/2014/main" id="{5561C991-1476-4FE9-AB8C-B634399A3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" y="3508"/>
              <a:ext cx="3016" cy="8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zh-CN" altLang="en-US" sz="1800" b="1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91164" name="Rectangle 5">
              <a:extLst>
                <a:ext uri="{FF2B5EF4-FFF2-40B4-BE49-F238E27FC236}">
                  <a16:creationId xmlns:a16="http://schemas.microsoft.com/office/drawing/2014/main" id="{F84CAB73-4DDC-4385-8C04-C489BED5F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009"/>
              <a:ext cx="1742" cy="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87312" tIns="44450" rIns="87312" bIns="44450">
              <a:spAutoFit/>
            </a:bodyPr>
            <a:lstStyle>
              <a:lvl1pPr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84455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84455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84455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84455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 i="1">
                  <a:latin typeface="Arial" panose="020B0604020202020204" pitchFamily="34" charset="0"/>
                  <a:ea typeface="宋体" panose="02010600030101010101" pitchFamily="2" charset="-122"/>
                </a:rPr>
                <a:t>Interconnect declarations</a:t>
              </a:r>
            </a:p>
          </p:txBody>
        </p:sp>
        <p:sp>
          <p:nvSpPr>
            <p:cNvPr id="91165" name="AutoShape 15">
              <a:extLst>
                <a:ext uri="{FF2B5EF4-FFF2-40B4-BE49-F238E27FC236}">
                  <a16:creationId xmlns:a16="http://schemas.microsoft.com/office/drawing/2014/main" id="{268C48B9-8F8F-4782-9179-A55DEB0C5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" y="1929"/>
              <a:ext cx="1973" cy="457"/>
            </a:xfrm>
            <a:prstGeom prst="roundRect">
              <a:avLst>
                <a:gd name="adj" fmla="val 12458"/>
              </a:avLst>
            </a:prstGeom>
            <a:solidFill>
              <a:srgbClr val="92D050">
                <a:alpha val="36078"/>
              </a:srgbClr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zh-CN" altLang="en-US" sz="1800" b="1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51" name="Text Box 3">
            <a:extLst>
              <a:ext uri="{FF2B5EF4-FFF2-40B4-BE49-F238E27FC236}">
                <a16:creationId xmlns:a16="http://schemas.microsoft.com/office/drawing/2014/main" id="{0AACA90F-5442-4617-BF1F-7C156A2D9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3894138"/>
            <a:ext cx="3600450" cy="830262"/>
          </a:xfrm>
          <a:prstGeom prst="rect">
            <a:avLst/>
          </a:prstGeom>
          <a:noFill/>
          <a:ln w="19050">
            <a:solidFill>
              <a:srgbClr val="0033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marL="2286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 wire </a:t>
            </a:r>
            <a:r>
              <a:rPr kumimoji="1" lang="en-US" altLang="zh-CN" sz="1600" b="1">
                <a:latin typeface="Courier New" panose="02070309020205020404" pitchFamily="49" charset="0"/>
                <a:ea typeface="MS PGothic" panose="020B0600070205080204" pitchFamily="34" charset="-128"/>
                <a:cs typeface="Courier New" panose="02070309020205020404" pitchFamily="49" charset="0"/>
              </a:rPr>
              <a:t>interconnect_name1;</a:t>
            </a:r>
            <a:endParaRPr kumimoji="1" lang="en-US" altLang="zh-CN" sz="1400" b="1">
              <a:latin typeface="Courier New" panose="02070309020205020404" pitchFamily="49" charset="0"/>
              <a:ea typeface="MS PGothic" panose="020B0600070205080204" pitchFamily="34" charset="-128"/>
              <a:cs typeface="Courier New" panose="02070309020205020404" pitchFamily="49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 wire</a:t>
            </a:r>
            <a:r>
              <a:rPr lang="en-US" altLang="zh-CN" sz="1600">
                <a:latin typeface="Courier New" panose="02070309020205020404" pitchFamily="49" charset="0"/>
                <a:ea typeface="MS PGothic" panose="020B0600070205080204" pitchFamily="34" charset="-128"/>
              </a:rPr>
              <a:t> </a:t>
            </a:r>
            <a:r>
              <a:rPr kumimoji="1" lang="en-US" altLang="zh-CN" sz="1600" b="1">
                <a:latin typeface="Courier New" panose="02070309020205020404" pitchFamily="49" charset="0"/>
                <a:ea typeface="MS PGothic" panose="020B0600070205080204" pitchFamily="34" charset="-128"/>
              </a:rPr>
              <a:t>interconnect_name1;</a:t>
            </a:r>
            <a:endParaRPr lang="en-US" altLang="zh-CN" sz="1600">
              <a:latin typeface="Courier New" panose="02070309020205020404" pitchFamily="49" charset="0"/>
              <a:ea typeface="MS PGothic" panose="020B0600070205080204" pitchFamily="34" charset="-128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600">
                <a:latin typeface="Courier New" panose="02070309020205020404" pitchFamily="49" charset="0"/>
                <a:ea typeface="MS PGothic" panose="020B0600070205080204" pitchFamily="34" charset="-128"/>
              </a:rPr>
              <a:t> </a:t>
            </a:r>
            <a:r>
              <a:rPr lang="en-US" altLang="zh-CN" sz="1600" b="1">
                <a:solidFill>
                  <a:srgbClr val="003399"/>
                </a:solidFill>
                <a:latin typeface="Courier New" panose="02070309020205020404" pitchFamily="49" charset="0"/>
                <a:ea typeface="MS PGothic" panose="020B0600070205080204" pitchFamily="34" charset="-128"/>
              </a:rPr>
              <a:t>	  …………	</a:t>
            </a:r>
          </a:p>
        </p:txBody>
      </p:sp>
      <p:cxnSp>
        <p:nvCxnSpPr>
          <p:cNvPr id="52" name="直接连接符 51">
            <a:extLst>
              <a:ext uri="{FF2B5EF4-FFF2-40B4-BE49-F238E27FC236}">
                <a16:creationId xmlns:a16="http://schemas.microsoft.com/office/drawing/2014/main" id="{533A3B17-4251-417D-85F2-EB5CB7F07622}"/>
              </a:ext>
            </a:extLst>
          </p:cNvPr>
          <p:cNvCxnSpPr/>
          <p:nvPr/>
        </p:nvCxnSpPr>
        <p:spPr>
          <a:xfrm flipV="1">
            <a:off x="4067175" y="3068638"/>
            <a:ext cx="1296988" cy="792162"/>
          </a:xfrm>
          <a:prstGeom prst="line">
            <a:avLst/>
          </a:prstGeom>
          <a:ln w="28575">
            <a:solidFill>
              <a:srgbClr val="003399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接连接符 52">
            <a:extLst>
              <a:ext uri="{FF2B5EF4-FFF2-40B4-BE49-F238E27FC236}">
                <a16:creationId xmlns:a16="http://schemas.microsoft.com/office/drawing/2014/main" id="{088ABAEC-69E4-4A3B-B2D6-680D528FC2B5}"/>
              </a:ext>
            </a:extLst>
          </p:cNvPr>
          <p:cNvCxnSpPr/>
          <p:nvPr/>
        </p:nvCxnSpPr>
        <p:spPr>
          <a:xfrm flipV="1">
            <a:off x="4067175" y="4005263"/>
            <a:ext cx="1296988" cy="431800"/>
          </a:xfrm>
          <a:prstGeom prst="line">
            <a:avLst/>
          </a:prstGeom>
          <a:ln w="28575">
            <a:solidFill>
              <a:srgbClr val="003399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BDC2AB0D-5FFB-4610-9773-338701A501F1}"/>
              </a:ext>
            </a:extLst>
          </p:cNvPr>
          <p:cNvCxnSpPr/>
          <p:nvPr/>
        </p:nvCxnSpPr>
        <p:spPr>
          <a:xfrm flipV="1">
            <a:off x="4067175" y="4581525"/>
            <a:ext cx="1296988" cy="142875"/>
          </a:xfrm>
          <a:prstGeom prst="line">
            <a:avLst/>
          </a:prstGeom>
          <a:ln w="28575">
            <a:solidFill>
              <a:srgbClr val="003399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>
            <a:extLst>
              <a:ext uri="{FF2B5EF4-FFF2-40B4-BE49-F238E27FC236}">
                <a16:creationId xmlns:a16="http://schemas.microsoft.com/office/drawing/2014/main" id="{C4DF136B-6358-4BB0-B4FA-8217FFA6EA68}"/>
              </a:ext>
            </a:extLst>
          </p:cNvPr>
          <p:cNvCxnSpPr/>
          <p:nvPr/>
        </p:nvCxnSpPr>
        <p:spPr>
          <a:xfrm flipV="1">
            <a:off x="4067175" y="4941888"/>
            <a:ext cx="1296988" cy="142875"/>
          </a:xfrm>
          <a:prstGeom prst="line">
            <a:avLst/>
          </a:prstGeom>
          <a:ln w="28575">
            <a:solidFill>
              <a:srgbClr val="003399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>
            <a:extLst>
              <a:ext uri="{FF2B5EF4-FFF2-40B4-BE49-F238E27FC236}">
                <a16:creationId xmlns:a16="http://schemas.microsoft.com/office/drawing/2014/main" id="{B087BB1D-C572-4BDB-8041-BBF50E189626}"/>
              </a:ext>
            </a:extLst>
          </p:cNvPr>
          <p:cNvCxnSpPr/>
          <p:nvPr/>
        </p:nvCxnSpPr>
        <p:spPr>
          <a:xfrm>
            <a:off x="4067175" y="5300663"/>
            <a:ext cx="1296988" cy="720725"/>
          </a:xfrm>
          <a:prstGeom prst="line">
            <a:avLst/>
          </a:prstGeom>
          <a:ln w="28575">
            <a:solidFill>
              <a:srgbClr val="003399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>
            <a:extLst>
              <a:ext uri="{FF2B5EF4-FFF2-40B4-BE49-F238E27FC236}">
                <a16:creationId xmlns:a16="http://schemas.microsoft.com/office/drawing/2014/main" id="{CC0C02BA-BD78-4FA9-BD1E-FBECD4A580BD}"/>
              </a:ext>
            </a:extLst>
          </p:cNvPr>
          <p:cNvCxnSpPr/>
          <p:nvPr/>
        </p:nvCxnSpPr>
        <p:spPr>
          <a:xfrm flipV="1">
            <a:off x="4067175" y="3644900"/>
            <a:ext cx="1296988" cy="431800"/>
          </a:xfrm>
          <a:prstGeom prst="line">
            <a:avLst/>
          </a:prstGeom>
          <a:ln w="28575">
            <a:solidFill>
              <a:srgbClr val="003399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77373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8" grpId="0" animBg="1"/>
      <p:bldP spid="29" grpId="0"/>
      <p:bldP spid="30" grpId="0"/>
      <p:bldP spid="33" grpId="0" animBg="1"/>
      <p:bldP spid="51" grpId="0" animBg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ctangle 6">
            <a:extLst>
              <a:ext uri="{FF2B5EF4-FFF2-40B4-BE49-F238E27FC236}">
                <a16:creationId xmlns:a16="http://schemas.microsoft.com/office/drawing/2014/main" id="{D53191C5-0E44-492D-9624-05896EBEB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475" y="1412875"/>
            <a:ext cx="7713663" cy="46085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tIns="137160" rIns="0"/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module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 MultiplexerC (w</a:t>
            </a:r>
            <a:r>
              <a:rPr lang="zh-CN" altLang="en-US" sz="2000" b="1">
                <a:latin typeface="Courier New" panose="02070309020205020404" pitchFamily="49" charset="0"/>
                <a:cs typeface="Courier New" panose="02070309020205020404" pitchFamily="49" charset="0"/>
              </a:rPr>
              <a:t>，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a, b, s);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endParaRPr lang="en-US" altLang="zh-CN" sz="2000" b="1"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output reg 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w;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input  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a</a:t>
            </a:r>
            <a:r>
              <a:rPr lang="zh-CN" altLang="en-US" sz="2000" b="1">
                <a:latin typeface="Courier New" panose="02070309020205020404" pitchFamily="49" charset="0"/>
                <a:cs typeface="Courier New" panose="02070309020205020404" pitchFamily="49" charset="0"/>
              </a:rPr>
              <a:t>，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b</a:t>
            </a:r>
            <a:r>
              <a:rPr lang="zh-CN" altLang="en-US" sz="2000" b="1">
                <a:latin typeface="Courier New" panose="02070309020205020404" pitchFamily="49" charset="0"/>
                <a:cs typeface="Courier New" panose="02070309020205020404" pitchFamily="49" charset="0"/>
              </a:rPr>
              <a:t>，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s;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	</a:t>
            </a: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wire   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m;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   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assign 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m = a+b</a:t>
            </a:r>
            <a:r>
              <a:rPr lang="en-US" altLang="zh-CN" sz="2000">
                <a:latin typeface="Arial" panose="020B0604020202020204" pitchFamily="34" charset="0"/>
                <a:cs typeface="Courier New" panose="02070309020205020404" pitchFamily="49" charset="0"/>
              </a:rPr>
              <a:t>;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endParaRPr lang="en-US" altLang="zh-CN" sz="2000" b="1"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	always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 @(a, b, s) 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	 </a:t>
            </a: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begin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		if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 (s) w = b;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		else</a:t>
            </a:r>
            <a:r>
              <a:rPr lang="en-US" altLang="zh-CN" sz="2000" b="1">
                <a:latin typeface="Courier New" panose="02070309020205020404" pitchFamily="49" charset="0"/>
                <a:cs typeface="Courier New" panose="02070309020205020404" pitchFamily="49" charset="0"/>
              </a:rPr>
              <a:t> w = m;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	 end</a:t>
            </a:r>
          </a:p>
          <a:p>
            <a:pPr eaLnBrk="1" hangingPunct="1">
              <a:lnSpc>
                <a:spcPct val="80000"/>
              </a:lnSpc>
              <a:buFontTx/>
              <a:buNone/>
            </a:pPr>
            <a:endParaRPr lang="en-US" altLang="zh-CN" sz="2000" b="1">
              <a:solidFill>
                <a:srgbClr val="0000FF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pPr eaLnBrk="1" hangingPunct="1">
              <a:lnSpc>
                <a:spcPct val="80000"/>
              </a:lnSpc>
              <a:buFontTx/>
              <a:buNone/>
            </a:pPr>
            <a:r>
              <a:rPr lang="en-US" altLang="zh-CN" sz="2000" b="1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endmodule</a:t>
            </a:r>
          </a:p>
        </p:txBody>
      </p:sp>
      <p:sp>
        <p:nvSpPr>
          <p:cNvPr id="92163" name="灯片编号占位符 3">
            <a:extLst>
              <a:ext uri="{FF2B5EF4-FFF2-40B4-BE49-F238E27FC236}">
                <a16:creationId xmlns:a16="http://schemas.microsoft.com/office/drawing/2014/main" id="{26A32574-6997-4366-908A-AFB93F57ADD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DD2B69C-36AB-474B-BDEF-2D5D09C4020B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146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sp>
        <p:nvSpPr>
          <p:cNvPr id="92164" name="Rectangle 2">
            <a:extLst>
              <a:ext uri="{FF2B5EF4-FFF2-40B4-BE49-F238E27FC236}">
                <a16:creationId xmlns:a16="http://schemas.microsoft.com/office/drawing/2014/main" id="{0A7B13BA-C9D7-4DB4-BA6B-7AC7CB598B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1188" y="0"/>
            <a:ext cx="8004175" cy="873125"/>
          </a:xfrm>
        </p:spPr>
        <p:txBody>
          <a:bodyPr/>
          <a:lstStyle/>
          <a:p>
            <a:r>
              <a:rPr lang="en-US" altLang="zh-CN"/>
              <a:t>Fundamental rules of Verilog</a:t>
            </a:r>
            <a:endParaRPr lang="en-US" altLang="zh-CN">
              <a:ea typeface="MS PGothic" panose="020B0600070205080204" pitchFamily="34" charset="-128"/>
            </a:endParaRPr>
          </a:p>
        </p:txBody>
      </p:sp>
      <p:sp>
        <p:nvSpPr>
          <p:cNvPr id="92165" name="Line 3">
            <a:extLst>
              <a:ext uri="{FF2B5EF4-FFF2-40B4-BE49-F238E27FC236}">
                <a16:creationId xmlns:a16="http://schemas.microsoft.com/office/drawing/2014/main" id="{6EAE751F-B8BF-42F6-AB74-3F5403685F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46388" y="1136650"/>
            <a:ext cx="609600" cy="4572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166" name="Line 4">
            <a:extLst>
              <a:ext uri="{FF2B5EF4-FFF2-40B4-BE49-F238E27FC236}">
                <a16:creationId xmlns:a16="http://schemas.microsoft.com/office/drawing/2014/main" id="{1A52B6E2-1F2D-40BF-BF9F-1C17B65A0C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05200" y="908050"/>
            <a:ext cx="304800" cy="7620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Text Box 11">
            <a:extLst>
              <a:ext uri="{FF2B5EF4-FFF2-40B4-BE49-F238E27FC236}">
                <a16:creationId xmlns:a16="http://schemas.microsoft.com/office/drawing/2014/main" id="{7DF390C2-C71B-411E-AC4B-BE3820F818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250" y="981075"/>
            <a:ext cx="14049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chemeClr val="accent2"/>
                </a:solidFill>
                <a:latin typeface="Arial Narrow" panose="020B0606020202030204" pitchFamily="34" charset="0"/>
                <a:ea typeface="MS PGothic" panose="020B0600070205080204" pitchFamily="34" charset="-128"/>
              </a:rPr>
              <a:t>module name</a:t>
            </a:r>
          </a:p>
        </p:txBody>
      </p:sp>
      <p:sp>
        <p:nvSpPr>
          <p:cNvPr id="21" name="Text Box 9">
            <a:extLst>
              <a:ext uri="{FF2B5EF4-FFF2-40B4-BE49-F238E27FC236}">
                <a16:creationId xmlns:a16="http://schemas.microsoft.com/office/drawing/2014/main" id="{A39CFC48-1F07-4B9A-99DE-B8693A7FB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8" y="3141663"/>
            <a:ext cx="1404937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chemeClr val="accent2"/>
                </a:solidFill>
                <a:latin typeface="Arial Narrow" panose="020B0606020202030204" pitchFamily="34" charset="0"/>
                <a:ea typeface="MS PGothic" panose="020B0600070205080204" pitchFamily="34" charset="-128"/>
              </a:rPr>
              <a:t>reserved words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Arial Narrow" panose="020B0606020202030204" pitchFamily="34" charset="0"/>
                <a:ea typeface="MS PGothic" panose="020B0600070205080204" pitchFamily="34" charset="-128"/>
              </a:rPr>
              <a:t>lowercase</a:t>
            </a:r>
          </a:p>
        </p:txBody>
      </p:sp>
      <p:sp>
        <p:nvSpPr>
          <p:cNvPr id="22" name="Line 10">
            <a:extLst>
              <a:ext uri="{FF2B5EF4-FFF2-40B4-BE49-F238E27FC236}">
                <a16:creationId xmlns:a16="http://schemas.microsoft.com/office/drawing/2014/main" id="{238E3CE3-F30C-4F02-85D7-3E35CC1DFF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1188" y="1844675"/>
            <a:ext cx="468312" cy="1296988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3D2F9977-2387-4124-9A52-161CA8AEBCF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213" y="4076700"/>
            <a:ext cx="1295400" cy="922338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24" name="Line 10">
            <a:extLst>
              <a:ext uri="{FF2B5EF4-FFF2-40B4-BE49-F238E27FC236}">
                <a16:creationId xmlns:a16="http://schemas.microsoft.com/office/drawing/2014/main" id="{E4E83149-6AAB-488F-9493-FE6A61832795}"/>
              </a:ext>
            </a:extLst>
          </p:cNvPr>
          <p:cNvSpPr>
            <a:spLocks noChangeShapeType="1"/>
          </p:cNvSpPr>
          <p:nvPr/>
        </p:nvSpPr>
        <p:spPr bwMode="auto">
          <a:xfrm>
            <a:off x="900113" y="4005263"/>
            <a:ext cx="503237" cy="144462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25" name="Line 10">
            <a:extLst>
              <a:ext uri="{FF2B5EF4-FFF2-40B4-BE49-F238E27FC236}">
                <a16:creationId xmlns:a16="http://schemas.microsoft.com/office/drawing/2014/main" id="{C0492BD4-BE36-4381-9F35-AC9E34B0FC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213" y="2349500"/>
            <a:ext cx="503237" cy="792163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41" name="Line 10">
            <a:extLst>
              <a:ext uri="{FF2B5EF4-FFF2-40B4-BE49-F238E27FC236}">
                <a16:creationId xmlns:a16="http://schemas.microsoft.com/office/drawing/2014/main" id="{CB58AE59-FBE8-44C4-8C1E-96CB39866391}"/>
              </a:ext>
            </a:extLst>
          </p:cNvPr>
          <p:cNvSpPr>
            <a:spLocks noChangeShapeType="1"/>
          </p:cNvSpPr>
          <p:nvPr/>
        </p:nvSpPr>
        <p:spPr bwMode="auto">
          <a:xfrm>
            <a:off x="468313" y="4076700"/>
            <a:ext cx="719137" cy="1655763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92174" name="日期占位符 3">
            <a:extLst>
              <a:ext uri="{FF2B5EF4-FFF2-40B4-BE49-F238E27FC236}">
                <a16:creationId xmlns:a16="http://schemas.microsoft.com/office/drawing/2014/main" id="{63C9E88F-E49F-4A22-9168-357B86F325E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87450FD0-1802-4B2E-8DA2-A8A679F696D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0" name="Line 10">
            <a:extLst>
              <a:ext uri="{FF2B5EF4-FFF2-40B4-BE49-F238E27FC236}">
                <a16:creationId xmlns:a16="http://schemas.microsoft.com/office/drawing/2014/main" id="{5E0B1A1C-B81F-42A1-B50D-3683AB0B2B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411413" y="1341438"/>
            <a:ext cx="576262" cy="142875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66" name="Text Box 17">
            <a:extLst>
              <a:ext uri="{FF2B5EF4-FFF2-40B4-BE49-F238E27FC236}">
                <a16:creationId xmlns:a16="http://schemas.microsoft.com/office/drawing/2014/main" id="{E9F280C5-234A-4F45-9C65-844937BC9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36963"/>
            <a:ext cx="11430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3399"/>
                </a:solidFill>
                <a:latin typeface="Arial Narrow" panose="020B0606020202030204" pitchFamily="34" charset="0"/>
                <a:ea typeface="MS PGothic" panose="020B0600070205080204" pitchFamily="34" charset="-128"/>
              </a:rPr>
              <a:t>Semicolon</a:t>
            </a:r>
          </a:p>
        </p:txBody>
      </p:sp>
      <p:sp>
        <p:nvSpPr>
          <p:cNvPr id="67" name="Text Box 19">
            <a:extLst>
              <a:ext uri="{FF2B5EF4-FFF2-40B4-BE49-F238E27FC236}">
                <a16:creationId xmlns:a16="http://schemas.microsoft.com/office/drawing/2014/main" id="{8993C829-A80E-4A0E-B4AA-6B13A9868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7900" y="5291138"/>
            <a:ext cx="148431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70C0"/>
                </a:solidFill>
                <a:latin typeface="Arial Narrow" panose="020B0606020202030204" pitchFamily="34" charset="0"/>
                <a:ea typeface="MS PGothic" panose="020B0600070205080204" pitchFamily="34" charset="-128"/>
              </a:rPr>
              <a:t>No Semicolon</a:t>
            </a:r>
          </a:p>
        </p:txBody>
      </p:sp>
      <p:sp>
        <p:nvSpPr>
          <p:cNvPr id="68" name="圆角矩形 67">
            <a:extLst>
              <a:ext uri="{FF2B5EF4-FFF2-40B4-BE49-F238E27FC236}">
                <a16:creationId xmlns:a16="http://schemas.microsoft.com/office/drawing/2014/main" id="{E4EC2B7F-AEE0-42D1-9839-54A53F8251AA}"/>
              </a:ext>
            </a:extLst>
          </p:cNvPr>
          <p:cNvSpPr/>
          <p:nvPr/>
        </p:nvSpPr>
        <p:spPr>
          <a:xfrm>
            <a:off x="3230563" y="2127250"/>
            <a:ext cx="179387" cy="314325"/>
          </a:xfrm>
          <a:prstGeom prst="roundRect">
            <a:avLst/>
          </a:prstGeom>
          <a:solidFill>
            <a:srgbClr val="003399">
              <a:alpha val="5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9" name="圆角矩形 68">
            <a:extLst>
              <a:ext uri="{FF2B5EF4-FFF2-40B4-BE49-F238E27FC236}">
                <a16:creationId xmlns:a16="http://schemas.microsoft.com/office/drawing/2014/main" id="{3F35A763-E23E-4A36-BD96-0C09B2091389}"/>
              </a:ext>
            </a:extLst>
          </p:cNvPr>
          <p:cNvSpPr/>
          <p:nvPr/>
        </p:nvSpPr>
        <p:spPr>
          <a:xfrm>
            <a:off x="5867400" y="1484313"/>
            <a:ext cx="179388" cy="315912"/>
          </a:xfrm>
          <a:prstGeom prst="roundRect">
            <a:avLst/>
          </a:prstGeom>
          <a:solidFill>
            <a:srgbClr val="003399">
              <a:alpha val="5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0" name="圆角矩形 69">
            <a:extLst>
              <a:ext uri="{FF2B5EF4-FFF2-40B4-BE49-F238E27FC236}">
                <a16:creationId xmlns:a16="http://schemas.microsoft.com/office/drawing/2014/main" id="{8E8C08F2-E8ED-4829-BEE6-85240DCF93C9}"/>
              </a:ext>
            </a:extLst>
          </p:cNvPr>
          <p:cNvSpPr/>
          <p:nvPr/>
        </p:nvSpPr>
        <p:spPr>
          <a:xfrm>
            <a:off x="3419475" y="2420938"/>
            <a:ext cx="180975" cy="314325"/>
          </a:xfrm>
          <a:prstGeom prst="roundRect">
            <a:avLst/>
          </a:prstGeom>
          <a:solidFill>
            <a:srgbClr val="003399">
              <a:alpha val="5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1" name="圆角矩形 70">
            <a:extLst>
              <a:ext uri="{FF2B5EF4-FFF2-40B4-BE49-F238E27FC236}">
                <a16:creationId xmlns:a16="http://schemas.microsoft.com/office/drawing/2014/main" id="{D771642D-DF8A-41EB-B4D3-6511135204F3}"/>
              </a:ext>
            </a:extLst>
          </p:cNvPr>
          <p:cNvSpPr/>
          <p:nvPr/>
        </p:nvSpPr>
        <p:spPr>
          <a:xfrm>
            <a:off x="2662238" y="2754313"/>
            <a:ext cx="180975" cy="314325"/>
          </a:xfrm>
          <a:prstGeom prst="roundRect">
            <a:avLst/>
          </a:prstGeom>
          <a:solidFill>
            <a:srgbClr val="003399">
              <a:alpha val="5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2" name="圆角矩形 71">
            <a:extLst>
              <a:ext uri="{FF2B5EF4-FFF2-40B4-BE49-F238E27FC236}">
                <a16:creationId xmlns:a16="http://schemas.microsoft.com/office/drawing/2014/main" id="{E6E9379B-6562-4067-9EBF-D25C5E0AE5D1}"/>
              </a:ext>
            </a:extLst>
          </p:cNvPr>
          <p:cNvSpPr/>
          <p:nvPr/>
        </p:nvSpPr>
        <p:spPr>
          <a:xfrm>
            <a:off x="3529013" y="3328988"/>
            <a:ext cx="179387" cy="315912"/>
          </a:xfrm>
          <a:prstGeom prst="roundRect">
            <a:avLst/>
          </a:prstGeom>
          <a:solidFill>
            <a:srgbClr val="003399">
              <a:alpha val="5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3" name="圆角矩形 72">
            <a:extLst>
              <a:ext uri="{FF2B5EF4-FFF2-40B4-BE49-F238E27FC236}">
                <a16:creationId xmlns:a16="http://schemas.microsoft.com/office/drawing/2014/main" id="{8279D916-FA87-4EF1-AFD8-8C2DD547DBA4}"/>
              </a:ext>
            </a:extLst>
          </p:cNvPr>
          <p:cNvSpPr/>
          <p:nvPr/>
        </p:nvSpPr>
        <p:spPr>
          <a:xfrm>
            <a:off x="3851275" y="4483100"/>
            <a:ext cx="179388" cy="314325"/>
          </a:xfrm>
          <a:prstGeom prst="roundRect">
            <a:avLst/>
          </a:prstGeom>
          <a:solidFill>
            <a:srgbClr val="003399">
              <a:alpha val="5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4" name="圆角矩形 73">
            <a:extLst>
              <a:ext uri="{FF2B5EF4-FFF2-40B4-BE49-F238E27FC236}">
                <a16:creationId xmlns:a16="http://schemas.microsoft.com/office/drawing/2014/main" id="{2CA286DF-371F-41E6-BDF4-2FD90458982E}"/>
              </a:ext>
            </a:extLst>
          </p:cNvPr>
          <p:cNvSpPr/>
          <p:nvPr/>
        </p:nvSpPr>
        <p:spPr>
          <a:xfrm>
            <a:off x="3563938" y="4841875"/>
            <a:ext cx="180975" cy="315913"/>
          </a:xfrm>
          <a:prstGeom prst="roundRect">
            <a:avLst/>
          </a:prstGeom>
          <a:solidFill>
            <a:srgbClr val="003399">
              <a:alpha val="5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6" name="Line 10">
            <a:extLst>
              <a:ext uri="{FF2B5EF4-FFF2-40B4-BE49-F238E27FC236}">
                <a16:creationId xmlns:a16="http://schemas.microsoft.com/office/drawing/2014/main" id="{28A91732-9483-4E98-B0AD-456F7C8495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59338" y="1844675"/>
            <a:ext cx="1152525" cy="1800225"/>
          </a:xfrm>
          <a:prstGeom prst="line">
            <a:avLst/>
          </a:prstGeom>
          <a:noFill/>
          <a:ln w="19050">
            <a:solidFill>
              <a:srgbClr val="003399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7" name="Line 10">
            <a:extLst>
              <a:ext uri="{FF2B5EF4-FFF2-40B4-BE49-F238E27FC236}">
                <a16:creationId xmlns:a16="http://schemas.microsoft.com/office/drawing/2014/main" id="{CB226696-CCD2-4440-A226-BF18D1ACAC7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779838" y="3429000"/>
            <a:ext cx="863600" cy="360363"/>
          </a:xfrm>
          <a:prstGeom prst="line">
            <a:avLst/>
          </a:prstGeom>
          <a:noFill/>
          <a:ln w="19050">
            <a:solidFill>
              <a:srgbClr val="003399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8" name="Line 10">
            <a:extLst>
              <a:ext uri="{FF2B5EF4-FFF2-40B4-BE49-F238E27FC236}">
                <a16:creationId xmlns:a16="http://schemas.microsoft.com/office/drawing/2014/main" id="{D3064BA4-1AC7-4323-806C-EC235A80FE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0200" y="3933825"/>
            <a:ext cx="503238" cy="647700"/>
          </a:xfrm>
          <a:prstGeom prst="line">
            <a:avLst/>
          </a:prstGeom>
          <a:noFill/>
          <a:ln w="19050">
            <a:solidFill>
              <a:srgbClr val="003399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9" name="圆角矩形 78">
            <a:extLst>
              <a:ext uri="{FF2B5EF4-FFF2-40B4-BE49-F238E27FC236}">
                <a16:creationId xmlns:a16="http://schemas.microsoft.com/office/drawing/2014/main" id="{84B2D6F8-6D03-4D6B-A94D-DE19B84B5E49}"/>
              </a:ext>
            </a:extLst>
          </p:cNvPr>
          <p:cNvSpPr/>
          <p:nvPr/>
        </p:nvSpPr>
        <p:spPr>
          <a:xfrm>
            <a:off x="3995738" y="3905250"/>
            <a:ext cx="179387" cy="315913"/>
          </a:xfrm>
          <a:prstGeom prst="roundRect">
            <a:avLst/>
          </a:prstGeom>
          <a:solidFill>
            <a:srgbClr val="00B0F0">
              <a:alpha val="6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1FAF826F-DA4C-4FF3-B5EC-20D6BE61A52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11638" y="4221163"/>
            <a:ext cx="576262" cy="1152525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38" name="AutoShape 8">
            <a:extLst>
              <a:ext uri="{FF2B5EF4-FFF2-40B4-BE49-F238E27FC236}">
                <a16:creationId xmlns:a16="http://schemas.microsoft.com/office/drawing/2014/main" id="{CCFBE7A3-0082-4BE3-B850-359D51773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3259138"/>
            <a:ext cx="2735262" cy="935037"/>
          </a:xfrm>
          <a:prstGeom prst="wedgeRoundRectCallout">
            <a:avLst>
              <a:gd name="adj1" fmla="val -187101"/>
              <a:gd name="adj2" fmla="val -13271"/>
              <a:gd name="adj3" fmla="val 16667"/>
            </a:avLst>
          </a:prstGeom>
          <a:solidFill>
            <a:srgbClr val="FFFF00"/>
          </a:solidFill>
          <a:ln w="1587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defRPr/>
            </a:pPr>
            <a:r>
              <a:rPr lang="en-US" altLang="zh-CN" b="1" i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+mn-lt"/>
                <a:cs typeface="Arial" charset="0"/>
              </a:rPr>
              <a:t>Continuous Assignment </a:t>
            </a:r>
            <a:r>
              <a:rPr lang="en-US" altLang="zh-CN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+mn-lt"/>
                <a:cs typeface="Arial" charset="0"/>
              </a:rPr>
              <a:t>statement is used if the unit is simple </a:t>
            </a:r>
          </a:p>
        </p:txBody>
      </p:sp>
      <p:sp>
        <p:nvSpPr>
          <p:cNvPr id="43" name="AutoShape 2">
            <a:extLst>
              <a:ext uri="{FF2B5EF4-FFF2-40B4-BE49-F238E27FC236}">
                <a16:creationId xmlns:a16="http://schemas.microsoft.com/office/drawing/2014/main" id="{E1E958FF-25B8-4EAD-BC8A-4A83A2FAC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1913" y="3335338"/>
            <a:ext cx="1008062" cy="309562"/>
          </a:xfrm>
          <a:prstGeom prst="roundRect">
            <a:avLst>
              <a:gd name="adj" fmla="val 16667"/>
            </a:avLst>
          </a:prstGeom>
          <a:solidFill>
            <a:srgbClr val="FFFF00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zh-CN" altLang="en-US" sz="18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40" name="AutoShape 10">
            <a:extLst>
              <a:ext uri="{FF2B5EF4-FFF2-40B4-BE49-F238E27FC236}">
                <a16:creationId xmlns:a16="http://schemas.microsoft.com/office/drawing/2014/main" id="{EB549763-2D86-4618-8EDC-3174A2037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4163" y="4292600"/>
            <a:ext cx="3708400" cy="936625"/>
          </a:xfrm>
          <a:prstGeom prst="wedgeRoundRectCallout">
            <a:avLst>
              <a:gd name="adj1" fmla="val -129654"/>
              <a:gd name="adj2" fmla="val -63167"/>
              <a:gd name="adj3" fmla="val 16667"/>
            </a:avLst>
          </a:prstGeom>
          <a:solidFill>
            <a:srgbClr val="FFFF00"/>
          </a:solidFill>
          <a:ln w="15875">
            <a:noFill/>
            <a:miter lim="800000"/>
            <a:headEnd/>
            <a:tailEnd/>
          </a:ln>
        </p:spPr>
        <p:txBody>
          <a:bodyPr/>
          <a:lstStyle/>
          <a:p>
            <a:pPr algn="ctr">
              <a:defRPr/>
            </a:pPr>
            <a:r>
              <a:rPr lang="en-US" altLang="zh-CN" b="1" i="1" dirty="0">
                <a:solidFill>
                  <a:schemeClr val="tx2"/>
                </a:solidFill>
                <a:latin typeface="+mn-lt"/>
                <a:cs typeface="Arial" pitchFamily="34" charset="0"/>
              </a:rPr>
              <a:t>Procedural Block(always)</a:t>
            </a:r>
          </a:p>
          <a:p>
            <a:pPr algn="ctr">
              <a:lnSpc>
                <a:spcPct val="85000"/>
              </a:lnSpc>
              <a:defRPr/>
            </a:pPr>
            <a:r>
              <a:rPr lang="en-US" altLang="zh-CN" b="1" dirty="0">
                <a:solidFill>
                  <a:schemeClr val="tx2"/>
                </a:solidFill>
                <a:latin typeface="+mn-lt"/>
                <a:cs typeface="Arial" pitchFamily="34" charset="0"/>
              </a:rPr>
              <a:t>statement </a:t>
            </a:r>
            <a:r>
              <a:rPr lang="en-US" altLang="zh-CN" b="1" i="1" dirty="0">
                <a:solidFill>
                  <a:schemeClr val="tx2"/>
                </a:solidFill>
                <a:latin typeface="+mn-lt"/>
                <a:cs typeface="Arial" pitchFamily="34" charset="0"/>
              </a:rPr>
              <a:t> </a:t>
            </a:r>
            <a:r>
              <a:rPr lang="en-US" altLang="zh-CN" b="1" dirty="0">
                <a:solidFill>
                  <a:schemeClr val="tx2"/>
                </a:solidFill>
                <a:latin typeface="+mn-lt"/>
                <a:cs typeface="Arial" pitchFamily="34" charset="0"/>
              </a:rPr>
              <a:t>with sensitivity list is used when the unit is too complex</a:t>
            </a:r>
          </a:p>
        </p:txBody>
      </p:sp>
      <p:sp>
        <p:nvSpPr>
          <p:cNvPr id="45" name="Line 10">
            <a:extLst>
              <a:ext uri="{FF2B5EF4-FFF2-40B4-BE49-F238E27FC236}">
                <a16:creationId xmlns:a16="http://schemas.microsoft.com/office/drawing/2014/main" id="{ED96832F-868A-4348-8703-706C9CCF49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7088" y="2636838"/>
            <a:ext cx="504825" cy="504825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46" name="圆角矩形 45">
            <a:extLst>
              <a:ext uri="{FF2B5EF4-FFF2-40B4-BE49-F238E27FC236}">
                <a16:creationId xmlns:a16="http://schemas.microsoft.com/office/drawing/2014/main" id="{8197F1D5-D47B-4E51-A3B7-008FB3CAB08A}"/>
              </a:ext>
            </a:extLst>
          </p:cNvPr>
          <p:cNvSpPr/>
          <p:nvPr/>
        </p:nvSpPr>
        <p:spPr>
          <a:xfrm>
            <a:off x="2411413" y="4192588"/>
            <a:ext cx="179387" cy="315912"/>
          </a:xfrm>
          <a:prstGeom prst="roundRect">
            <a:avLst/>
          </a:prstGeom>
          <a:solidFill>
            <a:srgbClr val="00B0F0">
              <a:alpha val="6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7" name="圆角矩形 46">
            <a:extLst>
              <a:ext uri="{FF2B5EF4-FFF2-40B4-BE49-F238E27FC236}">
                <a16:creationId xmlns:a16="http://schemas.microsoft.com/office/drawing/2014/main" id="{CF00DD77-0523-41CE-9771-C9D9426A496D}"/>
              </a:ext>
            </a:extLst>
          </p:cNvPr>
          <p:cNvSpPr/>
          <p:nvPr/>
        </p:nvSpPr>
        <p:spPr>
          <a:xfrm>
            <a:off x="2160588" y="5157788"/>
            <a:ext cx="179387" cy="315912"/>
          </a:xfrm>
          <a:prstGeom prst="roundRect">
            <a:avLst/>
          </a:prstGeom>
          <a:solidFill>
            <a:srgbClr val="00B0F0">
              <a:alpha val="6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8" name="圆角矩形 47">
            <a:extLst>
              <a:ext uri="{FF2B5EF4-FFF2-40B4-BE49-F238E27FC236}">
                <a16:creationId xmlns:a16="http://schemas.microsoft.com/office/drawing/2014/main" id="{47B9B167-048F-4C76-88F3-60EC50122E7C}"/>
              </a:ext>
            </a:extLst>
          </p:cNvPr>
          <p:cNvSpPr/>
          <p:nvPr/>
        </p:nvSpPr>
        <p:spPr>
          <a:xfrm>
            <a:off x="2484438" y="5732463"/>
            <a:ext cx="179387" cy="315912"/>
          </a:xfrm>
          <a:prstGeom prst="roundRect">
            <a:avLst/>
          </a:prstGeom>
          <a:solidFill>
            <a:srgbClr val="00B0F0">
              <a:alpha val="6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9" name="Line 10">
            <a:extLst>
              <a:ext uri="{FF2B5EF4-FFF2-40B4-BE49-F238E27FC236}">
                <a16:creationId xmlns:a16="http://schemas.microsoft.com/office/drawing/2014/main" id="{2CD15290-6F80-48F0-9423-1A68DA3899E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339975" y="5373688"/>
            <a:ext cx="2376488" cy="71437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0" name="Line 10">
            <a:extLst>
              <a:ext uri="{FF2B5EF4-FFF2-40B4-BE49-F238E27FC236}">
                <a16:creationId xmlns:a16="http://schemas.microsoft.com/office/drawing/2014/main" id="{20405180-C82F-4F8A-9AEF-E256B18627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1775" y="5516563"/>
            <a:ext cx="1944688" cy="360362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1" name="AutoShape 2">
            <a:extLst>
              <a:ext uri="{FF2B5EF4-FFF2-40B4-BE49-F238E27FC236}">
                <a16:creationId xmlns:a16="http://schemas.microsoft.com/office/drawing/2014/main" id="{B8EFB1D4-E226-4A22-9C58-DFC991145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350" y="3911600"/>
            <a:ext cx="1008063" cy="309563"/>
          </a:xfrm>
          <a:prstGeom prst="roundRect">
            <a:avLst>
              <a:gd name="adj" fmla="val 16667"/>
            </a:avLst>
          </a:prstGeom>
          <a:solidFill>
            <a:srgbClr val="FFFF00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zh-CN" altLang="en-US" sz="18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2" name="Line 10">
            <a:extLst>
              <a:ext uri="{FF2B5EF4-FFF2-40B4-BE49-F238E27FC236}">
                <a16:creationId xmlns:a16="http://schemas.microsoft.com/office/drawing/2014/main" id="{A46F3D73-592E-4DD8-B283-B146B40BB4D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492500" y="2636838"/>
            <a:ext cx="1150938" cy="936625"/>
          </a:xfrm>
          <a:prstGeom prst="line">
            <a:avLst/>
          </a:prstGeom>
          <a:noFill/>
          <a:ln w="19050">
            <a:solidFill>
              <a:srgbClr val="003399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53" name="AutoShape 2">
            <a:extLst>
              <a:ext uri="{FF2B5EF4-FFF2-40B4-BE49-F238E27FC236}">
                <a16:creationId xmlns:a16="http://schemas.microsoft.com/office/drawing/2014/main" id="{F6BBF63F-7ABE-4906-9800-762607283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4271963"/>
            <a:ext cx="863600" cy="236537"/>
          </a:xfrm>
          <a:prstGeom prst="roundRect">
            <a:avLst>
              <a:gd name="adj" fmla="val 16667"/>
            </a:avLst>
          </a:prstGeom>
          <a:solidFill>
            <a:srgbClr val="FFFF00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zh-CN" altLang="en-US" sz="18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4" name="AutoShape 2">
            <a:extLst>
              <a:ext uri="{FF2B5EF4-FFF2-40B4-BE49-F238E27FC236}">
                <a16:creationId xmlns:a16="http://schemas.microsoft.com/office/drawing/2014/main" id="{EC9637E0-7083-4EEE-96E6-200C3E891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5157788"/>
            <a:ext cx="576262" cy="287337"/>
          </a:xfrm>
          <a:prstGeom prst="roundRect">
            <a:avLst>
              <a:gd name="adj" fmla="val 16667"/>
            </a:avLst>
          </a:prstGeom>
          <a:solidFill>
            <a:srgbClr val="FFFF00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zh-CN" altLang="en-US" sz="1800" b="1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5" name="圆角矩形 54">
            <a:extLst>
              <a:ext uri="{FF2B5EF4-FFF2-40B4-BE49-F238E27FC236}">
                <a16:creationId xmlns:a16="http://schemas.microsoft.com/office/drawing/2014/main" id="{8F93371D-13D4-46C5-AAA2-1D0ED84CA370}"/>
              </a:ext>
            </a:extLst>
          </p:cNvPr>
          <p:cNvSpPr/>
          <p:nvPr/>
        </p:nvSpPr>
        <p:spPr>
          <a:xfrm>
            <a:off x="1331913" y="2127250"/>
            <a:ext cx="1008062" cy="869950"/>
          </a:xfrm>
          <a:prstGeom prst="roundRect">
            <a:avLst/>
          </a:prstGeom>
          <a:solidFill>
            <a:srgbClr val="7030A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6" name="AutoShape 8">
            <a:extLst>
              <a:ext uri="{FF2B5EF4-FFF2-40B4-BE49-F238E27FC236}">
                <a16:creationId xmlns:a16="http://schemas.microsoft.com/office/drawing/2014/main" id="{C27C8586-8177-4F1E-B4E1-F37377B34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2528888"/>
            <a:ext cx="2179637" cy="696912"/>
          </a:xfrm>
          <a:prstGeom prst="wedgeRoundRectCallout">
            <a:avLst>
              <a:gd name="adj1" fmla="val -228875"/>
              <a:gd name="adj2" fmla="val -32303"/>
              <a:gd name="adj3" fmla="val 16667"/>
            </a:avLst>
          </a:prstGeom>
          <a:solidFill>
            <a:srgbClr val="7030A0">
              <a:alpha val="41000"/>
            </a:srgbClr>
          </a:solidFill>
          <a:ln w="1587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defRPr/>
            </a:pPr>
            <a:r>
              <a:rPr lang="en-US" altLang="zh-CN" b="1" i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+mn-lt"/>
                <a:cs typeface="Arial" charset="0"/>
              </a:rPr>
              <a:t>Declare port and inter-connect signal</a:t>
            </a:r>
          </a:p>
        </p:txBody>
      </p:sp>
      <p:sp>
        <p:nvSpPr>
          <p:cNvPr id="57" name="Line 10">
            <a:extLst>
              <a:ext uri="{FF2B5EF4-FFF2-40B4-BE49-F238E27FC236}">
                <a16:creationId xmlns:a16="http://schemas.microsoft.com/office/drawing/2014/main" id="{805C13BB-DC47-4EA1-999D-6D9C788F65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27538" y="1341438"/>
            <a:ext cx="576262" cy="142875"/>
          </a:xfrm>
          <a:prstGeom prst="line">
            <a:avLst/>
          </a:prstGeom>
          <a:noFill/>
          <a:ln w="19050">
            <a:solidFill>
              <a:schemeClr val="accent2">
                <a:lumMod val="75000"/>
              </a:schemeClr>
            </a:solidFill>
            <a:round/>
            <a:headEnd/>
            <a:tailEnd type="triangle" w="med" len="lg"/>
          </a:ln>
        </p:spPr>
        <p:txBody>
          <a:bodyPr wrap="none"/>
          <a:lstStyle/>
          <a:p>
            <a:pPr>
              <a:defRPr/>
            </a:pPr>
            <a:endParaRPr lang="zh-CN" altLang="en-US"/>
          </a:p>
        </p:txBody>
      </p:sp>
      <p:sp>
        <p:nvSpPr>
          <p:cNvPr id="58" name="Text Box 11">
            <a:extLst>
              <a:ext uri="{FF2B5EF4-FFF2-40B4-BE49-F238E27FC236}">
                <a16:creationId xmlns:a16="http://schemas.microsoft.com/office/drawing/2014/main" id="{55077A4F-1EC7-4EFA-9412-59AC835CD4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5375" y="981075"/>
            <a:ext cx="14049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chemeClr val="accent2"/>
                </a:solidFill>
                <a:latin typeface="Arial Narrow" panose="020B0606020202030204" pitchFamily="34" charset="0"/>
                <a:ea typeface="MS PGothic" panose="020B0600070205080204" pitchFamily="34" charset="-128"/>
              </a:rPr>
              <a:t>module ports</a:t>
            </a:r>
          </a:p>
        </p:txBody>
      </p:sp>
      <p:sp>
        <p:nvSpPr>
          <p:cNvPr id="59" name="Line 10">
            <a:extLst>
              <a:ext uri="{FF2B5EF4-FFF2-40B4-BE49-F238E27FC236}">
                <a16:creationId xmlns:a16="http://schemas.microsoft.com/office/drawing/2014/main" id="{3B108ADE-1C1C-47D1-B24B-7D637DC32F4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55875" y="4365625"/>
            <a:ext cx="2016125" cy="935038"/>
          </a:xfrm>
          <a:prstGeom prst="line">
            <a:avLst/>
          </a:prstGeom>
          <a:noFill/>
          <a:ln w="19050">
            <a:solidFill>
              <a:srgbClr val="00B0F0"/>
            </a:solidFill>
            <a:round/>
            <a:headEnd/>
            <a:tailEnd type="triangle" w="med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61" name="圆角矩形 60">
            <a:extLst>
              <a:ext uri="{FF2B5EF4-FFF2-40B4-BE49-F238E27FC236}">
                <a16:creationId xmlns:a16="http://schemas.microsoft.com/office/drawing/2014/main" id="{DCCECDCB-ECD7-421D-BDBB-13F8E64B6F33}"/>
              </a:ext>
            </a:extLst>
          </p:cNvPr>
          <p:cNvSpPr/>
          <p:nvPr/>
        </p:nvSpPr>
        <p:spPr>
          <a:xfrm>
            <a:off x="2436813" y="2127250"/>
            <a:ext cx="504825" cy="293688"/>
          </a:xfrm>
          <a:prstGeom prst="roundRect">
            <a:avLst/>
          </a:prstGeom>
          <a:solidFill>
            <a:srgbClr val="92D05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2" name="AutoShape 8">
            <a:extLst>
              <a:ext uri="{FF2B5EF4-FFF2-40B4-BE49-F238E27FC236}">
                <a16:creationId xmlns:a16="http://schemas.microsoft.com/office/drawing/2014/main" id="{BFC4CC26-8550-4900-8CBB-966ABE694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7888" y="1854200"/>
            <a:ext cx="3114675" cy="630238"/>
          </a:xfrm>
          <a:prstGeom prst="wedgeRoundRectCallout">
            <a:avLst>
              <a:gd name="adj1" fmla="val -147230"/>
              <a:gd name="adj2" fmla="val 19937"/>
              <a:gd name="adj3" fmla="val 16667"/>
            </a:avLst>
          </a:prstGeom>
          <a:solidFill>
            <a:srgbClr val="92D050">
              <a:alpha val="72000"/>
            </a:srgbClr>
          </a:solidFill>
          <a:ln w="1587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defRPr/>
            </a:pPr>
            <a:r>
              <a:rPr lang="en-US" altLang="zh-CN" b="1" i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+mn-lt"/>
                <a:cs typeface="Arial" charset="0"/>
              </a:rPr>
              <a:t>The signal assigned in always block should be ‘</a:t>
            </a:r>
            <a:r>
              <a:rPr lang="en-US" altLang="zh-CN" b="1" i="1" dirty="0" err="1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+mn-lt"/>
                <a:cs typeface="Arial" charset="0"/>
              </a:rPr>
              <a:t>reg</a:t>
            </a:r>
            <a:r>
              <a:rPr lang="en-US" altLang="zh-CN" b="1" i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+mn-lt"/>
                <a:cs typeface="Arial" charset="0"/>
              </a:rPr>
              <a:t>’ type</a:t>
            </a:r>
          </a:p>
        </p:txBody>
      </p:sp>
      <p:sp>
        <p:nvSpPr>
          <p:cNvPr id="63" name="圆角矩形 62">
            <a:extLst>
              <a:ext uri="{FF2B5EF4-FFF2-40B4-BE49-F238E27FC236}">
                <a16:creationId xmlns:a16="http://schemas.microsoft.com/office/drawing/2014/main" id="{112907E6-AC74-4016-8D44-37AB06EA4A4C}"/>
              </a:ext>
            </a:extLst>
          </p:cNvPr>
          <p:cNvSpPr/>
          <p:nvPr/>
        </p:nvSpPr>
        <p:spPr>
          <a:xfrm>
            <a:off x="3059113" y="4579938"/>
            <a:ext cx="171450" cy="293687"/>
          </a:xfrm>
          <a:prstGeom prst="roundRect">
            <a:avLst/>
          </a:prstGeom>
          <a:solidFill>
            <a:srgbClr val="92D05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4" name="圆角矩形 63">
            <a:extLst>
              <a:ext uri="{FF2B5EF4-FFF2-40B4-BE49-F238E27FC236}">
                <a16:creationId xmlns:a16="http://schemas.microsoft.com/office/drawing/2014/main" id="{5FD980F0-47FA-474D-85FF-AE0BA8A99B8C}"/>
              </a:ext>
            </a:extLst>
          </p:cNvPr>
          <p:cNvSpPr/>
          <p:nvPr/>
        </p:nvSpPr>
        <p:spPr>
          <a:xfrm>
            <a:off x="2738438" y="4878388"/>
            <a:ext cx="171450" cy="293687"/>
          </a:xfrm>
          <a:prstGeom prst="roundRect">
            <a:avLst/>
          </a:prstGeom>
          <a:solidFill>
            <a:srgbClr val="92D05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16837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4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1000"/>
                                        <p:tgtEl>
                                          <p:spTgt spid="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000"/>
                                        <p:tgtEl>
                                          <p:spTgt spid="4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4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1000"/>
                                        <p:tgtEl>
                                          <p:spTgt spid="4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1000"/>
                                        <p:tgtEl>
                                          <p:spTgt spid="4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1000"/>
                                        <p:tgtEl>
                                          <p:spTgt spid="4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1000"/>
                                        <p:tgtEl>
                                          <p:spTgt spid="4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1000"/>
                                        <p:tgtEl>
                                          <p:spTgt spid="44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1000"/>
                                        <p:tgtEl>
                                          <p:spTgt spid="44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4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 nodeType="clickPar">
                      <p:stCondLst>
                        <p:cond delay="indefinite"/>
                      </p:stCondLst>
                      <p:childTnLst>
                        <p:par>
                          <p:cTn id="1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 nodeType="clickPar">
                      <p:stCondLst>
                        <p:cond delay="indefinite"/>
                      </p:stCondLst>
                      <p:childTnLst>
                        <p:par>
                          <p:cTn id="1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3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4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build="p" animBg="1"/>
      <p:bldP spid="18" grpId="0"/>
      <p:bldP spid="21" grpId="0"/>
      <p:bldP spid="66" grpId="0"/>
      <p:bldP spid="67" grpId="0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9" grpId="0" animBg="1"/>
      <p:bldP spid="38" grpId="0" animBg="1"/>
      <p:bldP spid="43" grpId="0" animBg="1"/>
      <p:bldP spid="40" grpId="0" animBg="1"/>
      <p:bldP spid="46" grpId="0" animBg="1"/>
      <p:bldP spid="47" grpId="0" animBg="1"/>
      <p:bldP spid="48" grpId="0" animBg="1"/>
      <p:bldP spid="51" grpId="0" animBg="1"/>
      <p:bldP spid="53" grpId="0" animBg="1"/>
      <p:bldP spid="54" grpId="0" animBg="1"/>
      <p:bldP spid="55" grpId="0" animBg="1"/>
      <p:bldP spid="56" grpId="0" animBg="1"/>
      <p:bldP spid="58" grpId="0"/>
      <p:bldP spid="61" grpId="0" animBg="1"/>
      <p:bldP spid="62" grpId="0" animBg="1"/>
      <p:bldP spid="63" grpId="0" animBg="1"/>
      <p:bldP spid="64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灯片编号占位符 3">
            <a:extLst>
              <a:ext uri="{FF2B5EF4-FFF2-40B4-BE49-F238E27FC236}">
                <a16:creationId xmlns:a16="http://schemas.microsoft.com/office/drawing/2014/main" id="{C75CD69F-0C1A-4C92-8B79-9B1CD3818D1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691CD67-F0CC-45B7-A4D7-6960BBAA68F0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147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sp>
        <p:nvSpPr>
          <p:cNvPr id="93187" name="Rectangle 2">
            <a:extLst>
              <a:ext uri="{FF2B5EF4-FFF2-40B4-BE49-F238E27FC236}">
                <a16:creationId xmlns:a16="http://schemas.microsoft.com/office/drawing/2014/main" id="{540EDE37-10F2-4824-9751-637FC92748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1800" y="26988"/>
            <a:ext cx="8596313" cy="836612"/>
          </a:xfrm>
        </p:spPr>
        <p:txBody>
          <a:bodyPr/>
          <a:lstStyle/>
          <a:p>
            <a:r>
              <a:rPr lang="en-US" altLang="zh-CN"/>
              <a:t>Verilog Design Styles</a:t>
            </a:r>
            <a:endParaRPr lang="en-US" altLang="zh-CN" sz="3600"/>
          </a:p>
        </p:txBody>
      </p:sp>
      <p:sp>
        <p:nvSpPr>
          <p:cNvPr id="93188" name="Text Box 3">
            <a:extLst>
              <a:ext uri="{FF2B5EF4-FFF2-40B4-BE49-F238E27FC236}">
                <a16:creationId xmlns:a16="http://schemas.microsoft.com/office/drawing/2014/main" id="{3ED421A1-AED7-40F1-9FCC-DCAB140D9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1688" y="1511300"/>
            <a:ext cx="185737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pl-PL" altLang="zh-CN" sz="1400" b="1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A9855A0-74EF-4BD2-8362-144DC934A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413" y="1795463"/>
            <a:ext cx="1390650" cy="46355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endParaRPr kumimoji="1" lang="zh-CN" altLang="zh-CN" sz="1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8" name="Text Box 5">
            <a:extLst>
              <a:ext uri="{FF2B5EF4-FFF2-40B4-BE49-F238E27FC236}">
                <a16:creationId xmlns:a16="http://schemas.microsoft.com/office/drawing/2014/main" id="{3ED7D85A-EEC8-4C07-832D-4CD6892240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375" y="2232025"/>
            <a:ext cx="15573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200" b="1" i="1">
                <a:latin typeface="Arial" panose="020B0604020202020204" pitchFamily="34" charset="0"/>
                <a:ea typeface="MS PGothic" panose="020B0600070205080204" pitchFamily="34" charset="-128"/>
              </a:rPr>
              <a:t>Components and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200" b="1" i="1">
                <a:latin typeface="Arial" panose="020B0604020202020204" pitchFamily="34" charset="0"/>
                <a:ea typeface="MS PGothic" panose="020B0600070205080204" pitchFamily="34" charset="-128"/>
              </a:rPr>
              <a:t>interconnects</a:t>
            </a:r>
          </a:p>
        </p:txBody>
      </p:sp>
      <p:sp>
        <p:nvSpPr>
          <p:cNvPr id="9" name="Text Box 6">
            <a:extLst>
              <a:ext uri="{FF2B5EF4-FFF2-40B4-BE49-F238E27FC236}">
                <a16:creationId xmlns:a16="http://schemas.microsoft.com/office/drawing/2014/main" id="{A5D0AB28-3453-43CB-B490-A825EFA13A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425" y="1838325"/>
            <a:ext cx="12493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800" b="1">
                <a:latin typeface="Arial" panose="020B0604020202020204" pitchFamily="34" charset="0"/>
                <a:ea typeface="MS PGothic" panose="020B0600070205080204" pitchFamily="34" charset="-128"/>
              </a:rPr>
              <a:t>structural</a:t>
            </a:r>
          </a:p>
        </p:txBody>
      </p:sp>
      <p:sp>
        <p:nvSpPr>
          <p:cNvPr id="11" name="Oval 8">
            <a:extLst>
              <a:ext uri="{FF2B5EF4-FFF2-40B4-BE49-F238E27FC236}">
                <a16:creationId xmlns:a16="http://schemas.microsoft.com/office/drawing/2014/main" id="{54DBA763-788A-4787-9815-ECE384241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50" y="1252538"/>
            <a:ext cx="3735388" cy="2025650"/>
          </a:xfrm>
          <a:prstGeom prst="ellipse">
            <a:avLst/>
          </a:prstGeom>
          <a:noFill/>
          <a:ln w="50800">
            <a:solidFill>
              <a:srgbClr val="0033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endParaRPr kumimoji="1" lang="zh-CN" altLang="zh-CN" sz="1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6" name="Rectangle 13">
            <a:extLst>
              <a:ext uri="{FF2B5EF4-FFF2-40B4-BE49-F238E27FC236}">
                <a16:creationId xmlns:a16="http://schemas.microsoft.com/office/drawing/2014/main" id="{2C0FEA45-FE64-444C-89CF-58405D4CD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9325" y="1825625"/>
            <a:ext cx="1435100" cy="463550"/>
          </a:xfrm>
          <a:prstGeom prst="rect">
            <a:avLst/>
          </a:prstGeom>
          <a:solidFill>
            <a:srgbClr val="FFF1E3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endParaRPr kumimoji="1" lang="zh-CN" altLang="zh-CN" sz="1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7" name="Rectangle 14">
            <a:extLst>
              <a:ext uri="{FF2B5EF4-FFF2-40B4-BE49-F238E27FC236}">
                <a16:creationId xmlns:a16="http://schemas.microsoft.com/office/drawing/2014/main" id="{FAD14A87-23B1-4B8D-99C2-46A5CC169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4563" y="1825625"/>
            <a:ext cx="369887" cy="455613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endParaRPr kumimoji="1" lang="zh-CN" altLang="zh-CN" sz="1400"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8" name="Text Box 15">
            <a:extLst>
              <a:ext uri="{FF2B5EF4-FFF2-40B4-BE49-F238E27FC236}">
                <a16:creationId xmlns:a16="http://schemas.microsoft.com/office/drawing/2014/main" id="{4677BF4F-9E7D-4268-BAAE-8FBE74DB7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1563" y="1814513"/>
            <a:ext cx="11953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latin typeface="Arial" panose="020B0604020202020204" pitchFamily="34" charset="0"/>
                <a:ea typeface="MS PGothic" panose="020B0600070205080204" pitchFamily="34" charset="-128"/>
              </a:rPr>
              <a:t>behavioral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latin typeface="Arial" panose="020B0604020202020204" pitchFamily="34" charset="0"/>
                <a:ea typeface="MS PGothic" panose="020B0600070205080204" pitchFamily="34" charset="-128"/>
              </a:rPr>
              <a:t>(sequential)</a:t>
            </a:r>
          </a:p>
        </p:txBody>
      </p:sp>
      <p:sp>
        <p:nvSpPr>
          <p:cNvPr id="24" name="Text Box 21">
            <a:extLst>
              <a:ext uri="{FF2B5EF4-FFF2-40B4-BE49-F238E27FC236}">
                <a16:creationId xmlns:a16="http://schemas.microsoft.com/office/drawing/2014/main" id="{1B7BDC44-674D-4D46-B19E-9E0635C38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" y="2738438"/>
            <a:ext cx="2262188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indent="4445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buClr>
                <a:srgbClr val="000000"/>
              </a:buClr>
              <a:buFontTx/>
              <a:buNone/>
            </a:pPr>
            <a:r>
              <a:rPr kumimoji="1" lang="en-US" altLang="zh-CN" sz="1400" b="1" i="1">
                <a:solidFill>
                  <a:srgbClr val="0033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Subset most suitable for synthesis</a:t>
            </a:r>
            <a:r>
              <a:rPr kumimoji="1" lang="en-US" altLang="zh-CN" sz="1400" b="1">
                <a:solidFill>
                  <a:srgbClr val="0033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</a:t>
            </a:r>
            <a:endParaRPr kumimoji="1" lang="pl-PL" altLang="zh-CN" sz="1400" b="1">
              <a:solidFill>
                <a:srgbClr val="003399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25" name="Text Box 22">
            <a:extLst>
              <a:ext uri="{FF2B5EF4-FFF2-40B4-BE49-F238E27FC236}">
                <a16:creationId xmlns:a16="http://schemas.microsoft.com/office/drawing/2014/main" id="{DE707C73-415A-4EA8-95B8-4E2E699E0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3950" y="1252538"/>
            <a:ext cx="13128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7030A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Testbenches</a:t>
            </a:r>
          </a:p>
        </p:txBody>
      </p:sp>
      <p:cxnSp>
        <p:nvCxnSpPr>
          <p:cNvPr id="49" name="直接箭头连接符 48">
            <a:extLst>
              <a:ext uri="{FF2B5EF4-FFF2-40B4-BE49-F238E27FC236}">
                <a16:creationId xmlns:a16="http://schemas.microsoft.com/office/drawing/2014/main" id="{59E3E84D-A801-4C45-A121-00DE037336CC}"/>
              </a:ext>
            </a:extLst>
          </p:cNvPr>
          <p:cNvCxnSpPr/>
          <p:nvPr/>
        </p:nvCxnSpPr>
        <p:spPr>
          <a:xfrm>
            <a:off x="4319588" y="1524000"/>
            <a:ext cx="19050" cy="322263"/>
          </a:xfrm>
          <a:prstGeom prst="straightConnector1">
            <a:avLst/>
          </a:prstGeom>
          <a:ln w="25400">
            <a:solidFill>
              <a:srgbClr val="7030A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1" name="Picture 90">
            <a:extLst>
              <a:ext uri="{FF2B5EF4-FFF2-40B4-BE49-F238E27FC236}">
                <a16:creationId xmlns:a16="http://schemas.microsoft.com/office/drawing/2014/main" id="{EA449575-5C35-45FA-99A0-33F6FE5831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38" y="5356225"/>
            <a:ext cx="4424362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95">
            <a:extLst>
              <a:ext uri="{FF2B5EF4-FFF2-40B4-BE49-F238E27FC236}">
                <a16:creationId xmlns:a16="http://schemas.microsoft.com/office/drawing/2014/main" id="{EA839A2B-9206-4E79-8B6A-A0FA3D33B9AA}"/>
              </a:ext>
            </a:extLst>
          </p:cNvPr>
          <p:cNvGrpSpPr>
            <a:grpSpLocks/>
          </p:cNvGrpSpPr>
          <p:nvPr/>
        </p:nvGrpSpPr>
        <p:grpSpPr bwMode="auto">
          <a:xfrm>
            <a:off x="4643438" y="5462588"/>
            <a:ext cx="1417637" cy="522287"/>
            <a:chOff x="2836" y="2100"/>
            <a:chExt cx="893" cy="329"/>
          </a:xfrm>
        </p:grpSpPr>
        <p:sp>
          <p:nvSpPr>
            <p:cNvPr id="93215" name="Text Box 92">
              <a:extLst>
                <a:ext uri="{FF2B5EF4-FFF2-40B4-BE49-F238E27FC236}">
                  <a16:creationId xmlns:a16="http://schemas.microsoft.com/office/drawing/2014/main" id="{9F3C98EB-4023-489E-8749-69196A48D4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6" y="2100"/>
              <a:ext cx="7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buClr>
                  <a:srgbClr val="000000"/>
                </a:buClr>
                <a:buFontTx/>
                <a:buNone/>
              </a:pPr>
              <a:r>
                <a:rPr kumimoji="1" lang="en-US" altLang="zh-CN" sz="1200" b="1">
                  <a:latin typeface="Arial" panose="020B0604020202020204" pitchFamily="34" charset="0"/>
                  <a:ea typeface="MS PGothic" panose="020B0600070205080204" pitchFamily="34" charset="-128"/>
                </a:rPr>
                <a:t>I1</a:t>
              </a:r>
            </a:p>
          </p:txBody>
        </p:sp>
        <p:sp>
          <p:nvSpPr>
            <p:cNvPr id="93216" name="Text Box 93">
              <a:extLst>
                <a:ext uri="{FF2B5EF4-FFF2-40B4-BE49-F238E27FC236}">
                  <a16:creationId xmlns:a16="http://schemas.microsoft.com/office/drawing/2014/main" id="{214456BC-EEAC-46EB-B24F-28412AEAFF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6" y="2256"/>
              <a:ext cx="7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buClr>
                  <a:srgbClr val="000000"/>
                </a:buClr>
                <a:buFontTx/>
                <a:buNone/>
              </a:pPr>
              <a:r>
                <a:rPr kumimoji="1" lang="en-US" altLang="zh-CN" sz="1200" b="1">
                  <a:latin typeface="Arial" panose="020B0604020202020204" pitchFamily="34" charset="0"/>
                  <a:ea typeface="MS PGothic" panose="020B0600070205080204" pitchFamily="34" charset="-128"/>
                </a:rPr>
                <a:t>I2</a:t>
              </a:r>
            </a:p>
          </p:txBody>
        </p:sp>
        <p:sp>
          <p:nvSpPr>
            <p:cNvPr id="93217" name="Text Box 94">
              <a:extLst>
                <a:ext uri="{FF2B5EF4-FFF2-40B4-BE49-F238E27FC236}">
                  <a16:creationId xmlns:a16="http://schemas.microsoft.com/office/drawing/2014/main" id="{7CA4A7D6-C095-488E-9A05-71D93A3C96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3" y="2178"/>
              <a:ext cx="75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buClr>
                  <a:srgbClr val="000000"/>
                </a:buClr>
                <a:buFontTx/>
                <a:buNone/>
              </a:pPr>
              <a:r>
                <a:rPr kumimoji="1" lang="en-US" altLang="zh-CN" sz="1200" b="1">
                  <a:latin typeface="Arial" panose="020B0604020202020204" pitchFamily="34" charset="0"/>
                  <a:ea typeface="MS PGothic" panose="020B0600070205080204" pitchFamily="34" charset="-128"/>
                </a:rPr>
                <a:t>Y</a:t>
              </a:r>
            </a:p>
          </p:txBody>
        </p:sp>
      </p:grpSp>
      <p:grpSp>
        <p:nvGrpSpPr>
          <p:cNvPr id="3" name="Group 96">
            <a:extLst>
              <a:ext uri="{FF2B5EF4-FFF2-40B4-BE49-F238E27FC236}">
                <a16:creationId xmlns:a16="http://schemas.microsoft.com/office/drawing/2014/main" id="{9037C685-877D-4A92-B377-1CE97A6760E2}"/>
              </a:ext>
            </a:extLst>
          </p:cNvPr>
          <p:cNvGrpSpPr>
            <a:grpSpLocks/>
          </p:cNvGrpSpPr>
          <p:nvPr/>
        </p:nvGrpSpPr>
        <p:grpSpPr bwMode="auto">
          <a:xfrm>
            <a:off x="6443663" y="5535613"/>
            <a:ext cx="1433512" cy="522287"/>
            <a:chOff x="2481" y="2100"/>
            <a:chExt cx="903" cy="329"/>
          </a:xfrm>
        </p:grpSpPr>
        <p:sp>
          <p:nvSpPr>
            <p:cNvPr id="93212" name="Text Box 97">
              <a:extLst>
                <a:ext uri="{FF2B5EF4-FFF2-40B4-BE49-F238E27FC236}">
                  <a16:creationId xmlns:a16="http://schemas.microsoft.com/office/drawing/2014/main" id="{43B44494-FAA4-4B61-AD47-3CD171B1FB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1" y="2100"/>
              <a:ext cx="7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buClr>
                  <a:srgbClr val="000000"/>
                </a:buClr>
                <a:buFontTx/>
                <a:buNone/>
              </a:pPr>
              <a:r>
                <a:rPr kumimoji="1" lang="en-US" altLang="zh-CN" sz="1200" b="1">
                  <a:latin typeface="Arial" panose="020B0604020202020204" pitchFamily="34" charset="0"/>
                  <a:ea typeface="MS PGothic" panose="020B0600070205080204" pitchFamily="34" charset="-128"/>
                </a:rPr>
                <a:t>I1</a:t>
              </a:r>
            </a:p>
          </p:txBody>
        </p:sp>
        <p:sp>
          <p:nvSpPr>
            <p:cNvPr id="93213" name="Text Box 98">
              <a:extLst>
                <a:ext uri="{FF2B5EF4-FFF2-40B4-BE49-F238E27FC236}">
                  <a16:creationId xmlns:a16="http://schemas.microsoft.com/office/drawing/2014/main" id="{9E8FE789-F873-469A-B26C-BD55B87514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1" y="2256"/>
              <a:ext cx="7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buClr>
                  <a:srgbClr val="000000"/>
                </a:buClr>
                <a:buFontTx/>
                <a:buNone/>
              </a:pPr>
              <a:r>
                <a:rPr kumimoji="1" lang="en-US" altLang="zh-CN" sz="1200" b="1">
                  <a:latin typeface="Arial" panose="020B0604020202020204" pitchFamily="34" charset="0"/>
                  <a:ea typeface="MS PGothic" panose="020B0600070205080204" pitchFamily="34" charset="-128"/>
                </a:rPr>
                <a:t>I2</a:t>
              </a:r>
            </a:p>
          </p:txBody>
        </p:sp>
        <p:sp>
          <p:nvSpPr>
            <p:cNvPr id="93214" name="Text Box 99">
              <a:extLst>
                <a:ext uri="{FF2B5EF4-FFF2-40B4-BE49-F238E27FC236}">
                  <a16:creationId xmlns:a16="http://schemas.microsoft.com/office/drawing/2014/main" id="{06E62CBD-2FC8-46B7-850C-CE93EA53A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8" y="2178"/>
              <a:ext cx="75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buClr>
                  <a:srgbClr val="000000"/>
                </a:buClr>
                <a:buFontTx/>
                <a:buNone/>
              </a:pPr>
              <a:r>
                <a:rPr kumimoji="1" lang="en-US" altLang="zh-CN" sz="1200" b="1">
                  <a:latin typeface="Arial" panose="020B0604020202020204" pitchFamily="34" charset="0"/>
                  <a:ea typeface="MS PGothic" panose="020B0600070205080204" pitchFamily="34" charset="-128"/>
                </a:rPr>
                <a:t>Y</a:t>
              </a:r>
            </a:p>
          </p:txBody>
        </p:sp>
      </p:grpSp>
      <p:sp>
        <p:nvSpPr>
          <p:cNvPr id="70" name="Text Box 100">
            <a:extLst>
              <a:ext uri="{FF2B5EF4-FFF2-40B4-BE49-F238E27FC236}">
                <a16:creationId xmlns:a16="http://schemas.microsoft.com/office/drawing/2014/main" id="{7A68F778-388C-454B-AC9C-9295E8496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6825" y="5192713"/>
            <a:ext cx="18986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buClr>
                <a:srgbClr val="000000"/>
              </a:buClr>
              <a:buFontTx/>
              <a:buNone/>
            </a:pPr>
            <a:r>
              <a:rPr kumimoji="1" lang="en-US" altLang="zh-CN" sz="1600" b="1">
                <a:solidFill>
                  <a:srgbClr val="003399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U1_OUT</a:t>
            </a:r>
          </a:p>
        </p:txBody>
      </p:sp>
      <p:sp>
        <p:nvSpPr>
          <p:cNvPr id="71" name="Rectangle 3">
            <a:extLst>
              <a:ext uri="{FF2B5EF4-FFF2-40B4-BE49-F238E27FC236}">
                <a16:creationId xmlns:a16="http://schemas.microsoft.com/office/drawing/2014/main" id="{93708E72-36E7-4B91-A1C0-7C55C8C888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313" y="3716338"/>
            <a:ext cx="3743325" cy="21605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marL="342900" indent="-342900">
              <a:spcBef>
                <a:spcPts val="0"/>
              </a:spcBef>
              <a:defRPr/>
            </a:pPr>
            <a:endParaRPr lang="en-US" altLang="zh-CN" sz="1400" b="1" dirty="0">
              <a:ea typeface="MS PGothic" pitchFamily="34" charset="-128"/>
              <a:cs typeface="Arial" pitchFamily="34" charset="0"/>
            </a:endParaRPr>
          </a:p>
          <a:p>
            <a:pPr marL="342900" indent="-342900">
              <a:lnSpc>
                <a:spcPct val="80000"/>
              </a:lnSpc>
              <a:spcBef>
                <a:spcPts val="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module </a:t>
            </a:r>
            <a:r>
              <a:rPr lang="pl-PL" altLang="zh-CN" sz="1400" dirty="0">
                <a:solidFill>
                  <a:srgbClr val="FF0000"/>
                </a:solidFill>
                <a:ea typeface="MS PGothic" pitchFamily="34" charset="-128"/>
                <a:cs typeface="Arial" pitchFamily="34" charset="0"/>
              </a:rPr>
              <a:t>structural</a:t>
            </a:r>
            <a:r>
              <a:rPr lang="en-US" altLang="zh-CN" sz="1400" dirty="0">
                <a:solidFill>
                  <a:srgbClr val="FF0000"/>
                </a:solidFill>
                <a:ea typeface="MS PGothic" pitchFamily="34" charset="-128"/>
                <a:cs typeface="Arial" pitchFamily="34" charset="0"/>
              </a:rPr>
              <a:t> </a:t>
            </a:r>
            <a:r>
              <a:rPr lang="en-US" altLang="zh-CN" sz="1400" dirty="0">
                <a:ea typeface="MS PGothic" pitchFamily="34" charset="-128"/>
                <a:cs typeface="Arial" pitchFamily="34" charset="0"/>
              </a:rPr>
              <a:t>(Result, A, B, C);</a:t>
            </a:r>
            <a:endParaRPr lang="en-US" altLang="zh-CN" sz="1400" b="1" dirty="0">
              <a:ea typeface="MS PGothic" pitchFamily="34" charset="-128"/>
              <a:cs typeface="Arial" pitchFamily="34" charset="0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endParaRPr lang="en-US" altLang="zh-CN" sz="600" b="1" dirty="0">
              <a:ea typeface="MS PGothic" pitchFamily="34" charset="-128"/>
              <a:cs typeface="Arial" pitchFamily="34" charset="0"/>
            </a:endParaRP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output   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Result;</a:t>
            </a: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input      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A, B, C;</a:t>
            </a: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wire       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U1_OUT;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700" b="1" dirty="0">
                <a:ea typeface="MS PGothic" pitchFamily="34" charset="-128"/>
                <a:cs typeface="Arial" pitchFamily="34" charset="0"/>
              </a:rPr>
              <a:t>    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        </a:t>
            </a:r>
            <a:r>
              <a:rPr lang="en-US" altLang="zh-CN" sz="1400" b="1" dirty="0" err="1">
                <a:ea typeface="MS PGothic" pitchFamily="34" charset="-128"/>
                <a:cs typeface="Arial" pitchFamily="34" charset="0"/>
              </a:rPr>
              <a:t>xor</a:t>
            </a:r>
            <a:r>
              <a:rPr lang="en-US" altLang="zh-CN" sz="1400" b="1" kern="0" dirty="0">
                <a:solidFill>
                  <a:srgbClr val="0000FF"/>
                </a:solidFill>
                <a:latin typeface="Courier New" pitchFamily="49" charset="0"/>
                <a:cs typeface="Courier New" pitchFamily="49" charset="0"/>
              </a:rPr>
              <a:t>   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U1(U1_OUT,A,B); </a:t>
            </a:r>
            <a:br>
              <a:rPr lang="pl-PL" altLang="zh-CN" sz="1400" b="1" dirty="0">
                <a:ea typeface="MS PGothic" pitchFamily="34" charset="-128"/>
                <a:cs typeface="Arial" pitchFamily="34" charset="0"/>
              </a:rPr>
            </a:b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 </a:t>
            </a:r>
            <a:r>
              <a:rPr lang="en-US" altLang="zh-CN" sz="1400" b="1" dirty="0" err="1">
                <a:ea typeface="MS PGothic" pitchFamily="34" charset="-128"/>
                <a:cs typeface="Arial" pitchFamily="34" charset="0"/>
              </a:rPr>
              <a:t>xor</a:t>
            </a:r>
            <a:r>
              <a:rPr lang="en-US" altLang="zh-CN" sz="1400" b="1" kern="0" dirty="0">
                <a:solidFill>
                  <a:srgbClr val="0000FF"/>
                </a:solidFill>
                <a:latin typeface="Courier New" pitchFamily="49" charset="0"/>
                <a:cs typeface="Courier New" pitchFamily="49" charset="0"/>
              </a:rPr>
              <a:t>   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U2(Result,U1_OUT,C); </a:t>
            </a:r>
            <a:endParaRPr lang="en-US" altLang="zh-CN" sz="1400" b="1" dirty="0">
              <a:ea typeface="MS PGothic" pitchFamily="34" charset="-128"/>
              <a:cs typeface="Arial" pitchFamily="34" charset="0"/>
            </a:endParaRPr>
          </a:p>
          <a:p>
            <a:pPr marL="342900" indent="-342900">
              <a:spcBef>
                <a:spcPts val="0"/>
              </a:spcBef>
              <a:defRPr/>
            </a:pPr>
            <a:r>
              <a:rPr lang="en-US" altLang="zh-CN" sz="800" b="1" dirty="0">
                <a:ea typeface="MS PGothic" pitchFamily="34" charset="-128"/>
                <a:cs typeface="Arial" pitchFamily="34" charset="0"/>
              </a:rPr>
              <a:t>      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 err="1">
                <a:ea typeface="MS PGothic" pitchFamily="34" charset="-128"/>
                <a:cs typeface="Arial" pitchFamily="34" charset="0"/>
              </a:rPr>
              <a:t>endmodule</a:t>
            </a:r>
            <a:endParaRPr lang="en-US" altLang="zh-CN" sz="1400" dirty="0">
              <a:solidFill>
                <a:srgbClr val="003399"/>
              </a:solidFill>
              <a:ea typeface="MS PGothic" pitchFamily="34" charset="-128"/>
              <a:cs typeface="Arial" pitchFamily="34" charset="0"/>
            </a:endParaRPr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DC0E46E6-EE25-4E6D-920F-6EB5C95A4B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9700" y="3005138"/>
            <a:ext cx="3779838" cy="2089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module </a:t>
            </a:r>
            <a:r>
              <a:rPr lang="pl-PL" altLang="zh-CN" sz="1400" dirty="0">
                <a:solidFill>
                  <a:srgbClr val="FF0000"/>
                </a:solidFill>
                <a:latin typeface="Arial" charset="0"/>
                <a:ea typeface="MS PGothic" pitchFamily="34" charset="-128"/>
                <a:cs typeface="Arial" pitchFamily="34" charset="0"/>
              </a:rPr>
              <a:t> behavioral</a:t>
            </a:r>
            <a:r>
              <a:rPr lang="en-US" altLang="zh-CN" sz="1400" dirty="0">
                <a:latin typeface="Arial" charset="0"/>
                <a:ea typeface="MS PGothic" pitchFamily="34" charset="-128"/>
                <a:cs typeface="Arial" pitchFamily="34" charset="0"/>
              </a:rPr>
              <a:t>  </a:t>
            </a:r>
            <a:r>
              <a:rPr lang="en-US" altLang="zh-CN" sz="1400" dirty="0">
                <a:ea typeface="MS PGothic" pitchFamily="34" charset="-128"/>
                <a:cs typeface="Arial" pitchFamily="34" charset="0"/>
              </a:rPr>
              <a:t>(Result, A, B, C);</a:t>
            </a:r>
            <a:endParaRPr lang="en-US" altLang="zh-CN" sz="1400" b="1" dirty="0">
              <a:ea typeface="MS PGothic" pitchFamily="34" charset="-128"/>
              <a:cs typeface="Arial" pitchFamily="34" charset="0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endParaRPr lang="en-US" altLang="zh-CN" sz="600" b="1" dirty="0">
              <a:ea typeface="MS PGothic" pitchFamily="34" charset="-128"/>
              <a:cs typeface="Arial" pitchFamily="34" charset="0"/>
            </a:endParaRP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output  </a:t>
            </a:r>
            <a:r>
              <a:rPr lang="en-US" altLang="zh-CN" sz="1400" b="1" dirty="0" err="1">
                <a:ea typeface="MS PGothic" pitchFamily="34" charset="-128"/>
                <a:cs typeface="Arial" pitchFamily="34" charset="0"/>
              </a:rPr>
              <a:t>reg</a:t>
            </a: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   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Result;</a:t>
            </a: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input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      A, B, C;</a:t>
            </a:r>
          </a:p>
          <a:p>
            <a:pPr marL="342900" indent="-342900">
              <a:spcBef>
                <a:spcPts val="0"/>
              </a:spcBef>
              <a:defRPr/>
            </a:pPr>
            <a:r>
              <a:rPr lang="en-US" altLang="zh-CN" sz="800" b="1" dirty="0">
                <a:ea typeface="MS PGothic" pitchFamily="34" charset="-128"/>
                <a:cs typeface="Arial" pitchFamily="34" charset="0"/>
              </a:rPr>
              <a:t>    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600" b="1" dirty="0">
                <a:ea typeface="MS PGothic" pitchFamily="34" charset="-128"/>
                <a:cs typeface="Arial" pitchFamily="34" charset="0"/>
              </a:rPr>
              <a:t>       </a:t>
            </a: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always @ (</a:t>
            </a:r>
            <a:r>
              <a:rPr lang="en-US" altLang="zh-CN" sz="1400" b="1" kern="0" dirty="0"/>
              <a:t>A, B,  C)</a:t>
            </a:r>
            <a:endParaRPr lang="en-US" altLang="zh-CN" sz="1400" b="1" kern="0" dirty="0">
              <a:latin typeface="Courier New" pitchFamily="49" charset="0"/>
              <a:cs typeface="Courier New" pitchFamily="49" charset="0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kern="0" dirty="0">
                <a:latin typeface="Courier New" pitchFamily="49" charset="0"/>
                <a:ea typeface="MS PGothic" pitchFamily="34" charset="-128"/>
                <a:cs typeface="Courier New" pitchFamily="49" charset="0"/>
              </a:rPr>
              <a:t>      begin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kern="0" dirty="0">
                <a:latin typeface="Courier New" pitchFamily="49" charset="0"/>
                <a:ea typeface="MS PGothic" pitchFamily="34" charset="-128"/>
                <a:cs typeface="Courier New" pitchFamily="49" charset="0"/>
              </a:rPr>
              <a:t>          </a:t>
            </a:r>
            <a:r>
              <a:rPr lang="en-US" altLang="zh-CN" sz="1400" dirty="0">
                <a:ea typeface="MS PGothic" pitchFamily="34" charset="-128"/>
                <a:cs typeface="Arial" pitchFamily="34" charset="0"/>
              </a:rPr>
              <a:t>Result = </a:t>
            </a:r>
            <a:r>
              <a:rPr lang="en-US" altLang="zh-CN" sz="1400" kern="0" dirty="0"/>
              <a:t> (A ^ B)  ^ C;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kern="0" dirty="0">
                <a:latin typeface="Courier New" pitchFamily="49" charset="0"/>
                <a:ea typeface="MS PGothic" pitchFamily="34" charset="-128"/>
                <a:cs typeface="Courier New" pitchFamily="49" charset="0"/>
              </a:rPr>
              <a:t>      end</a:t>
            </a:r>
            <a:br>
              <a:rPr lang="pl-PL" altLang="zh-CN" sz="1400" b="1" dirty="0">
                <a:ea typeface="MS PGothic" pitchFamily="34" charset="-128"/>
                <a:cs typeface="Arial" pitchFamily="34" charset="0"/>
              </a:rPr>
            </a:br>
            <a:r>
              <a:rPr lang="en-US" altLang="zh-CN" sz="800" b="1" dirty="0">
                <a:ea typeface="MS PGothic" pitchFamily="34" charset="-128"/>
                <a:cs typeface="Arial" pitchFamily="34" charset="0"/>
              </a:rPr>
              <a:t>     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 err="1">
                <a:ea typeface="MS PGothic" pitchFamily="34" charset="-128"/>
                <a:cs typeface="Arial" pitchFamily="34" charset="0"/>
              </a:rPr>
              <a:t>endmodule</a:t>
            </a:r>
            <a:endParaRPr lang="en-US" altLang="zh-CN" sz="1050" dirty="0">
              <a:solidFill>
                <a:srgbClr val="003399"/>
              </a:solidFill>
              <a:ea typeface="MS PGothic" pitchFamily="34" charset="-128"/>
              <a:cs typeface="Arial" pitchFamily="34" charset="0"/>
            </a:endParaRPr>
          </a:p>
        </p:txBody>
      </p:sp>
      <p:sp>
        <p:nvSpPr>
          <p:cNvPr id="93205" name="日期占位符 3">
            <a:extLst>
              <a:ext uri="{FF2B5EF4-FFF2-40B4-BE49-F238E27FC236}">
                <a16:creationId xmlns:a16="http://schemas.microsoft.com/office/drawing/2014/main" id="{D607BD99-2571-4631-8028-F5C50FF16E2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C93DDC-134A-48E0-AF43-910470383CFB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grpSp>
        <p:nvGrpSpPr>
          <p:cNvPr id="4" name="Group 9">
            <a:extLst>
              <a:ext uri="{FF2B5EF4-FFF2-40B4-BE49-F238E27FC236}">
                <a16:creationId xmlns:a16="http://schemas.microsoft.com/office/drawing/2014/main" id="{8C3711A3-03CB-40F6-AB1F-F5E72D68B961}"/>
              </a:ext>
            </a:extLst>
          </p:cNvPr>
          <p:cNvGrpSpPr>
            <a:grpSpLocks/>
          </p:cNvGrpSpPr>
          <p:nvPr/>
        </p:nvGrpSpPr>
        <p:grpSpPr bwMode="auto">
          <a:xfrm>
            <a:off x="1995488" y="1795463"/>
            <a:ext cx="1127125" cy="463550"/>
            <a:chOff x="2139" y="2352"/>
            <a:chExt cx="978" cy="541"/>
          </a:xfrm>
        </p:grpSpPr>
        <p:sp>
          <p:nvSpPr>
            <p:cNvPr id="93210" name="Rectangle 10">
              <a:extLst>
                <a:ext uri="{FF2B5EF4-FFF2-40B4-BE49-F238E27FC236}">
                  <a16:creationId xmlns:a16="http://schemas.microsoft.com/office/drawing/2014/main" id="{46EEC3C5-5B8F-42B9-A8E6-7C4C3372B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352"/>
              <a:ext cx="977" cy="541"/>
            </a:xfrm>
            <a:prstGeom prst="rect">
              <a:avLst/>
            </a:prstGeom>
            <a:solidFill>
              <a:srgbClr val="FFCC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endParaRPr kumimoji="1" lang="zh-CN" altLang="zh-CN" sz="1400">
                <a:latin typeface="Arial" panose="020B060402020202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93211" name="Text Box 11">
              <a:extLst>
                <a:ext uri="{FF2B5EF4-FFF2-40B4-BE49-F238E27FC236}">
                  <a16:creationId xmlns:a16="http://schemas.microsoft.com/office/drawing/2014/main" id="{11CF7371-EF53-4FF2-B578-B6E5C01440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4" y="2403"/>
              <a:ext cx="973" cy="4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800" b="1">
                  <a:latin typeface="Arial" panose="020B0604020202020204" pitchFamily="34" charset="0"/>
                  <a:ea typeface="MS PGothic" panose="020B0600070205080204" pitchFamily="34" charset="-128"/>
                </a:rPr>
                <a:t>dataflow</a:t>
              </a:r>
            </a:p>
          </p:txBody>
        </p:sp>
      </p:grpSp>
      <p:sp>
        <p:nvSpPr>
          <p:cNvPr id="40" name="Text Box 12">
            <a:extLst>
              <a:ext uri="{FF2B5EF4-FFF2-40B4-BE49-F238E27FC236}">
                <a16:creationId xmlns:a16="http://schemas.microsoft.com/office/drawing/2014/main" id="{5E1DA656-D44D-4716-A04E-FB0BEA97AD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2287588"/>
            <a:ext cx="191928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200" b="1" i="1">
                <a:latin typeface="Arial" panose="020B0604020202020204" pitchFamily="34" charset="0"/>
                <a:ea typeface="MS PGothic" panose="020B0600070205080204" pitchFamily="34" charset="-128"/>
              </a:rPr>
              <a:t>Concurrent statements</a:t>
            </a:r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AAC32B9B-6A98-44DD-B856-462318060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9700" y="1277938"/>
            <a:ext cx="3779838" cy="14398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module </a:t>
            </a:r>
            <a:r>
              <a:rPr lang="en-US" altLang="zh-CN" sz="1400" dirty="0">
                <a:solidFill>
                  <a:srgbClr val="FF0000"/>
                </a:solidFill>
                <a:ea typeface="MS PGothic" pitchFamily="34" charset="-128"/>
                <a:cs typeface="Arial" pitchFamily="34" charset="0"/>
              </a:rPr>
              <a:t>dataflow </a:t>
            </a:r>
            <a:r>
              <a:rPr lang="en-US" altLang="zh-CN" sz="1400" dirty="0">
                <a:ea typeface="MS PGothic" pitchFamily="34" charset="-128"/>
                <a:cs typeface="Arial" pitchFamily="34" charset="0"/>
              </a:rPr>
              <a:t>(Result, A, B, C);</a:t>
            </a:r>
            <a:endParaRPr lang="en-US" altLang="zh-CN" sz="1400" b="1" dirty="0">
              <a:ea typeface="MS PGothic" pitchFamily="34" charset="-128"/>
              <a:cs typeface="Arial" pitchFamily="34" charset="0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endParaRPr lang="en-US" altLang="zh-CN" sz="500" b="1" dirty="0">
              <a:ea typeface="MS PGothic" pitchFamily="34" charset="-128"/>
              <a:cs typeface="Arial" pitchFamily="34" charset="0"/>
            </a:endParaRP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output</a:t>
            </a:r>
            <a:r>
              <a:rPr lang="en-US" altLang="zh-CN" sz="1200" b="1" dirty="0">
                <a:ea typeface="MS PGothic" pitchFamily="34" charset="-128"/>
                <a:cs typeface="Arial" pitchFamily="34" charset="0"/>
              </a:rPr>
              <a:t>    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Result;</a:t>
            </a: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input </a:t>
            </a:r>
            <a:r>
              <a:rPr lang="en-US" altLang="zh-CN" sz="1400" b="1" kern="0" dirty="0">
                <a:latin typeface="Courier New" pitchFamily="49" charset="0"/>
                <a:cs typeface="Courier New" pitchFamily="49" charset="0"/>
              </a:rPr>
              <a:t>   A, B, C;</a:t>
            </a:r>
          </a:p>
          <a:p>
            <a:pPr marL="706438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100" b="1" kern="0" dirty="0">
                <a:latin typeface="Courier New" pitchFamily="49" charset="0"/>
                <a:cs typeface="Courier New" pitchFamily="49" charset="0"/>
              </a:rPr>
              <a:t>	</a:t>
            </a:r>
            <a:r>
              <a:rPr lang="en-US" altLang="zh-CN" sz="700" b="1" dirty="0">
                <a:ea typeface="MS PGothic" pitchFamily="34" charset="-128"/>
                <a:cs typeface="Arial" pitchFamily="34" charset="0"/>
              </a:rPr>
              <a:t>    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>
                <a:ea typeface="MS PGothic" pitchFamily="34" charset="-128"/>
                <a:cs typeface="Arial" pitchFamily="34" charset="0"/>
              </a:rPr>
              <a:t>       assign     </a:t>
            </a:r>
            <a:r>
              <a:rPr lang="en-US" altLang="zh-CN" sz="1200" dirty="0">
                <a:ea typeface="MS PGothic" pitchFamily="34" charset="-128"/>
                <a:cs typeface="Arial" pitchFamily="34" charset="0"/>
              </a:rPr>
              <a:t>Result = </a:t>
            </a:r>
            <a:r>
              <a:rPr lang="en-US" altLang="zh-CN" sz="1200" kern="0" dirty="0"/>
              <a:t> (A ^ B)  ^ C;</a:t>
            </a:r>
            <a:br>
              <a:rPr lang="pl-PL" altLang="zh-CN" sz="1200" b="1" dirty="0">
                <a:ea typeface="MS PGothic" pitchFamily="34" charset="-128"/>
                <a:cs typeface="Arial" pitchFamily="34" charset="0"/>
              </a:rPr>
            </a:br>
            <a:r>
              <a:rPr lang="en-US" altLang="zh-CN" sz="800" b="1" dirty="0">
                <a:ea typeface="MS PGothic" pitchFamily="34" charset="-128"/>
                <a:cs typeface="Arial" pitchFamily="34" charset="0"/>
              </a:rPr>
              <a:t>     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altLang="zh-CN" sz="1400" b="1" dirty="0" err="1">
                <a:ea typeface="MS PGothic" pitchFamily="34" charset="-128"/>
                <a:cs typeface="Arial" pitchFamily="34" charset="0"/>
              </a:rPr>
              <a:t>endmodule</a:t>
            </a:r>
            <a:endParaRPr lang="en-US" altLang="zh-CN" sz="1400" dirty="0">
              <a:solidFill>
                <a:srgbClr val="003399"/>
              </a:solidFill>
              <a:ea typeface="MS PGothic" pitchFamily="34" charset="-128"/>
              <a:cs typeface="Arial" pitchFamily="34" charset="0"/>
            </a:endParaRP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E8F5A5D1-C02A-4EDF-8198-A0E82BFBA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1963" y="885825"/>
            <a:ext cx="100806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Chap1.2</a:t>
            </a:r>
            <a:endParaRPr lang="zh-CN" altLang="en-US" sz="16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86519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3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7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7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7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7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7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  <p:bldP spid="9" grpId="0"/>
      <p:bldP spid="11" grpId="0" animBg="1"/>
      <p:bldP spid="16" grpId="0" animBg="1"/>
      <p:bldP spid="17" grpId="0" animBg="1"/>
      <p:bldP spid="18" grpId="0"/>
      <p:bldP spid="24" grpId="0"/>
      <p:bldP spid="25" grpId="0"/>
      <p:bldP spid="70" grpId="0"/>
      <p:bldP spid="71" grpId="0" build="p" animBg="1"/>
      <p:bldP spid="72" grpId="0" build="p" animBg="1"/>
      <p:bldP spid="40" grpId="0"/>
      <p:bldP spid="36" grpId="0" build="p" animBg="1"/>
      <p:bldP spid="3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灯片编号占位符 4">
            <a:extLst>
              <a:ext uri="{FF2B5EF4-FFF2-40B4-BE49-F238E27FC236}">
                <a16:creationId xmlns:a16="http://schemas.microsoft.com/office/drawing/2014/main" id="{180A03B0-8118-44BB-8802-1AEDEB951E5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5ADF4D1-9F79-4AD1-B64B-9CA10A1D704F}" type="slidenum">
              <a:rPr lang="zh-CN" altLang="ar-SA" sz="1100" smtClean="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148</a:t>
            </a:fld>
            <a:endParaRPr lang="en-US" altLang="zh-CN" sz="1100" dirty="0">
              <a:solidFill>
                <a:srgbClr val="FFFFFF"/>
              </a:solidFill>
            </a:endParaRPr>
          </a:p>
        </p:txBody>
      </p:sp>
      <p:sp>
        <p:nvSpPr>
          <p:cNvPr id="95235" name="Rectangle 2">
            <a:extLst>
              <a:ext uri="{FF2B5EF4-FFF2-40B4-BE49-F238E27FC236}">
                <a16:creationId xmlns:a16="http://schemas.microsoft.com/office/drawing/2014/main" id="{8EE7E716-27A5-4277-9D2A-1D18F6E7858C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457200" y="214313"/>
            <a:ext cx="6543675" cy="615950"/>
          </a:xfrm>
        </p:spPr>
        <p:txBody>
          <a:bodyPr anchor="t"/>
          <a:lstStyle/>
          <a:p>
            <a:pPr eaLnBrk="1" hangingPunct="1"/>
            <a:r>
              <a:rPr lang="en-US" altLang="zh-CN">
                <a:cs typeface="Arial" panose="020B0604020202020204" pitchFamily="34" charset="0"/>
              </a:rPr>
              <a:t>Octal 2-to-1 </a:t>
            </a:r>
            <a:r>
              <a:rPr lang="en-US" altLang="zh-CN"/>
              <a:t>MUX</a:t>
            </a:r>
          </a:p>
        </p:txBody>
      </p:sp>
      <p:sp>
        <p:nvSpPr>
          <p:cNvPr id="517125" name="AutoShape 5">
            <a:extLst>
              <a:ext uri="{FF2B5EF4-FFF2-40B4-BE49-F238E27FC236}">
                <a16:creationId xmlns:a16="http://schemas.microsoft.com/office/drawing/2014/main" id="{D62888C3-97FE-4D6D-A360-F0E7C99F1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4743450"/>
            <a:ext cx="5500688" cy="436563"/>
          </a:xfrm>
          <a:prstGeom prst="wedgeRoundRectCallout">
            <a:avLst>
              <a:gd name="adj1" fmla="val -28018"/>
              <a:gd name="adj2" fmla="val -329348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r>
              <a:rPr lang="en-US" altLang="zh-CN" b="1" dirty="0"/>
              <a:t>condition </a:t>
            </a:r>
            <a:r>
              <a:rPr lang="zh-CN" altLang="en-US" b="1" dirty="0">
                <a:solidFill>
                  <a:srgbClr val="FF0000"/>
                </a:solidFill>
              </a:rPr>
              <a:t>？</a:t>
            </a:r>
            <a:r>
              <a:rPr lang="en-US" altLang="zh-CN" b="1" dirty="0" err="1"/>
              <a:t>true_expression</a:t>
            </a:r>
            <a:r>
              <a:rPr lang="zh-CN" altLang="en-US" b="1" dirty="0">
                <a:solidFill>
                  <a:srgbClr val="FF0000"/>
                </a:solidFill>
              </a:rPr>
              <a:t>：</a:t>
            </a:r>
            <a:r>
              <a:rPr lang="en-US" altLang="zh-CN" b="1" dirty="0" err="1"/>
              <a:t>false_expression</a:t>
            </a:r>
            <a:endParaRPr lang="en-US" altLang="zh-CN" b="1" dirty="0"/>
          </a:p>
          <a:p>
            <a:pPr>
              <a:defRPr/>
            </a:pPr>
            <a:endParaRPr lang="en-US" sz="20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cs typeface="Arial" charset="0"/>
            </a:endParaRPr>
          </a:p>
        </p:txBody>
      </p:sp>
      <p:sp>
        <p:nvSpPr>
          <p:cNvPr id="57353" name="Rectangle 3">
            <a:extLst>
              <a:ext uri="{FF2B5EF4-FFF2-40B4-BE49-F238E27FC236}">
                <a16:creationId xmlns:a16="http://schemas.microsoft.com/office/drawing/2014/main" id="{AB370302-E786-443B-8447-0D5DBF7DAB0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28625" y="1371600"/>
            <a:ext cx="7715250" cy="2643188"/>
          </a:xfrm>
          <a:ln>
            <a:solidFill>
              <a:schemeClr val="tx1"/>
            </a:solidFill>
          </a:ln>
        </p:spPr>
        <p:txBody>
          <a:bodyPr tIns="137160" rIns="0"/>
          <a:lstStyle/>
          <a:p>
            <a:pPr eaLnBrk="1" hangingPunct="1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24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module</a:t>
            </a:r>
            <a:r>
              <a:rPr lang="en-US" altLang="zh-CN" sz="2400" b="1" dirty="0">
                <a:latin typeface="Courier New" pitchFamily="49" charset="0"/>
                <a:ea typeface="宋体" pitchFamily="2" charset="-122"/>
                <a:cs typeface="Courier New" pitchFamily="49" charset="0"/>
              </a:rPr>
              <a:t> Mux8 (</a:t>
            </a:r>
          </a:p>
          <a:p>
            <a:pPr eaLnBrk="1" hangingPunct="1">
              <a:lnSpc>
                <a:spcPct val="80000"/>
              </a:lnSpc>
              <a:buFont typeface="Wingdings" pitchFamily="2" charset="2"/>
              <a:buNone/>
              <a:defRPr/>
            </a:pPr>
            <a:endParaRPr lang="en-US" altLang="zh-CN" sz="2400" b="1" dirty="0">
              <a:latin typeface="Courier New" pitchFamily="49" charset="0"/>
              <a:ea typeface="宋体" pitchFamily="2" charset="-122"/>
              <a:cs typeface="Courier New" pitchFamily="49" charset="0"/>
            </a:endParaRPr>
          </a:p>
          <a:p>
            <a:pPr eaLnBrk="1" hangingPunct="1">
              <a:lnSpc>
                <a:spcPct val="80000"/>
              </a:lnSpc>
              <a:buFont typeface="Wingdings" pitchFamily="2" charset="2"/>
              <a:buNone/>
              <a:defRPr/>
            </a:pPr>
            <a:endParaRPr lang="en-US" altLang="zh-CN" sz="2400" b="1" dirty="0">
              <a:latin typeface="Courier New" pitchFamily="49" charset="0"/>
              <a:ea typeface="宋体" pitchFamily="2" charset="-122"/>
              <a:cs typeface="Courier New" pitchFamily="49" charset="0"/>
            </a:endParaRPr>
          </a:p>
          <a:p>
            <a:pPr eaLnBrk="1" hangingPunct="1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2400" b="1" dirty="0">
                <a:latin typeface="Courier New" pitchFamily="49" charset="0"/>
                <a:ea typeface="宋体" pitchFamily="2" charset="-122"/>
                <a:cs typeface="Courier New" pitchFamily="49" charset="0"/>
              </a:rPr>
              <a:t>                                       )</a:t>
            </a:r>
            <a:r>
              <a:rPr lang="en-US" altLang="zh-CN" sz="2400" b="1" dirty="0">
                <a:solidFill>
                  <a:srgbClr val="00B050"/>
                </a:solidFill>
                <a:latin typeface="Courier New" pitchFamily="49" charset="0"/>
                <a:ea typeface="宋体" pitchFamily="2" charset="-122"/>
                <a:cs typeface="Courier New" pitchFamily="49" charset="0"/>
              </a:rPr>
              <a:t>;</a:t>
            </a:r>
          </a:p>
          <a:p>
            <a:pPr eaLnBrk="1" hangingPunct="1">
              <a:lnSpc>
                <a:spcPct val="80000"/>
              </a:lnSpc>
              <a:buFont typeface="Wingdings" pitchFamily="2" charset="2"/>
              <a:buNone/>
              <a:defRPr/>
            </a:pPr>
            <a:endParaRPr lang="en-US" altLang="zh-CN" sz="2400" b="1" dirty="0">
              <a:latin typeface="Courier New" pitchFamily="49" charset="0"/>
              <a:ea typeface="宋体" pitchFamily="2" charset="-122"/>
              <a:cs typeface="Courier New" pitchFamily="49" charset="0"/>
            </a:endParaRPr>
          </a:p>
          <a:p>
            <a:pPr eaLnBrk="1" hangingPunct="1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2400" b="1" dirty="0">
                <a:latin typeface="Courier New" pitchFamily="49" charset="0"/>
                <a:ea typeface="宋体" pitchFamily="2" charset="-122"/>
                <a:cs typeface="Courier New" pitchFamily="49" charset="0"/>
              </a:rPr>
              <a:t>	</a:t>
            </a:r>
            <a:endParaRPr lang="en-US" altLang="zh-CN" sz="2400" b="1" dirty="0">
              <a:solidFill>
                <a:srgbClr val="00B050"/>
              </a:solidFill>
              <a:latin typeface="Courier New" pitchFamily="49" charset="0"/>
              <a:ea typeface="宋体" pitchFamily="2" charset="-122"/>
              <a:cs typeface="Courier New" pitchFamily="49" charset="0"/>
            </a:endParaRPr>
          </a:p>
          <a:p>
            <a:pPr eaLnBrk="1" hangingPunct="1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2400" b="1" dirty="0" err="1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endmodule</a:t>
            </a:r>
            <a:endParaRPr lang="en-US" altLang="zh-CN" sz="2400" b="1" dirty="0">
              <a:solidFill>
                <a:schemeClr val="accent2">
                  <a:lumMod val="75000"/>
                </a:schemeClr>
              </a:solidFill>
              <a:latin typeface="Arial" charset="0"/>
              <a:ea typeface="宋体" pitchFamily="2" charset="-122"/>
            </a:endParaRPr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5F508597-8C08-4A7E-80D5-2C011236F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8938" y="1443038"/>
            <a:ext cx="5143500" cy="150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altLang="zh-CN" sz="2400" b="1">
                <a:solidFill>
                  <a:srgbClr val="00B050"/>
                </a:solidFill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output</a:t>
            </a:r>
            <a:r>
              <a:rPr lang="en-US" altLang="zh-CN" sz="2400" b="1"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[7:0] bus1,</a:t>
            </a:r>
            <a:endParaRPr lang="zh-CN" altLang="en-US" sz="2400">
              <a:latin typeface="Arial" panose="020B0604020202020204" pitchFamily="34" charset="0"/>
              <a:ea typeface="宋体" panose="02010600030101010101" pitchFamily="2" charset="-122"/>
              <a:cs typeface="Courier New" panose="02070309020205020404" pitchFamily="49" charset="0"/>
            </a:endParaRPr>
          </a:p>
          <a:p>
            <a:pPr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None/>
            </a:pPr>
            <a:r>
              <a:rPr lang="en-US" altLang="zh-CN" sz="2400" b="1">
                <a:solidFill>
                  <a:srgbClr val="00B050"/>
                </a:solidFill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input</a:t>
            </a:r>
            <a:r>
              <a:rPr lang="en-US" altLang="zh-CN" sz="2400" b="1"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 sel, </a:t>
            </a:r>
          </a:p>
          <a:p>
            <a:pPr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None/>
            </a:pPr>
            <a:r>
              <a:rPr lang="en-US" altLang="zh-CN" sz="2400" b="1">
                <a:solidFill>
                  <a:srgbClr val="00B050"/>
                </a:solidFill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input</a:t>
            </a:r>
            <a:r>
              <a:rPr lang="en-US" altLang="zh-CN" sz="2400" b="1"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 [7:0] data1, data0 </a:t>
            </a:r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FB9FC0F8-4972-4EA8-A311-03EFAACE7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3124200"/>
            <a:ext cx="69294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400" b="1" dirty="0">
                <a:solidFill>
                  <a:srgbClr val="FF0000"/>
                </a:solidFill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assign</a:t>
            </a:r>
            <a:r>
              <a:rPr lang="en-US" altLang="zh-CN" sz="2400" b="1" dirty="0">
                <a:solidFill>
                  <a:srgbClr val="00B050"/>
                </a:solidFill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                           ;</a:t>
            </a:r>
            <a:endParaRPr lang="zh-CN" altLang="en-US" sz="2400" dirty="0">
              <a:latin typeface="Arial" panose="020B0604020202020204" pitchFamily="34" charset="0"/>
              <a:ea typeface="宋体" panose="02010600030101010101" pitchFamily="2" charset="-122"/>
              <a:cs typeface="Courier New" panose="02070309020205020404" pitchFamily="49" charset="0"/>
            </a:endParaRP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FA686726-5CCC-4697-85AC-00D4E4BEE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100" y="3157538"/>
            <a:ext cx="4978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400" b="1">
                <a:latin typeface="Courier New" panose="02070309020205020404" pitchFamily="49" charset="0"/>
                <a:ea typeface="宋体" panose="02010600030101010101" pitchFamily="2" charset="-122"/>
                <a:cs typeface="Courier New" panose="02070309020205020404" pitchFamily="49" charset="0"/>
              </a:rPr>
              <a:t>bus1 = sel ? data1 : data0</a:t>
            </a:r>
            <a:endParaRPr lang="zh-CN" altLang="en-US" sz="2400">
              <a:latin typeface="Arial" panose="020B0604020202020204" pitchFamily="34" charset="0"/>
              <a:ea typeface="宋体" panose="02010600030101010101" pitchFamily="2" charset="-122"/>
              <a:cs typeface="Courier New" panose="02070309020205020404" pitchFamily="49" charset="0"/>
            </a:endParaRPr>
          </a:p>
        </p:txBody>
      </p:sp>
      <p:sp>
        <p:nvSpPr>
          <p:cNvPr id="95241" name="日期占位符 2">
            <a:extLst>
              <a:ext uri="{FF2B5EF4-FFF2-40B4-BE49-F238E27FC236}">
                <a16:creationId xmlns:a16="http://schemas.microsoft.com/office/drawing/2014/main" id="{BEAF941F-CFD5-407C-B365-E0A4A60E418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4CFF673B-C477-41CB-AB7B-9055C5AF486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grpSp>
        <p:nvGrpSpPr>
          <p:cNvPr id="2" name="组合 42">
            <a:extLst>
              <a:ext uri="{FF2B5EF4-FFF2-40B4-BE49-F238E27FC236}">
                <a16:creationId xmlns:a16="http://schemas.microsoft.com/office/drawing/2014/main" id="{BB574D98-3DE1-4FD8-B104-D0B6B861F656}"/>
              </a:ext>
            </a:extLst>
          </p:cNvPr>
          <p:cNvGrpSpPr>
            <a:grpSpLocks/>
          </p:cNvGrpSpPr>
          <p:nvPr/>
        </p:nvGrpSpPr>
        <p:grpSpPr bwMode="auto">
          <a:xfrm>
            <a:off x="250825" y="4349750"/>
            <a:ext cx="2679700" cy="1284288"/>
            <a:chOff x="785786" y="4764297"/>
            <a:chExt cx="2678864" cy="1284141"/>
          </a:xfrm>
        </p:grpSpPr>
        <p:grpSp>
          <p:nvGrpSpPr>
            <p:cNvPr id="95245" name="组合 49">
              <a:extLst>
                <a:ext uri="{FF2B5EF4-FFF2-40B4-BE49-F238E27FC236}">
                  <a16:creationId xmlns:a16="http://schemas.microsoft.com/office/drawing/2014/main" id="{2CFBA242-EEF3-4866-AB65-E2F0DAD90C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5786" y="4889694"/>
              <a:ext cx="2678864" cy="1158744"/>
              <a:chOff x="969963" y="2484515"/>
              <a:chExt cx="2069504" cy="1075678"/>
            </a:xfrm>
          </p:grpSpPr>
          <p:sp>
            <p:nvSpPr>
              <p:cNvPr id="24" name="梯形 23">
                <a:extLst>
                  <a:ext uri="{FF2B5EF4-FFF2-40B4-BE49-F238E27FC236}">
                    <a16:creationId xmlns:a16="http://schemas.microsoft.com/office/drawing/2014/main" id="{2361F1C9-F125-4EBC-8FA8-6D40F9B9EE11}"/>
                  </a:ext>
                </a:extLst>
              </p:cNvPr>
              <p:cNvSpPr/>
              <p:nvPr/>
            </p:nvSpPr>
            <p:spPr>
              <a:xfrm rot="5400000">
                <a:off x="1668345" y="2687252"/>
                <a:ext cx="720555" cy="315084"/>
              </a:xfrm>
              <a:prstGeom prst="trapezoid">
                <a:avLst/>
              </a:pr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cxnSp>
            <p:nvCxnSpPr>
              <p:cNvPr id="25" name="直接连接符 24">
                <a:extLst>
                  <a:ext uri="{FF2B5EF4-FFF2-40B4-BE49-F238E27FC236}">
                    <a16:creationId xmlns:a16="http://schemas.microsoft.com/office/drawing/2014/main" id="{E471AD79-79AD-47D7-A9CF-244BBA58BB83}"/>
                  </a:ext>
                </a:extLst>
              </p:cNvPr>
              <p:cNvCxnSpPr/>
              <p:nvPr/>
            </p:nvCxnSpPr>
            <p:spPr>
              <a:xfrm>
                <a:off x="2186164" y="2844058"/>
                <a:ext cx="361673" cy="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>
                <a:extLst>
                  <a:ext uri="{FF2B5EF4-FFF2-40B4-BE49-F238E27FC236}">
                    <a16:creationId xmlns:a16="http://schemas.microsoft.com/office/drawing/2014/main" id="{54D72765-7122-4B81-AE84-1CE8424486D7}"/>
                  </a:ext>
                </a:extLst>
              </p:cNvPr>
              <p:cNvCxnSpPr/>
              <p:nvPr/>
            </p:nvCxnSpPr>
            <p:spPr>
              <a:xfrm>
                <a:off x="1510634" y="2664287"/>
                <a:ext cx="360447" cy="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接连接符 26">
                <a:extLst>
                  <a:ext uri="{FF2B5EF4-FFF2-40B4-BE49-F238E27FC236}">
                    <a16:creationId xmlns:a16="http://schemas.microsoft.com/office/drawing/2014/main" id="{93637B34-DD01-4541-A3C8-09787E3E721F}"/>
                  </a:ext>
                </a:extLst>
              </p:cNvPr>
              <p:cNvCxnSpPr/>
              <p:nvPr/>
            </p:nvCxnSpPr>
            <p:spPr>
              <a:xfrm>
                <a:off x="1510634" y="3069507"/>
                <a:ext cx="360447" cy="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256" name="TextBox 17">
                <a:extLst>
                  <a:ext uri="{FF2B5EF4-FFF2-40B4-BE49-F238E27FC236}">
                    <a16:creationId xmlns:a16="http://schemas.microsoft.com/office/drawing/2014/main" id="{39B679F4-FC25-41B0-B27C-12DA4BE4DB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6695" y="2618910"/>
                <a:ext cx="180020" cy="22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 eaLnBrk="1" hangingPunct="1">
                  <a:lnSpc>
                    <a:spcPts val="1000"/>
                  </a:lnSpc>
                  <a:spcBef>
                    <a:spcPct val="0"/>
                  </a:spcBef>
                  <a:buFontTx/>
                  <a:buNone/>
                </a:pPr>
                <a:r>
                  <a:rPr lang="en-US" altLang="zh-CN" sz="1400" b="1">
                    <a:latin typeface="Arial" panose="020B0604020202020204" pitchFamily="34" charset="0"/>
                    <a:ea typeface="宋体" panose="02010600030101010101" pitchFamily="2" charset="-122"/>
                  </a:rPr>
                  <a:t>0</a:t>
                </a:r>
                <a:endParaRPr lang="zh-CN" altLang="en-US" sz="1400" b="1">
                  <a:latin typeface="Arial" panose="020B0604020202020204" pitchFamily="34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5257" name="TextBox 18">
                <a:extLst>
                  <a:ext uri="{FF2B5EF4-FFF2-40B4-BE49-F238E27FC236}">
                    <a16:creationId xmlns:a16="http://schemas.microsoft.com/office/drawing/2014/main" id="{50066F0C-9B2E-4FF0-9C10-750EA413F4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6695" y="2962883"/>
                <a:ext cx="180020" cy="2293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 eaLnBrk="1" hangingPunct="1">
                  <a:lnSpc>
                    <a:spcPts val="1000"/>
                  </a:lnSpc>
                  <a:spcBef>
                    <a:spcPct val="0"/>
                  </a:spcBef>
                  <a:buFontTx/>
                  <a:buNone/>
                </a:pPr>
                <a:r>
                  <a:rPr lang="en-US" altLang="zh-CN" sz="1400" b="1">
                    <a:latin typeface="Arial" panose="020B0604020202020204" pitchFamily="34" charset="0"/>
                    <a:ea typeface="宋体" panose="02010600030101010101" pitchFamily="2" charset="-122"/>
                  </a:rPr>
                  <a:t>1</a:t>
                </a:r>
                <a:endParaRPr lang="zh-CN" altLang="en-US" sz="1400" b="1">
                  <a:latin typeface="Arial" panose="020B0604020202020204" pitchFamily="34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5258" name="TextBox 19">
                <a:extLst>
                  <a:ext uri="{FF2B5EF4-FFF2-40B4-BE49-F238E27FC236}">
                    <a16:creationId xmlns:a16="http://schemas.microsoft.com/office/drawing/2014/main" id="{DC025948-60BD-4424-B79D-98E9C55449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27773" y="2720138"/>
                <a:ext cx="511694" cy="3142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zh-CN" sz="1600" b="1">
                    <a:solidFill>
                      <a:srgbClr val="0070C0"/>
                    </a:solidFill>
                    <a:latin typeface="Arial" panose="020B0604020202020204" pitchFamily="34" charset="0"/>
                    <a:ea typeface="宋体" panose="02010600030101010101" pitchFamily="2" charset="-122"/>
                  </a:rPr>
                  <a:t>bus1</a:t>
                </a:r>
                <a:endParaRPr lang="zh-CN" altLang="en-US" sz="1600" b="1">
                  <a:solidFill>
                    <a:srgbClr val="0070C0"/>
                  </a:solidFill>
                  <a:latin typeface="Arial" panose="020B0604020202020204" pitchFamily="34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5259" name="TextBox 20">
                <a:extLst>
                  <a:ext uri="{FF2B5EF4-FFF2-40B4-BE49-F238E27FC236}">
                    <a16:creationId xmlns:a16="http://schemas.microsoft.com/office/drawing/2014/main" id="{E67B0334-2E60-4BAC-8A8E-868DCDE859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69963" y="2870071"/>
                <a:ext cx="551880" cy="3142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zh-CN" sz="1600" b="1">
                    <a:solidFill>
                      <a:srgbClr val="0070C0"/>
                    </a:solidFill>
                    <a:latin typeface="Arial" panose="020B0604020202020204" pitchFamily="34" charset="0"/>
                    <a:ea typeface="宋体" panose="02010600030101010101" pitchFamily="2" charset="-122"/>
                  </a:rPr>
                  <a:t>data</a:t>
                </a:r>
                <a:r>
                  <a:rPr lang="en-US" altLang="zh-CN" sz="1600" b="1" baseline="-25000">
                    <a:solidFill>
                      <a:srgbClr val="0070C0"/>
                    </a:solidFill>
                    <a:latin typeface="Arial" panose="020B0604020202020204" pitchFamily="34" charset="0"/>
                    <a:ea typeface="宋体" panose="02010600030101010101" pitchFamily="2" charset="-122"/>
                  </a:rPr>
                  <a:t>1</a:t>
                </a:r>
                <a:endParaRPr lang="zh-CN" altLang="en-US" sz="1600" b="1" baseline="-25000">
                  <a:solidFill>
                    <a:srgbClr val="0070C0"/>
                  </a:solidFill>
                  <a:latin typeface="Arial" panose="020B0604020202020204" pitchFamily="34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5260" name="TextBox 21">
                <a:extLst>
                  <a:ext uri="{FF2B5EF4-FFF2-40B4-BE49-F238E27FC236}">
                    <a16:creationId xmlns:a16="http://schemas.microsoft.com/office/drawing/2014/main" id="{2ECCBBFA-2E9F-42EF-BA5D-DFCBF9DFC0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69963" y="2500740"/>
                <a:ext cx="526554" cy="3142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zh-CN" sz="1600" b="1">
                    <a:solidFill>
                      <a:srgbClr val="0070C0"/>
                    </a:solidFill>
                    <a:latin typeface="Arial" panose="020B0604020202020204" pitchFamily="34" charset="0"/>
                    <a:ea typeface="宋体" panose="02010600030101010101" pitchFamily="2" charset="-122"/>
                  </a:rPr>
                  <a:t>data</a:t>
                </a:r>
                <a:r>
                  <a:rPr lang="en-US" altLang="zh-CN" sz="1600" b="1" baseline="-25000">
                    <a:solidFill>
                      <a:srgbClr val="0070C0"/>
                    </a:solidFill>
                    <a:latin typeface="Arial" panose="020B0604020202020204" pitchFamily="34" charset="0"/>
                    <a:ea typeface="宋体" panose="02010600030101010101" pitchFamily="2" charset="-122"/>
                  </a:rPr>
                  <a:t>0</a:t>
                </a:r>
                <a:endParaRPr lang="zh-CN" altLang="en-US" sz="1600" b="1" baseline="-25000">
                  <a:solidFill>
                    <a:srgbClr val="0070C0"/>
                  </a:solidFill>
                  <a:latin typeface="Arial" panose="020B0604020202020204" pitchFamily="34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95261" name="TextBox 22">
                <a:extLst>
                  <a:ext uri="{FF2B5EF4-FFF2-40B4-BE49-F238E27FC236}">
                    <a16:creationId xmlns:a16="http://schemas.microsoft.com/office/drawing/2014/main" id="{C14EDD14-C8F2-4405-82A8-82904839C2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8363" y="3274479"/>
                <a:ext cx="334607" cy="2857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zh-CN" sz="1400" b="1">
                    <a:latin typeface="Arial" panose="020B0604020202020204" pitchFamily="34" charset="0"/>
                    <a:ea typeface="宋体" panose="02010600030101010101" pitchFamily="2" charset="-122"/>
                  </a:rPr>
                  <a:t>sel</a:t>
                </a:r>
                <a:endParaRPr lang="zh-CN" altLang="en-US" sz="1400" b="1">
                  <a:latin typeface="Arial" panose="020B0604020202020204" pitchFamily="34" charset="0"/>
                  <a:ea typeface="宋体" panose="02010600030101010101" pitchFamily="2" charset="-122"/>
                </a:endParaRPr>
              </a:p>
            </p:txBody>
          </p:sp>
          <p:cxnSp>
            <p:nvCxnSpPr>
              <p:cNvPr id="34" name="直接连接符 33">
                <a:extLst>
                  <a:ext uri="{FF2B5EF4-FFF2-40B4-BE49-F238E27FC236}">
                    <a16:creationId xmlns:a16="http://schemas.microsoft.com/office/drawing/2014/main" id="{E891A18F-E89A-41CE-862E-888EC8A4B78C}"/>
                  </a:ext>
                </a:extLst>
              </p:cNvPr>
              <p:cNvCxnSpPr>
                <a:stCxn id="24" idx="3"/>
              </p:cNvCxnSpPr>
              <p:nvPr/>
            </p:nvCxnSpPr>
            <p:spPr>
              <a:xfrm flipH="1">
                <a:off x="2018201" y="3163813"/>
                <a:ext cx="11034" cy="36543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7" name="直接连接符 36">
              <a:extLst>
                <a:ext uri="{FF2B5EF4-FFF2-40B4-BE49-F238E27FC236}">
                  <a16:creationId xmlns:a16="http://schemas.microsoft.com/office/drawing/2014/main" id="{B7886E78-8386-4514-861B-1AF1D341A88E}"/>
                </a:ext>
              </a:extLst>
            </p:cNvPr>
            <p:cNvCxnSpPr/>
            <p:nvPr/>
          </p:nvCxnSpPr>
          <p:spPr>
            <a:xfrm rot="5400000">
              <a:off x="1607047" y="5036530"/>
              <a:ext cx="142859" cy="71416"/>
            </a:xfrm>
            <a:prstGeom prst="line">
              <a:avLst/>
            </a:prstGeom>
            <a:ln w="19050">
              <a:solidFill>
                <a:schemeClr val="tx1">
                  <a:alpha val="97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247" name="TextBox 37">
              <a:extLst>
                <a:ext uri="{FF2B5EF4-FFF2-40B4-BE49-F238E27FC236}">
                  <a16:creationId xmlns:a16="http://schemas.microsoft.com/office/drawing/2014/main" id="{02725DE5-C84B-4BD7-941E-2BAA4D01A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4742" y="4764297"/>
              <a:ext cx="28405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</a:rPr>
                <a:t>8</a:t>
              </a:r>
              <a:endParaRPr lang="zh-CN" altLang="en-US" sz="14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cxnSp>
          <p:nvCxnSpPr>
            <p:cNvPr id="39" name="直接连接符 38">
              <a:extLst>
                <a:ext uri="{FF2B5EF4-FFF2-40B4-BE49-F238E27FC236}">
                  <a16:creationId xmlns:a16="http://schemas.microsoft.com/office/drawing/2014/main" id="{316E5725-9119-4134-92C3-1B5C6D864D94}"/>
                </a:ext>
              </a:extLst>
            </p:cNvPr>
            <p:cNvCxnSpPr/>
            <p:nvPr/>
          </p:nvCxnSpPr>
          <p:spPr>
            <a:xfrm rot="5400000">
              <a:off x="1607047" y="5487328"/>
              <a:ext cx="142859" cy="71416"/>
            </a:xfrm>
            <a:prstGeom prst="line">
              <a:avLst/>
            </a:prstGeom>
            <a:ln w="19050">
              <a:solidFill>
                <a:schemeClr val="tx1">
                  <a:alpha val="97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249" name="TextBox 39">
              <a:extLst>
                <a:ext uri="{FF2B5EF4-FFF2-40B4-BE49-F238E27FC236}">
                  <a16:creationId xmlns:a16="http://schemas.microsoft.com/office/drawing/2014/main" id="{72A2A427-01AF-4AE3-BF57-8ED54AAFBA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4742" y="5214950"/>
              <a:ext cx="28405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</a:rPr>
                <a:t>8</a:t>
              </a:r>
              <a:endParaRPr lang="zh-CN" altLang="en-US" sz="14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cxnSp>
          <p:nvCxnSpPr>
            <p:cNvPr id="41" name="直接连接符 40">
              <a:extLst>
                <a:ext uri="{FF2B5EF4-FFF2-40B4-BE49-F238E27FC236}">
                  <a16:creationId xmlns:a16="http://schemas.microsoft.com/office/drawing/2014/main" id="{69A7FA14-EE1F-4B8F-942D-E73712A9B3D6}"/>
                </a:ext>
              </a:extLst>
            </p:cNvPr>
            <p:cNvCxnSpPr/>
            <p:nvPr/>
          </p:nvCxnSpPr>
          <p:spPr>
            <a:xfrm rot="5400000">
              <a:off x="2537031" y="5250817"/>
              <a:ext cx="142859" cy="71416"/>
            </a:xfrm>
            <a:prstGeom prst="line">
              <a:avLst/>
            </a:prstGeom>
            <a:ln w="19050">
              <a:solidFill>
                <a:schemeClr val="tx1">
                  <a:alpha val="97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251" name="TextBox 41">
              <a:extLst>
                <a:ext uri="{FF2B5EF4-FFF2-40B4-BE49-F238E27FC236}">
                  <a16:creationId xmlns:a16="http://schemas.microsoft.com/office/drawing/2014/main" id="{B1EFBDF7-859F-44C1-BF39-8BF5CD4E6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3436" y="4978611"/>
              <a:ext cx="28405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</a:rPr>
                <a:t>8</a:t>
              </a:r>
              <a:endParaRPr lang="zh-CN" altLang="en-US" sz="14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31" name="圆角矩形 30">
            <a:extLst>
              <a:ext uri="{FF2B5EF4-FFF2-40B4-BE49-F238E27FC236}">
                <a16:creationId xmlns:a16="http://schemas.microsoft.com/office/drawing/2014/main" id="{6B53BE4D-6D3B-421B-8B09-83C518FB2940}"/>
              </a:ext>
            </a:extLst>
          </p:cNvPr>
          <p:cNvSpPr/>
          <p:nvPr/>
        </p:nvSpPr>
        <p:spPr>
          <a:xfrm>
            <a:off x="4500563" y="3159125"/>
            <a:ext cx="287337" cy="431800"/>
          </a:xfrm>
          <a:prstGeom prst="roundRect">
            <a:avLst/>
          </a:prstGeom>
          <a:solidFill>
            <a:srgbClr val="FFFF00">
              <a:alpha val="4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2" name="圆角矩形 31">
            <a:extLst>
              <a:ext uri="{FF2B5EF4-FFF2-40B4-BE49-F238E27FC236}">
                <a16:creationId xmlns:a16="http://schemas.microsoft.com/office/drawing/2014/main" id="{0A47A7FD-792F-4C73-892E-3B746AB7DD9C}"/>
              </a:ext>
            </a:extLst>
          </p:cNvPr>
          <p:cNvSpPr/>
          <p:nvPr/>
        </p:nvSpPr>
        <p:spPr>
          <a:xfrm>
            <a:off x="5940425" y="3159125"/>
            <a:ext cx="287338" cy="431800"/>
          </a:xfrm>
          <a:prstGeom prst="roundRect">
            <a:avLst/>
          </a:prstGeom>
          <a:solidFill>
            <a:srgbClr val="FFFF00">
              <a:alpha val="4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39388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353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73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73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735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5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735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517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7125" grpId="0" animBg="1"/>
      <p:bldP spid="57353" grpId="0" build="p" animBg="1"/>
      <p:bldP spid="18" grpId="0"/>
      <p:bldP spid="19" grpId="0"/>
      <p:bldP spid="20" grpId="0"/>
      <p:bldP spid="31" grpId="0" animBg="1"/>
      <p:bldP spid="32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标题 1">
            <a:extLst>
              <a:ext uri="{FF2B5EF4-FFF2-40B4-BE49-F238E27FC236}">
                <a16:creationId xmlns:a16="http://schemas.microsoft.com/office/drawing/2014/main" id="{2D338CEC-0D04-4B37-B792-3E3E411F03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3238" y="188913"/>
            <a:ext cx="6543675" cy="615950"/>
          </a:xfrm>
        </p:spPr>
        <p:txBody>
          <a:bodyPr/>
          <a:lstStyle/>
          <a:p>
            <a:r>
              <a:rPr lang="en-US" altLang="zh-CN"/>
              <a:t>3-to-1 MUX</a:t>
            </a:r>
            <a:endParaRPr lang="zh-CN" altLang="en-US"/>
          </a:p>
        </p:txBody>
      </p:sp>
      <p:sp>
        <p:nvSpPr>
          <p:cNvPr id="96259" name="日期占位符 2">
            <a:extLst>
              <a:ext uri="{FF2B5EF4-FFF2-40B4-BE49-F238E27FC236}">
                <a16:creationId xmlns:a16="http://schemas.microsoft.com/office/drawing/2014/main" id="{6D1C8651-E976-4C76-AE1B-FDFE4153F30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7185DCFF-1C2F-4C89-8F76-8B999707F241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96260" name="灯片编号占位符 3">
            <a:extLst>
              <a:ext uri="{FF2B5EF4-FFF2-40B4-BE49-F238E27FC236}">
                <a16:creationId xmlns:a16="http://schemas.microsoft.com/office/drawing/2014/main" id="{9B0D87CB-4493-4E56-97ED-16FB76E84AD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710C2E9-F980-470D-98F0-6C9B29035894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149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  <p:sp>
        <p:nvSpPr>
          <p:cNvPr id="106" name="爆炸形 2 105">
            <a:extLst>
              <a:ext uri="{FF2B5EF4-FFF2-40B4-BE49-F238E27FC236}">
                <a16:creationId xmlns:a16="http://schemas.microsoft.com/office/drawing/2014/main" id="{A38C5DAD-3CF7-47B4-8A84-530835066865}"/>
              </a:ext>
            </a:extLst>
          </p:cNvPr>
          <p:cNvSpPr/>
          <p:nvPr/>
        </p:nvSpPr>
        <p:spPr>
          <a:xfrm>
            <a:off x="3059113" y="4724400"/>
            <a:ext cx="2089150" cy="1368425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b="1" dirty="0">
                <a:solidFill>
                  <a:srgbClr val="FF0000"/>
                </a:solidFill>
              </a:rPr>
              <a:t>HARDWARE!</a:t>
            </a:r>
            <a:endParaRPr lang="zh-CN" altLang="en-US" b="1" dirty="0">
              <a:solidFill>
                <a:srgbClr val="FF0000"/>
              </a:solidFill>
            </a:endParaRP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C92E2138-E257-4D9A-B2FA-D5A094FC8A81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4891088"/>
            <a:ext cx="1960562" cy="1274762"/>
            <a:chOff x="2361" y="3235"/>
            <a:chExt cx="1267" cy="1069"/>
          </a:xfrm>
        </p:grpSpPr>
        <p:sp>
          <p:nvSpPr>
            <p:cNvPr id="96309" name="AutoShape 7">
              <a:extLst>
                <a:ext uri="{FF2B5EF4-FFF2-40B4-BE49-F238E27FC236}">
                  <a16:creationId xmlns:a16="http://schemas.microsoft.com/office/drawing/2014/main" id="{466EE89C-74AE-4D57-80B9-58054D2020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 flipV="1">
              <a:off x="2791" y="3530"/>
              <a:ext cx="674" cy="27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87 w 21600"/>
                <a:gd name="T13" fmla="*/ 4461 h 21600"/>
                <a:gd name="T14" fmla="*/ 17113 w 21600"/>
                <a:gd name="T15" fmla="*/ 17139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391" y="21600"/>
                  </a:lnTo>
                  <a:lnTo>
                    <a:pt x="16209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10" name="Line 8">
              <a:extLst>
                <a:ext uri="{FF2B5EF4-FFF2-40B4-BE49-F238E27FC236}">
                  <a16:creationId xmlns:a16="http://schemas.microsoft.com/office/drawing/2014/main" id="{FE4FF0AD-54D5-47B9-8625-F74570F72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7" y="3413"/>
              <a:ext cx="3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11" name="Line 10">
              <a:extLst>
                <a:ext uri="{FF2B5EF4-FFF2-40B4-BE49-F238E27FC236}">
                  <a16:creationId xmlns:a16="http://schemas.microsoft.com/office/drawing/2014/main" id="{A9D3F479-2343-4E88-A65D-4BCA9DBBAC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84" y="3650"/>
              <a:ext cx="3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12" name="Line 11">
              <a:extLst>
                <a:ext uri="{FF2B5EF4-FFF2-40B4-BE49-F238E27FC236}">
                  <a16:creationId xmlns:a16="http://schemas.microsoft.com/office/drawing/2014/main" id="{0D30081F-5863-41C3-B138-AFDA90F1FE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9" y="3919"/>
              <a:ext cx="0" cy="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13" name="Line 12">
              <a:extLst>
                <a:ext uri="{FF2B5EF4-FFF2-40B4-BE49-F238E27FC236}">
                  <a16:creationId xmlns:a16="http://schemas.microsoft.com/office/drawing/2014/main" id="{03395D37-D152-4091-8F8B-9122AFEA63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7" y="4067"/>
              <a:ext cx="45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14" name="Rectangle 13">
              <a:extLst>
                <a:ext uri="{FF2B5EF4-FFF2-40B4-BE49-F238E27FC236}">
                  <a16:creationId xmlns:a16="http://schemas.microsoft.com/office/drawing/2014/main" id="{6C1DFA2A-A377-47C7-8F27-5B73CB925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235"/>
              <a:ext cx="165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4612" tIns="38100" rIns="74612" bIns="38100">
              <a:spAutoFit/>
            </a:bodyPr>
            <a:lstStyle>
              <a:lvl1pPr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573088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>
                  <a:latin typeface="Arial" panose="020B0604020202020204" pitchFamily="34" charset="0"/>
                  <a:ea typeface="宋体" panose="02010600030101010101" pitchFamily="2" charset="-122"/>
                </a:rPr>
                <a:t>a</a:t>
              </a:r>
            </a:p>
          </p:txBody>
        </p:sp>
        <p:sp>
          <p:nvSpPr>
            <p:cNvPr id="96315" name="Rectangle 15">
              <a:extLst>
                <a:ext uri="{FF2B5EF4-FFF2-40B4-BE49-F238E27FC236}">
                  <a16:creationId xmlns:a16="http://schemas.microsoft.com/office/drawing/2014/main" id="{9EDE4223-70F4-4BC6-AFA2-C221F3535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3976"/>
              <a:ext cx="27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4612" tIns="38100" rIns="74612" bIns="38100">
              <a:spAutoFit/>
            </a:bodyPr>
            <a:lstStyle>
              <a:lvl1pPr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573088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>
                  <a:latin typeface="Arial" panose="020B0604020202020204" pitchFamily="34" charset="0"/>
                  <a:ea typeface="宋体" panose="02010600030101010101" pitchFamily="2" charset="-122"/>
                </a:rPr>
                <a:t>sel</a:t>
              </a:r>
            </a:p>
          </p:txBody>
        </p:sp>
        <p:sp>
          <p:nvSpPr>
            <p:cNvPr id="96316" name="Line 16">
              <a:extLst>
                <a:ext uri="{FF2B5EF4-FFF2-40B4-BE49-F238E27FC236}">
                  <a16:creationId xmlns:a16="http://schemas.microsoft.com/office/drawing/2014/main" id="{822D16EA-1482-4199-9059-DE32E1B5C6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22" y="3995"/>
              <a:ext cx="82" cy="13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17" name="Rectangle 17">
              <a:extLst>
                <a:ext uri="{FF2B5EF4-FFF2-40B4-BE49-F238E27FC236}">
                  <a16:creationId xmlns:a16="http://schemas.microsoft.com/office/drawing/2014/main" id="{E1242DE4-3B97-4F56-9F43-1F2003813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4085"/>
              <a:ext cx="242" cy="2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46050" tIns="74612" rIns="146050" bIns="74612">
              <a:spAutoFit/>
            </a:bodyPr>
            <a:lstStyle>
              <a:lvl1pPr defTabSz="228917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8917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8917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8917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8917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8917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8917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8917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8917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latin typeface="Arial" panose="020B0604020202020204" pitchFamily="34" charset="0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96318" name="Line 18">
              <a:extLst>
                <a:ext uri="{FF2B5EF4-FFF2-40B4-BE49-F238E27FC236}">
                  <a16:creationId xmlns:a16="http://schemas.microsoft.com/office/drawing/2014/main" id="{6AF07C4A-5C0A-4260-B34F-66D615C744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7" y="3573"/>
              <a:ext cx="3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19" name="Line 19">
              <a:extLst>
                <a:ext uri="{FF2B5EF4-FFF2-40B4-BE49-F238E27FC236}">
                  <a16:creationId xmlns:a16="http://schemas.microsoft.com/office/drawing/2014/main" id="{84945BE3-9990-46AC-A46A-3B2CDD440C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7" y="3734"/>
              <a:ext cx="3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320" name="Rectangle 20">
              <a:extLst>
                <a:ext uri="{FF2B5EF4-FFF2-40B4-BE49-F238E27FC236}">
                  <a16:creationId xmlns:a16="http://schemas.microsoft.com/office/drawing/2014/main" id="{FD5E68F2-4F05-4FAA-8FB7-D106D620A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3428"/>
              <a:ext cx="172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4612" tIns="38100" rIns="74612" bIns="38100">
              <a:spAutoFit/>
            </a:bodyPr>
            <a:lstStyle>
              <a:lvl1pPr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573088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>
                  <a:latin typeface="Arial" panose="020B0604020202020204" pitchFamily="34" charset="0"/>
                  <a:ea typeface="宋体" panose="02010600030101010101" pitchFamily="2" charset="-122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>
                  <a:latin typeface="Arial" panose="020B0604020202020204" pitchFamily="34" charset="0"/>
                  <a:ea typeface="宋体" panose="02010600030101010101" pitchFamily="2" charset="-122"/>
                </a:rPr>
                <a:t>c</a:t>
              </a:r>
            </a:p>
          </p:txBody>
        </p:sp>
        <p:sp>
          <p:nvSpPr>
            <p:cNvPr id="96321" name="Rectangle 21">
              <a:extLst>
                <a:ext uri="{FF2B5EF4-FFF2-40B4-BE49-F238E27FC236}">
                  <a16:creationId xmlns:a16="http://schemas.microsoft.com/office/drawing/2014/main" id="{983BF62B-7697-4171-B0EB-76603D605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3400"/>
              <a:ext cx="17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74612" tIns="38100" rIns="74612" bIns="38100">
              <a:spAutoFit/>
            </a:bodyPr>
            <a:lstStyle>
              <a:lvl1pPr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573088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573088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573088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5730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>
                  <a:latin typeface="Arial" panose="020B0604020202020204" pitchFamily="34" charset="0"/>
                  <a:ea typeface="宋体" panose="02010600030101010101" pitchFamily="2" charset="-122"/>
                </a:rPr>
                <a:t>q</a:t>
              </a:r>
            </a:p>
          </p:txBody>
        </p:sp>
      </p:grpSp>
      <p:sp>
        <p:nvSpPr>
          <p:cNvPr id="48" name="矩形 47">
            <a:extLst>
              <a:ext uri="{FF2B5EF4-FFF2-40B4-BE49-F238E27FC236}">
                <a16:creationId xmlns:a16="http://schemas.microsoft.com/office/drawing/2014/main" id="{714CA81C-2101-4AE2-8817-B10FA84851CC}"/>
              </a:ext>
            </a:extLst>
          </p:cNvPr>
          <p:cNvSpPr/>
          <p:nvPr/>
        </p:nvSpPr>
        <p:spPr>
          <a:xfrm>
            <a:off x="357188" y="1000125"/>
            <a:ext cx="3929062" cy="390842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</a:rPr>
              <a:t>module</a:t>
            </a:r>
            <a:r>
              <a:rPr lang="en-US" altLang="zh-CN" sz="1600" b="1" dirty="0">
                <a:latin typeface="Arial" charset="0"/>
              </a:rPr>
              <a:t> Mux31a</a:t>
            </a:r>
            <a:r>
              <a:rPr lang="zh-CN" altLang="en-US" sz="1600" b="1" dirty="0">
                <a:latin typeface="Arial" charset="0"/>
              </a:rPr>
              <a:t> </a:t>
            </a:r>
            <a:r>
              <a:rPr lang="en-US" altLang="zh-CN" sz="1600" b="1" dirty="0">
                <a:latin typeface="Arial" charset="0"/>
              </a:rPr>
              <a:t>(  q,  a , b, c, </a:t>
            </a:r>
            <a:r>
              <a:rPr lang="en-US" altLang="zh-CN" sz="1600" b="1" dirty="0" err="1">
                <a:latin typeface="Arial" charset="0"/>
              </a:rPr>
              <a:t>sel</a:t>
            </a:r>
            <a:r>
              <a:rPr lang="en-US" altLang="zh-CN" sz="1600" b="1" dirty="0">
                <a:latin typeface="Arial" charset="0"/>
              </a:rPr>
              <a:t>  ) ;</a:t>
            </a: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latin typeface="Arial" charset="0"/>
              </a:rPr>
              <a:t>	</a:t>
            </a: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solidFill>
                <a:srgbClr val="00B050"/>
              </a:solidFill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solidFill>
                <a:srgbClr val="00B050"/>
              </a:solidFill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latin typeface="Arial" charset="0"/>
              </a:rPr>
              <a:t>                                                                                       </a:t>
            </a: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latin typeface="Arial" charset="0"/>
              </a:rPr>
              <a:t>       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</a:rPr>
              <a:t> </a:t>
            </a: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solidFill>
                <a:schemeClr val="accent2">
                  <a:lumMod val="75000"/>
                </a:schemeClr>
              </a:solidFill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</a:rPr>
              <a:t>	    </a:t>
            </a: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2400" b="1" dirty="0">
                <a:latin typeface="Arial" charset="0"/>
              </a:rPr>
              <a:t>	</a:t>
            </a:r>
            <a:r>
              <a:rPr lang="en-US" altLang="zh-CN" sz="1600" b="1" dirty="0">
                <a:latin typeface="Arial" charset="0"/>
              </a:rPr>
              <a:t> </a:t>
            </a: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solidFill>
                <a:schemeClr val="accent2">
                  <a:lumMod val="75000"/>
                </a:schemeClr>
              </a:solidFill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 err="1">
                <a:solidFill>
                  <a:schemeClr val="accent2">
                    <a:lumMod val="75000"/>
                  </a:schemeClr>
                </a:solidFill>
                <a:latin typeface="Arial" charset="0"/>
              </a:rPr>
              <a:t>endmodule</a:t>
            </a:r>
            <a:endParaRPr lang="zh-CN" altLang="en-US" sz="1600" b="1" dirty="0">
              <a:solidFill>
                <a:schemeClr val="accent2">
                  <a:lumMod val="75000"/>
                </a:schemeClr>
              </a:solidFill>
              <a:latin typeface="Arial" charset="0"/>
            </a:endParaRPr>
          </a:p>
        </p:txBody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0F43153B-F5F5-41BC-9925-CFEFD2AD5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" y="1268413"/>
            <a:ext cx="2857500" cy="738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output</a:t>
            </a:r>
            <a:r>
              <a:rPr lang="en-US" altLang="zh-CN" sz="1400" b="1">
                <a:latin typeface="Arial" panose="020B0604020202020204" pitchFamily="34" charset="0"/>
                <a:ea typeface="宋体" panose="02010600030101010101" pitchFamily="2" charset="-122"/>
              </a:rPr>
              <a:t>                q;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input</a:t>
            </a:r>
            <a:r>
              <a:rPr lang="en-US" altLang="zh-CN" sz="1400" b="1">
                <a:latin typeface="Arial" panose="020B0604020202020204" pitchFamily="34" charset="0"/>
                <a:ea typeface="宋体" panose="02010600030101010101" pitchFamily="2" charset="-122"/>
              </a:rPr>
              <a:t>       </a:t>
            </a:r>
            <a:r>
              <a:rPr lang="zh-CN" altLang="en-US" sz="1400" b="1">
                <a:latin typeface="Arial" panose="020B0604020202020204" pitchFamily="34" charset="0"/>
                <a:ea typeface="宋体" panose="02010600030101010101" pitchFamily="2" charset="-122"/>
              </a:rPr>
              <a:t>            </a:t>
            </a:r>
            <a:r>
              <a:rPr lang="en-US" altLang="zh-CN" sz="1400" b="1">
                <a:latin typeface="Arial" panose="020B0604020202020204" pitchFamily="34" charset="0"/>
                <a:ea typeface="宋体" panose="02010600030101010101" pitchFamily="2" charset="-122"/>
              </a:rPr>
              <a:t>a, b, c;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input  </a:t>
            </a:r>
            <a:r>
              <a:rPr lang="en-US" altLang="zh-CN" sz="1400" b="1">
                <a:latin typeface="Arial" panose="020B0604020202020204" pitchFamily="34" charset="0"/>
                <a:ea typeface="宋体" panose="02010600030101010101" pitchFamily="2" charset="-122"/>
              </a:rPr>
              <a:t>   [ 1:0 ]    sel;</a:t>
            </a:r>
            <a:endParaRPr lang="zh-CN" altLang="en-US" sz="14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2" name="矩形 61">
            <a:extLst>
              <a:ext uri="{FF2B5EF4-FFF2-40B4-BE49-F238E27FC236}">
                <a16:creationId xmlns:a16="http://schemas.microsoft.com/office/drawing/2014/main" id="{10634A02-472D-452A-8880-134D257F36A6}"/>
              </a:ext>
            </a:extLst>
          </p:cNvPr>
          <p:cNvSpPr/>
          <p:nvPr/>
        </p:nvSpPr>
        <p:spPr>
          <a:xfrm>
            <a:off x="547688" y="2292350"/>
            <a:ext cx="2166937" cy="2289175"/>
          </a:xfrm>
          <a:prstGeom prst="rect">
            <a:avLst/>
          </a:prstGeom>
          <a:ln w="12700">
            <a:solidFill>
              <a:schemeClr val="tx1"/>
            </a:solidFill>
            <a:prstDash val="sysDash"/>
          </a:ln>
        </p:spPr>
        <p:txBody>
          <a:bodyPr>
            <a:spAutoFit/>
          </a:bodyPr>
          <a:lstStyle/>
          <a:p>
            <a:pPr marL="342900" indent="-342900">
              <a:spcBef>
                <a:spcPct val="20000"/>
              </a:spcBef>
              <a:defRPr/>
            </a:pPr>
            <a:r>
              <a:rPr lang="en-US" altLang="zh-CN" sz="1400" b="1" dirty="0">
                <a:solidFill>
                  <a:srgbClr val="FF0000"/>
                </a:solidFill>
                <a:latin typeface="Arial" charset="0"/>
              </a:rPr>
              <a:t>always </a:t>
            </a:r>
            <a:r>
              <a:rPr lang="en-US" altLang="zh-CN" sz="1400" b="1" dirty="0">
                <a:solidFill>
                  <a:srgbClr val="00B050"/>
                </a:solidFill>
                <a:latin typeface="Arial" charset="0"/>
              </a:rPr>
              <a:t> </a:t>
            </a:r>
            <a:r>
              <a:rPr lang="en-US" altLang="zh-CN" sz="1400" b="1" dirty="0">
                <a:latin typeface="Arial" charset="0"/>
              </a:rPr>
              <a:t>@ ( * ) </a:t>
            </a:r>
          </a:p>
          <a:p>
            <a:pPr marL="342900" indent="-342900">
              <a:spcBef>
                <a:spcPct val="20000"/>
              </a:spcBef>
              <a:defRPr/>
            </a:pPr>
            <a:r>
              <a:rPr lang="en-US" altLang="zh-CN" sz="1400" b="1" dirty="0">
                <a:solidFill>
                  <a:srgbClr val="FF0000"/>
                </a:solidFill>
                <a:latin typeface="Arial" charset="0"/>
                <a:ea typeface="MS PGothic" pitchFamily="34" charset="-128"/>
                <a:cs typeface="Arial" pitchFamily="34" charset="0"/>
              </a:rPr>
              <a:t>    begin</a:t>
            </a:r>
          </a:p>
          <a:p>
            <a:pPr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400" b="1" dirty="0">
                <a:solidFill>
                  <a:srgbClr val="FF0000"/>
                </a:solidFill>
                <a:latin typeface="Arial" charset="0"/>
                <a:ea typeface="MS PGothic" pitchFamily="34" charset="-128"/>
                <a:cs typeface="Arial" pitchFamily="34" charset="0"/>
              </a:rPr>
              <a:t>    end</a:t>
            </a: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CC8A3804-D03B-4755-9ACC-583561676CD9}"/>
              </a:ext>
            </a:extLst>
          </p:cNvPr>
          <p:cNvSpPr/>
          <p:nvPr/>
        </p:nvSpPr>
        <p:spPr>
          <a:xfrm>
            <a:off x="979488" y="2792413"/>
            <a:ext cx="1857375" cy="150018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tabLst>
                <a:tab pos="363538" algn="l"/>
              </a:tabLst>
              <a:defRPr/>
            </a:pPr>
            <a:r>
              <a:rPr lang="en-US" altLang="zh-CN" sz="1200" b="1" dirty="0">
                <a:solidFill>
                  <a:srgbClr val="003399"/>
                </a:solidFill>
                <a:latin typeface="Arial" charset="0"/>
              </a:rPr>
              <a:t>case</a:t>
            </a:r>
            <a:r>
              <a:rPr lang="en-US" altLang="zh-CN" sz="1200" b="1" dirty="0">
                <a:solidFill>
                  <a:prstClr val="black"/>
                </a:solidFill>
                <a:latin typeface="Arial" charset="0"/>
              </a:rPr>
              <a:t> </a:t>
            </a:r>
            <a:r>
              <a:rPr lang="en-US" altLang="zh-CN" sz="1200" b="1" dirty="0">
                <a:latin typeface="Arial" charset="0"/>
              </a:rPr>
              <a:t>( </a:t>
            </a:r>
            <a:r>
              <a:rPr lang="en-US" altLang="zh-CN" sz="1200" b="1" dirty="0" err="1">
                <a:latin typeface="Arial" charset="0"/>
              </a:rPr>
              <a:t>sel</a:t>
            </a:r>
            <a:r>
              <a:rPr lang="en-US" altLang="zh-CN" sz="1200" b="1" dirty="0">
                <a:latin typeface="Arial" charset="0"/>
              </a:rPr>
              <a:t> )</a:t>
            </a:r>
            <a:endParaRPr lang="en-US" altLang="zh-CN" sz="1200" b="1" dirty="0">
              <a:solidFill>
                <a:prstClr val="black"/>
              </a:solidFill>
              <a:latin typeface="Arial" charset="0"/>
            </a:endParaRPr>
          </a:p>
          <a:p>
            <a:pPr>
              <a:tabLst>
                <a:tab pos="363538" algn="l"/>
                <a:tab pos="539750" algn="l"/>
              </a:tabLst>
              <a:defRPr/>
            </a:pPr>
            <a:r>
              <a:rPr lang="en-US" altLang="zh-CN" sz="1050" b="1" dirty="0">
                <a:solidFill>
                  <a:prstClr val="black"/>
                </a:solidFill>
                <a:latin typeface="Arial" charset="0"/>
              </a:rPr>
              <a:t>   </a:t>
            </a:r>
            <a:endParaRPr lang="en-US" altLang="zh-CN" sz="900" b="1" dirty="0">
              <a:solidFill>
                <a:prstClr val="black"/>
              </a:solidFill>
              <a:latin typeface="Arial" charset="0"/>
            </a:endParaRPr>
          </a:p>
          <a:p>
            <a:pPr>
              <a:tabLst>
                <a:tab pos="363538" algn="l"/>
                <a:tab pos="539750" algn="l"/>
              </a:tabLst>
              <a:defRPr/>
            </a:pPr>
            <a:r>
              <a:rPr lang="en-US" altLang="zh-CN" sz="900" b="1" dirty="0">
                <a:solidFill>
                  <a:prstClr val="black"/>
                </a:solidFill>
                <a:latin typeface="Arial" charset="0"/>
              </a:rPr>
              <a:t>	</a:t>
            </a:r>
          </a:p>
          <a:p>
            <a:pPr>
              <a:tabLst>
                <a:tab pos="363538" algn="l"/>
                <a:tab pos="539750" algn="l"/>
              </a:tabLst>
              <a:defRPr/>
            </a:pPr>
            <a:endParaRPr lang="en-US" altLang="zh-CN" sz="900" b="1" dirty="0">
              <a:solidFill>
                <a:srgbClr val="003399"/>
              </a:solidFill>
              <a:latin typeface="Arial" charset="0"/>
            </a:endParaRPr>
          </a:p>
          <a:p>
            <a:pPr>
              <a:tabLst>
                <a:tab pos="363538" algn="l"/>
                <a:tab pos="539750" algn="l"/>
              </a:tabLst>
              <a:defRPr/>
            </a:pPr>
            <a:endParaRPr lang="en-US" altLang="zh-CN" sz="900" b="1" dirty="0">
              <a:solidFill>
                <a:srgbClr val="003399"/>
              </a:solidFill>
              <a:latin typeface="Arial" charset="0"/>
            </a:endParaRPr>
          </a:p>
          <a:p>
            <a:pPr>
              <a:tabLst>
                <a:tab pos="363538" algn="l"/>
                <a:tab pos="539750" algn="l"/>
              </a:tabLst>
              <a:defRPr/>
            </a:pPr>
            <a:endParaRPr lang="en-US" altLang="zh-CN" sz="900" b="1" dirty="0">
              <a:solidFill>
                <a:srgbClr val="003399"/>
              </a:solidFill>
              <a:latin typeface="Arial" charset="0"/>
            </a:endParaRPr>
          </a:p>
          <a:p>
            <a:pPr>
              <a:tabLst>
                <a:tab pos="363538" algn="l"/>
                <a:tab pos="539750" algn="l"/>
              </a:tabLst>
              <a:defRPr/>
            </a:pPr>
            <a:endParaRPr lang="en-US" altLang="zh-CN" sz="900" b="1" dirty="0">
              <a:solidFill>
                <a:srgbClr val="003399"/>
              </a:solidFill>
              <a:latin typeface="Arial" charset="0"/>
            </a:endParaRPr>
          </a:p>
          <a:p>
            <a:pPr>
              <a:tabLst>
                <a:tab pos="363538" algn="l"/>
                <a:tab pos="539750" algn="l"/>
              </a:tabLst>
              <a:defRPr/>
            </a:pPr>
            <a:endParaRPr lang="en-US" altLang="zh-CN" sz="1200" b="1" dirty="0">
              <a:solidFill>
                <a:srgbClr val="003399"/>
              </a:solidFill>
              <a:latin typeface="Arial" charset="0"/>
            </a:endParaRPr>
          </a:p>
          <a:p>
            <a:pPr>
              <a:tabLst>
                <a:tab pos="363538" algn="l"/>
                <a:tab pos="539750" algn="l"/>
              </a:tabLst>
              <a:defRPr/>
            </a:pPr>
            <a:r>
              <a:rPr lang="en-US" altLang="zh-CN" sz="1200" b="1" dirty="0" err="1">
                <a:solidFill>
                  <a:srgbClr val="003399"/>
                </a:solidFill>
                <a:latin typeface="Arial" charset="0"/>
              </a:rPr>
              <a:t>endcase</a:t>
            </a:r>
            <a:endParaRPr lang="en-US" altLang="zh-CN" sz="1200" b="1" dirty="0">
              <a:solidFill>
                <a:srgbClr val="003399"/>
              </a:solidFill>
              <a:latin typeface="Arial" charset="0"/>
            </a:endParaRPr>
          </a:p>
        </p:txBody>
      </p:sp>
      <p:sp>
        <p:nvSpPr>
          <p:cNvPr id="51" name="矩形 50">
            <a:extLst>
              <a:ext uri="{FF2B5EF4-FFF2-40B4-BE49-F238E27FC236}">
                <a16:creationId xmlns:a16="http://schemas.microsoft.com/office/drawing/2014/main" id="{94F72B8E-B85D-4063-89CE-89C2DCA8E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0138" y="3076575"/>
            <a:ext cx="1471612" cy="100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  <a:tab pos="539750" algn="l"/>
              </a:tabLst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  <a:tab pos="539750" algn="l"/>
              </a:tabLst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  <a:tab pos="539750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  <a:tab pos="539750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tabLst>
                <a:tab pos="363538" algn="l"/>
                <a:tab pos="539750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  <a:tab pos="539750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  <a:tab pos="539750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  <a:tab pos="539750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  <a:tab pos="539750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ts val="600"/>
              </a:spcBef>
              <a:buFontTx/>
              <a:buNone/>
            </a:pPr>
            <a:r>
              <a:rPr lang="en-US" altLang="zh-CN" sz="11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0:             </a:t>
            </a:r>
            <a:r>
              <a:rPr lang="en-US" altLang="zh-CN" sz="11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q   =   a</a:t>
            </a:r>
            <a:r>
              <a:rPr lang="en-US" altLang="zh-CN" sz="11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  <a:r>
              <a:rPr lang="en-US" altLang="zh-CN" sz="11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; </a:t>
            </a:r>
          </a:p>
          <a:p>
            <a:pPr>
              <a:spcBef>
                <a:spcPts val="600"/>
              </a:spcBef>
              <a:buFontTx/>
              <a:buNone/>
            </a:pPr>
            <a:r>
              <a:rPr lang="en-US" altLang="zh-CN" sz="11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1:             </a:t>
            </a:r>
            <a:r>
              <a:rPr lang="en-US" altLang="zh-CN" sz="11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q   =   b; </a:t>
            </a:r>
          </a:p>
          <a:p>
            <a:pPr>
              <a:spcBef>
                <a:spcPts val="600"/>
              </a:spcBef>
              <a:buFontTx/>
              <a:buNone/>
            </a:pPr>
            <a:r>
              <a:rPr lang="en-US" altLang="zh-CN" sz="11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2:             </a:t>
            </a:r>
            <a:r>
              <a:rPr lang="en-US" altLang="zh-CN" sz="11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q   =   c; </a:t>
            </a:r>
          </a:p>
          <a:p>
            <a:pPr>
              <a:spcBef>
                <a:spcPts val="600"/>
              </a:spcBef>
              <a:buFontTx/>
              <a:buNone/>
            </a:pPr>
            <a:r>
              <a:rPr lang="en-US" altLang="zh-CN" sz="11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default: </a:t>
            </a:r>
            <a:r>
              <a:rPr lang="en-US" altLang="zh-CN" sz="11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 q   =   a;</a:t>
            </a:r>
            <a:endParaRPr lang="zh-CN" altLang="en-US" sz="11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6E348D3F-25FB-4775-B9D1-E4B3113F41E1}"/>
              </a:ext>
            </a:extLst>
          </p:cNvPr>
          <p:cNvSpPr/>
          <p:nvPr/>
        </p:nvSpPr>
        <p:spPr>
          <a:xfrm>
            <a:off x="5078413" y="1000125"/>
            <a:ext cx="3779837" cy="36623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</a:rPr>
              <a:t>module</a:t>
            </a:r>
            <a:r>
              <a:rPr lang="en-US" altLang="zh-CN" sz="1600" b="1" dirty="0">
                <a:latin typeface="Arial" charset="0"/>
              </a:rPr>
              <a:t> Mux31b</a:t>
            </a:r>
            <a:r>
              <a:rPr lang="zh-CN" altLang="en-US" sz="1600" b="1" dirty="0">
                <a:latin typeface="Arial" charset="0"/>
              </a:rPr>
              <a:t> </a:t>
            </a:r>
            <a:r>
              <a:rPr lang="en-US" altLang="zh-CN" sz="1600" b="1" dirty="0">
                <a:latin typeface="Arial" charset="0"/>
              </a:rPr>
              <a:t>(  q,  a , b, c, </a:t>
            </a:r>
            <a:r>
              <a:rPr lang="en-US" altLang="zh-CN" sz="1600" b="1" dirty="0" err="1">
                <a:latin typeface="Arial" charset="0"/>
              </a:rPr>
              <a:t>sel</a:t>
            </a:r>
            <a:r>
              <a:rPr lang="en-US" altLang="zh-CN" sz="1600" b="1" dirty="0">
                <a:latin typeface="Arial" charset="0"/>
              </a:rPr>
              <a:t>  ) ;</a:t>
            </a: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latin typeface="Arial" charset="0"/>
              </a:rPr>
              <a:t>	</a:t>
            </a: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solidFill>
                <a:srgbClr val="00B050"/>
              </a:solidFill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solidFill>
                <a:srgbClr val="00B050"/>
              </a:solidFill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latin typeface="Arial" charset="0"/>
              </a:rPr>
              <a:t>                                                                                       </a:t>
            </a: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latin typeface="Arial" charset="0"/>
              </a:rPr>
              <a:t>       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</a:rPr>
              <a:t> </a:t>
            </a: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</a:rPr>
              <a:t>	    </a:t>
            </a: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2400" b="1" dirty="0">
                <a:latin typeface="Arial" charset="0"/>
              </a:rPr>
              <a:t>	</a:t>
            </a:r>
            <a:r>
              <a:rPr lang="en-US" altLang="zh-CN" sz="1600" b="1" dirty="0">
                <a:latin typeface="Arial" charset="0"/>
              </a:rPr>
              <a:t> </a:t>
            </a: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endParaRPr lang="en-US" altLang="zh-CN" sz="1600" b="1" dirty="0">
              <a:solidFill>
                <a:schemeClr val="accent2">
                  <a:lumMod val="75000"/>
                </a:schemeClr>
              </a:solidFill>
              <a:latin typeface="Arial" charset="0"/>
            </a:endParaRPr>
          </a:p>
          <a:p>
            <a:pPr>
              <a:tabLst>
                <a:tab pos="363538" algn="l"/>
              </a:tabLst>
              <a:defRPr/>
            </a:pPr>
            <a:r>
              <a:rPr lang="en-US" altLang="zh-CN" sz="1600" b="1" dirty="0" err="1">
                <a:solidFill>
                  <a:schemeClr val="accent2">
                    <a:lumMod val="75000"/>
                  </a:schemeClr>
                </a:solidFill>
                <a:latin typeface="Arial" charset="0"/>
              </a:rPr>
              <a:t>endmodule</a:t>
            </a:r>
            <a:endParaRPr lang="zh-CN" altLang="en-US" sz="1600" b="1" dirty="0" err="1">
              <a:solidFill>
                <a:schemeClr val="accent2">
                  <a:lumMod val="75000"/>
                </a:schemeClr>
              </a:solidFill>
              <a:latin typeface="Arial" charset="0"/>
            </a:endParaRPr>
          </a:p>
        </p:txBody>
      </p:sp>
      <p:sp>
        <p:nvSpPr>
          <p:cNvPr id="53" name="矩形 52">
            <a:extLst>
              <a:ext uri="{FF2B5EF4-FFF2-40B4-BE49-F238E27FC236}">
                <a16:creationId xmlns:a16="http://schemas.microsoft.com/office/drawing/2014/main" id="{00995233-3619-45BE-B8BC-F4B8497B9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2263" y="1311275"/>
            <a:ext cx="288448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output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              q;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input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                 a, b, c;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input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[ 1:0 ]       sel;</a:t>
            </a:r>
            <a:endParaRPr lang="zh-CN" altLang="en-US" sz="16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54" name="矩形 53">
            <a:extLst>
              <a:ext uri="{FF2B5EF4-FFF2-40B4-BE49-F238E27FC236}">
                <a16:creationId xmlns:a16="http://schemas.microsoft.com/office/drawing/2014/main" id="{5F1DE9AF-0D6C-4914-A6AA-E27FD4EF805C}"/>
              </a:ext>
            </a:extLst>
          </p:cNvPr>
          <p:cNvSpPr/>
          <p:nvPr/>
        </p:nvSpPr>
        <p:spPr>
          <a:xfrm>
            <a:off x="5429250" y="2522538"/>
            <a:ext cx="2571750" cy="1770062"/>
          </a:xfrm>
          <a:prstGeom prst="rect">
            <a:avLst/>
          </a:prstGeom>
          <a:ln w="12700">
            <a:solidFill>
              <a:schemeClr val="tx1"/>
            </a:solidFill>
            <a:prstDash val="sysDash"/>
          </a:ln>
        </p:spPr>
        <p:txBody>
          <a:bodyPr>
            <a:spAutoFit/>
          </a:bodyPr>
          <a:lstStyle/>
          <a:p>
            <a:pPr marL="342900" indent="-342900">
              <a:spcBef>
                <a:spcPts val="600"/>
              </a:spcBef>
              <a:defRPr/>
            </a:pPr>
            <a:r>
              <a:rPr lang="en-US" altLang="zh-CN" sz="1400" b="1" dirty="0">
                <a:solidFill>
                  <a:srgbClr val="FF0000"/>
                </a:solidFill>
                <a:latin typeface="Arial" charset="0"/>
              </a:rPr>
              <a:t>always </a:t>
            </a:r>
            <a:r>
              <a:rPr lang="en-US" altLang="zh-CN" sz="1400" b="1" dirty="0">
                <a:solidFill>
                  <a:srgbClr val="00B050"/>
                </a:solidFill>
                <a:latin typeface="Arial" charset="0"/>
              </a:rPr>
              <a:t> </a:t>
            </a:r>
            <a:r>
              <a:rPr lang="en-US" altLang="zh-CN" sz="1400" b="1" dirty="0">
                <a:latin typeface="Arial" charset="0"/>
              </a:rPr>
              <a:t>@ ( * ) </a:t>
            </a:r>
          </a:p>
          <a:p>
            <a:pPr marL="342900" indent="-342900">
              <a:spcBef>
                <a:spcPts val="600"/>
              </a:spcBef>
              <a:defRPr/>
            </a:pPr>
            <a:r>
              <a:rPr lang="en-US" altLang="zh-CN" sz="1400" b="1" dirty="0">
                <a:solidFill>
                  <a:srgbClr val="FF0000"/>
                </a:solidFill>
                <a:latin typeface="Arial" charset="0"/>
                <a:ea typeface="MS PGothic" pitchFamily="34" charset="-128"/>
                <a:cs typeface="Arial" pitchFamily="34" charset="0"/>
              </a:rPr>
              <a:t>    begin</a:t>
            </a:r>
          </a:p>
          <a:p>
            <a:pPr>
              <a:spcBef>
                <a:spcPts val="600"/>
              </a:spcBef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spcBef>
                <a:spcPts val="600"/>
              </a:spcBef>
              <a:tabLst>
                <a:tab pos="363538" algn="l"/>
              </a:tabLst>
              <a:defRPr/>
            </a:pPr>
            <a:endParaRPr lang="en-US" altLang="zh-CN" sz="1400" b="1" dirty="0">
              <a:solidFill>
                <a:srgbClr val="FF0000"/>
              </a:solidFill>
              <a:latin typeface="Arial" charset="0"/>
              <a:ea typeface="MS PGothic" pitchFamily="34" charset="-128"/>
              <a:cs typeface="Arial" pitchFamily="34" charset="0"/>
            </a:endParaRPr>
          </a:p>
          <a:p>
            <a:pPr>
              <a:spcBef>
                <a:spcPts val="600"/>
              </a:spcBef>
              <a:tabLst>
                <a:tab pos="363538" algn="l"/>
              </a:tabLst>
              <a:defRPr/>
            </a:pPr>
            <a:r>
              <a:rPr lang="en-US" altLang="zh-CN" sz="1400" b="1" dirty="0">
                <a:solidFill>
                  <a:srgbClr val="FF0000"/>
                </a:solidFill>
                <a:latin typeface="Arial" charset="0"/>
                <a:ea typeface="MS PGothic" pitchFamily="34" charset="-128"/>
                <a:cs typeface="Arial" pitchFamily="34" charset="0"/>
              </a:rPr>
              <a:t>    </a:t>
            </a:r>
          </a:p>
          <a:p>
            <a:pPr>
              <a:spcBef>
                <a:spcPts val="600"/>
              </a:spcBef>
              <a:tabLst>
                <a:tab pos="363538" algn="l"/>
              </a:tabLst>
              <a:defRPr/>
            </a:pPr>
            <a:r>
              <a:rPr lang="en-US" altLang="zh-CN" sz="1400" b="1" dirty="0">
                <a:solidFill>
                  <a:srgbClr val="FF0000"/>
                </a:solidFill>
                <a:latin typeface="Arial" charset="0"/>
                <a:ea typeface="MS PGothic" pitchFamily="34" charset="-128"/>
                <a:cs typeface="Arial" pitchFamily="34" charset="0"/>
              </a:rPr>
              <a:t>    end</a:t>
            </a:r>
          </a:p>
        </p:txBody>
      </p:sp>
      <p:grpSp>
        <p:nvGrpSpPr>
          <p:cNvPr id="3" name="Group 6">
            <a:extLst>
              <a:ext uri="{FF2B5EF4-FFF2-40B4-BE49-F238E27FC236}">
                <a16:creationId xmlns:a16="http://schemas.microsoft.com/office/drawing/2014/main" id="{52CFC2DB-D307-4A1D-8726-4EC2B78D3DC2}"/>
              </a:ext>
            </a:extLst>
          </p:cNvPr>
          <p:cNvGrpSpPr>
            <a:grpSpLocks/>
          </p:cNvGrpSpPr>
          <p:nvPr/>
        </p:nvGrpSpPr>
        <p:grpSpPr bwMode="auto">
          <a:xfrm>
            <a:off x="5351463" y="4643438"/>
            <a:ext cx="3506787" cy="1516062"/>
            <a:chOff x="2101" y="3158"/>
            <a:chExt cx="2410" cy="1165"/>
          </a:xfrm>
        </p:grpSpPr>
        <p:grpSp>
          <p:nvGrpSpPr>
            <p:cNvPr id="96285" name="Group 7">
              <a:extLst>
                <a:ext uri="{FF2B5EF4-FFF2-40B4-BE49-F238E27FC236}">
                  <a16:creationId xmlns:a16="http://schemas.microsoft.com/office/drawing/2014/main" id="{BB24FCA6-67F4-4F98-AB56-3D02D56CB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1" y="3158"/>
              <a:ext cx="1388" cy="953"/>
              <a:chOff x="2101" y="3158"/>
              <a:chExt cx="1388" cy="953"/>
            </a:xfrm>
          </p:grpSpPr>
          <p:sp>
            <p:nvSpPr>
              <p:cNvPr id="96300" name="AutoShape 8">
                <a:extLst>
                  <a:ext uri="{FF2B5EF4-FFF2-40B4-BE49-F238E27FC236}">
                    <a16:creationId xmlns:a16="http://schemas.microsoft.com/office/drawing/2014/main" id="{159BBD53-F84A-4D86-8142-61A917B75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 flipV="1">
                <a:off x="2711" y="3369"/>
                <a:ext cx="66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8 w 21600"/>
                  <a:gd name="T13" fmla="*/ 4526 h 21600"/>
                  <a:gd name="T14" fmla="*/ 17092 w 21600"/>
                  <a:gd name="T15" fmla="*/ 1707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391" y="21600"/>
                    </a:lnTo>
                    <a:lnTo>
                      <a:pt x="16209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301" name="Line 9">
                <a:extLst>
                  <a:ext uri="{FF2B5EF4-FFF2-40B4-BE49-F238E27FC236}">
                    <a16:creationId xmlns:a16="http://schemas.microsoft.com/office/drawing/2014/main" id="{592C6A4C-8770-4F2E-9CEB-300B089CDD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01" y="3329"/>
                <a:ext cx="29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302" name="Line 10">
                <a:extLst>
                  <a:ext uri="{FF2B5EF4-FFF2-40B4-BE49-F238E27FC236}">
                    <a16:creationId xmlns:a16="http://schemas.microsoft.com/office/drawing/2014/main" id="{9B2DE722-D629-4266-8903-41E444D13B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01" y="3686"/>
                <a:ext cx="29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303" name="Line 11">
                <a:extLst>
                  <a:ext uri="{FF2B5EF4-FFF2-40B4-BE49-F238E27FC236}">
                    <a16:creationId xmlns:a16="http://schemas.microsoft.com/office/drawing/2014/main" id="{D9D59A94-09B3-4EF0-A6B1-D6EFBE244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9" y="3776"/>
                <a:ext cx="0" cy="20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304" name="Line 12">
                <a:extLst>
                  <a:ext uri="{FF2B5EF4-FFF2-40B4-BE49-F238E27FC236}">
                    <a16:creationId xmlns:a16="http://schemas.microsoft.com/office/drawing/2014/main" id="{BFEC720B-CBC0-4330-8B15-18071C8EF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02" y="3977"/>
                <a:ext cx="438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305" name="Rectangle 13">
                <a:extLst>
                  <a:ext uri="{FF2B5EF4-FFF2-40B4-BE49-F238E27FC236}">
                    <a16:creationId xmlns:a16="http://schemas.microsoft.com/office/drawing/2014/main" id="{83113405-2A4C-4EE6-85AC-021D4A18C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4" y="3158"/>
                <a:ext cx="269" cy="2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144462" tIns="71438" rIns="144462" bIns="71438">
                <a:spAutoFit/>
              </a:bodyPr>
              <a:lstStyle>
                <a:lvl1pPr defTabSz="2232025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 defTabSz="2232025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400" b="1">
                    <a:latin typeface="Arial" panose="020B0604020202020204" pitchFamily="34" charset="0"/>
                    <a:ea typeface="宋体" panose="02010600030101010101" pitchFamily="2" charset="-122"/>
                    <a:cs typeface="Arial" panose="020B0604020202020204" pitchFamily="34" charset="0"/>
                  </a:rPr>
                  <a:t>a</a:t>
                </a:r>
              </a:p>
            </p:txBody>
          </p:sp>
          <p:sp>
            <p:nvSpPr>
              <p:cNvPr id="96306" name="Rectangle 14">
                <a:extLst>
                  <a:ext uri="{FF2B5EF4-FFF2-40B4-BE49-F238E27FC236}">
                    <a16:creationId xmlns:a16="http://schemas.microsoft.com/office/drawing/2014/main" id="{13D84470-EBDB-46DB-8F3D-1436FAAA2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4" y="3498"/>
                <a:ext cx="269" cy="2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144462" tIns="71438" rIns="144462" bIns="71438">
                <a:spAutoFit/>
              </a:bodyPr>
              <a:lstStyle>
                <a:lvl1pPr defTabSz="2232025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 defTabSz="2232025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400" b="1">
                    <a:latin typeface="Arial" panose="020B0604020202020204" pitchFamily="34" charset="0"/>
                    <a:ea typeface="宋体" panose="02010600030101010101" pitchFamily="2" charset="-122"/>
                    <a:cs typeface="Arial" panose="020B0604020202020204" pitchFamily="34" charset="0"/>
                  </a:rPr>
                  <a:t>c</a:t>
                </a:r>
              </a:p>
            </p:txBody>
          </p:sp>
          <p:sp>
            <p:nvSpPr>
              <p:cNvPr id="96307" name="Rectangle 15">
                <a:extLst>
                  <a:ext uri="{FF2B5EF4-FFF2-40B4-BE49-F238E27FC236}">
                    <a16:creationId xmlns:a16="http://schemas.microsoft.com/office/drawing/2014/main" id="{EAF54FD6-DC5A-4DF7-A3BB-F5649A2CC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835"/>
                <a:ext cx="495" cy="2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144462" tIns="71438" rIns="144462" bIns="71438">
                <a:spAutoFit/>
              </a:bodyPr>
              <a:lstStyle>
                <a:lvl1pPr defTabSz="2232025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 marL="742950" indent="-285750" defTabSz="2232025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4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2pPr>
                <a:lvl3pPr marL="11430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3pPr>
                <a:lvl4pPr marL="16002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4pPr>
                <a:lvl5pPr marL="2057400" indent="-228600" defTabSz="2232025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5pPr>
                <a:lvl6pPr marL="25146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6pPr>
                <a:lvl7pPr marL="29718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7pPr>
                <a:lvl8pPr marL="34290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8pPr>
                <a:lvl9pPr marL="3886200" indent="-228600" defTabSz="2232025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zh-CN" sz="1400">
                    <a:latin typeface="Arial" panose="020B0604020202020204" pitchFamily="34" charset="0"/>
                    <a:ea typeface="宋体" panose="02010600030101010101" pitchFamily="2" charset="-122"/>
                    <a:cs typeface="Arial" panose="020B0604020202020204" pitchFamily="34" charset="0"/>
                  </a:rPr>
                  <a:t>sel[1]</a:t>
                </a:r>
              </a:p>
            </p:txBody>
          </p:sp>
          <p:sp>
            <p:nvSpPr>
              <p:cNvPr id="96308" name="Line 16">
                <a:extLst>
                  <a:ext uri="{FF2B5EF4-FFF2-40B4-BE49-F238E27FC236}">
                    <a16:creationId xmlns:a16="http://schemas.microsoft.com/office/drawing/2014/main" id="{63E82404-FB8E-421D-BB0E-9C43B37C9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93" y="3517"/>
                <a:ext cx="29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96286" name="AutoShape 17">
              <a:extLst>
                <a:ext uri="{FF2B5EF4-FFF2-40B4-BE49-F238E27FC236}">
                  <a16:creationId xmlns:a16="http://schemas.microsoft.com/office/drawing/2014/main" id="{31EAC0A2-0339-4133-B927-34E0C94F0B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 flipV="1">
              <a:off x="3611" y="3557"/>
              <a:ext cx="666" cy="27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8 w 21600"/>
                <a:gd name="T13" fmla="*/ 4526 h 21600"/>
                <a:gd name="T14" fmla="*/ 17092 w 21600"/>
                <a:gd name="T15" fmla="*/ 1707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391" y="21600"/>
                  </a:lnTo>
                  <a:lnTo>
                    <a:pt x="16209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287" name="Line 18">
              <a:extLst>
                <a:ext uri="{FF2B5EF4-FFF2-40B4-BE49-F238E27FC236}">
                  <a16:creationId xmlns:a16="http://schemas.microsoft.com/office/drawing/2014/main" id="{8B359E09-C5D4-47DD-8CBD-3F1BA9E9FB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1" y="3517"/>
              <a:ext cx="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288" name="Line 19">
              <a:extLst>
                <a:ext uri="{FF2B5EF4-FFF2-40B4-BE49-F238E27FC236}">
                  <a16:creationId xmlns:a16="http://schemas.microsoft.com/office/drawing/2014/main" id="{E92F23D3-E111-4DD4-8DA5-20816FCDC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1" y="3873"/>
              <a:ext cx="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289" name="Line 20">
              <a:extLst>
                <a:ext uri="{FF2B5EF4-FFF2-40B4-BE49-F238E27FC236}">
                  <a16:creationId xmlns:a16="http://schemas.microsoft.com/office/drawing/2014/main" id="{5A687B20-EAB8-4430-96D8-C1690BB05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9" y="3963"/>
              <a:ext cx="0" cy="20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290" name="Line 21">
              <a:extLst>
                <a:ext uri="{FF2B5EF4-FFF2-40B4-BE49-F238E27FC236}">
                  <a16:creationId xmlns:a16="http://schemas.microsoft.com/office/drawing/2014/main" id="{94C8E5FA-6382-41D2-A39E-BA3BAA512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02" y="4164"/>
              <a:ext cx="43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291" name="Rectangle 22">
              <a:extLst>
                <a:ext uri="{FF2B5EF4-FFF2-40B4-BE49-F238E27FC236}">
                  <a16:creationId xmlns:a16="http://schemas.microsoft.com/office/drawing/2014/main" id="{53A2A87D-767D-404A-B59E-0EB9A3CEF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" y="3256"/>
              <a:ext cx="181" cy="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96292" name="Rectangle 23">
              <a:extLst>
                <a:ext uri="{FF2B5EF4-FFF2-40B4-BE49-F238E27FC236}">
                  <a16:creationId xmlns:a16="http://schemas.microsoft.com/office/drawing/2014/main" id="{E9F4885E-1E32-4EA3-A817-04053BCF5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3639"/>
              <a:ext cx="286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44462" tIns="71438" rIns="144462" bIns="71438">
              <a:spAutoFit/>
            </a:bodyPr>
            <a:lstStyle>
              <a:lvl1pPr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3202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600" b="1">
                  <a:latin typeface="Arial" panose="020B0604020202020204" pitchFamily="34" charset="0"/>
                  <a:ea typeface="宋体" panose="02010600030101010101" pitchFamily="2" charset="-122"/>
                  <a:cs typeface="Arial" panose="020B0604020202020204" pitchFamily="34" charset="0"/>
                </a:rPr>
                <a:t>b</a:t>
              </a:r>
            </a:p>
          </p:txBody>
        </p:sp>
        <p:sp>
          <p:nvSpPr>
            <p:cNvPr id="96293" name="Rectangle 24">
              <a:extLst>
                <a:ext uri="{FF2B5EF4-FFF2-40B4-BE49-F238E27FC236}">
                  <a16:creationId xmlns:a16="http://schemas.microsoft.com/office/drawing/2014/main" id="{675F9FA0-BEBA-461A-AF9B-14A1EA8E1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4047"/>
              <a:ext cx="63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44462" tIns="71438" rIns="144462" bIns="71438">
              <a:spAutoFit/>
            </a:bodyPr>
            <a:lstStyle>
              <a:lvl1pPr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3202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  <a:cs typeface="Arial" panose="020B0604020202020204" pitchFamily="34" charset="0"/>
                </a:rPr>
                <a:t>sel[0]</a:t>
              </a:r>
            </a:p>
          </p:txBody>
        </p:sp>
        <p:sp>
          <p:nvSpPr>
            <p:cNvPr id="96294" name="Line 25">
              <a:extLst>
                <a:ext uri="{FF2B5EF4-FFF2-40B4-BE49-F238E27FC236}">
                  <a16:creationId xmlns:a16="http://schemas.microsoft.com/office/drawing/2014/main" id="{07D2662D-76BE-4ADF-9827-A5EC42C6A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93" y="3704"/>
              <a:ext cx="29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295" name="Rectangle 26">
              <a:extLst>
                <a:ext uri="{FF2B5EF4-FFF2-40B4-BE49-F238E27FC236}">
                  <a16:creationId xmlns:a16="http://schemas.microsoft.com/office/drawing/2014/main" id="{19216E57-88C0-4CCA-B5BD-9DE630D41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3438"/>
              <a:ext cx="275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144462" tIns="71438" rIns="144462" bIns="71438">
              <a:spAutoFit/>
            </a:bodyPr>
            <a:lstStyle>
              <a:lvl1pPr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3202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400" b="1">
                  <a:latin typeface="Arial" panose="020B0604020202020204" pitchFamily="34" charset="0"/>
                  <a:ea typeface="宋体" panose="02010600030101010101" pitchFamily="2" charset="-122"/>
                  <a:cs typeface="Arial" panose="020B0604020202020204" pitchFamily="34" charset="0"/>
                </a:rPr>
                <a:t>q</a:t>
              </a:r>
            </a:p>
          </p:txBody>
        </p:sp>
        <p:sp>
          <p:nvSpPr>
            <p:cNvPr id="96296" name="Rectangle 24">
              <a:extLst>
                <a:ext uri="{FF2B5EF4-FFF2-40B4-BE49-F238E27FC236}">
                  <a16:creationId xmlns:a16="http://schemas.microsoft.com/office/drawing/2014/main" id="{B19958F4-1270-4340-BCB6-BEEF09DBA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3213"/>
              <a:ext cx="19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44462" tIns="71438" rIns="144462" bIns="71438">
              <a:spAutoFit/>
            </a:bodyPr>
            <a:lstStyle>
              <a:lvl1pPr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3202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96297" name="Rectangle 24">
              <a:extLst>
                <a:ext uri="{FF2B5EF4-FFF2-40B4-BE49-F238E27FC236}">
                  <a16:creationId xmlns:a16="http://schemas.microsoft.com/office/drawing/2014/main" id="{521F5DB1-BE44-47FA-85B2-A17DAD29E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3542"/>
              <a:ext cx="19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44462" tIns="71438" rIns="144462" bIns="71438">
              <a:spAutoFit/>
            </a:bodyPr>
            <a:lstStyle>
              <a:lvl1pPr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3202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96298" name="Rectangle 24">
              <a:extLst>
                <a:ext uri="{FF2B5EF4-FFF2-40B4-BE49-F238E27FC236}">
                  <a16:creationId xmlns:a16="http://schemas.microsoft.com/office/drawing/2014/main" id="{58D9746D-2433-4628-88D8-176C06301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3377"/>
              <a:ext cx="19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44462" tIns="71438" rIns="144462" bIns="71438">
              <a:spAutoFit/>
            </a:bodyPr>
            <a:lstStyle>
              <a:lvl1pPr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3202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96299" name="Rectangle 24">
              <a:extLst>
                <a:ext uri="{FF2B5EF4-FFF2-40B4-BE49-F238E27FC236}">
                  <a16:creationId xmlns:a16="http://schemas.microsoft.com/office/drawing/2014/main" id="{86F51CDC-B7EF-4433-99C4-04E1A1ACB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3707"/>
              <a:ext cx="19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44462" tIns="71438" rIns="144462" bIns="71438">
              <a:spAutoFit/>
            </a:bodyPr>
            <a:lstStyle>
              <a:lvl1pPr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defTabSz="2232025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defTabSz="2232025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defTabSz="2232025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defTabSz="2232025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400">
                  <a:latin typeface="Arial" panose="020B0604020202020204" pitchFamily="34" charset="0"/>
                  <a:ea typeface="宋体" panose="02010600030101010101" pitchFamily="2" charset="-122"/>
                  <a:cs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83" name="矩形 82">
            <a:extLst>
              <a:ext uri="{FF2B5EF4-FFF2-40B4-BE49-F238E27FC236}">
                <a16:creationId xmlns:a16="http://schemas.microsoft.com/office/drawing/2014/main" id="{2D776AF8-13F6-42EE-83C1-DE2AB4F3780E}"/>
              </a:ext>
            </a:extLst>
          </p:cNvPr>
          <p:cNvSpPr/>
          <p:nvPr/>
        </p:nvSpPr>
        <p:spPr>
          <a:xfrm>
            <a:off x="2752725" y="3429000"/>
            <a:ext cx="1171575" cy="64611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b="1" dirty="0">
                <a:solidFill>
                  <a:srgbClr val="7030A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cs typeface="Arial" charset="0"/>
              </a:rPr>
              <a:t>No priority</a:t>
            </a:r>
            <a:endParaRPr lang="zh-CN" altLang="en-US" b="1" dirty="0">
              <a:solidFill>
                <a:srgbClr val="7030A0"/>
              </a:solidFill>
              <a:effectLst>
                <a:outerShdw blurRad="38100" dist="38100" dir="2700000" algn="tl">
                  <a:srgbClr val="FFFFFF"/>
                </a:outerShdw>
              </a:effectLst>
              <a:cs typeface="Arial" charset="0"/>
            </a:endParaRPr>
          </a:p>
        </p:txBody>
      </p:sp>
      <p:sp>
        <p:nvSpPr>
          <p:cNvPr id="84" name="矩形 83">
            <a:extLst>
              <a:ext uri="{FF2B5EF4-FFF2-40B4-BE49-F238E27FC236}">
                <a16:creationId xmlns:a16="http://schemas.microsoft.com/office/drawing/2014/main" id="{1ED80A7C-11C6-4162-AF35-48CFDB3871BB}"/>
              </a:ext>
            </a:extLst>
          </p:cNvPr>
          <p:cNvSpPr/>
          <p:nvPr/>
        </p:nvSpPr>
        <p:spPr>
          <a:xfrm>
            <a:off x="4164013" y="3644900"/>
            <a:ext cx="1069975" cy="3698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b="1" dirty="0">
                <a:solidFill>
                  <a:srgbClr val="7030A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cs typeface="Arial" charset="0"/>
              </a:rPr>
              <a:t>Priority!</a:t>
            </a:r>
            <a:endParaRPr lang="zh-CN" altLang="en-US" b="1" dirty="0">
              <a:solidFill>
                <a:srgbClr val="7030A0"/>
              </a:solidFill>
              <a:effectLst>
                <a:outerShdw blurRad="38100" dist="38100" dir="2700000" algn="tl">
                  <a:srgbClr val="FFFFFF"/>
                </a:outerShdw>
              </a:effectLst>
              <a:cs typeface="Arial" charset="0"/>
            </a:endParaRPr>
          </a:p>
        </p:txBody>
      </p:sp>
      <p:sp>
        <p:nvSpPr>
          <p:cNvPr id="85" name="矩形 84">
            <a:extLst>
              <a:ext uri="{FF2B5EF4-FFF2-40B4-BE49-F238E27FC236}">
                <a16:creationId xmlns:a16="http://schemas.microsoft.com/office/drawing/2014/main" id="{0DA5F1E0-1759-4CCB-942F-BD8DE0B683D9}"/>
              </a:ext>
            </a:extLst>
          </p:cNvPr>
          <p:cNvSpPr/>
          <p:nvPr/>
        </p:nvSpPr>
        <p:spPr>
          <a:xfrm>
            <a:off x="4140200" y="3644900"/>
            <a:ext cx="1079500" cy="360363"/>
          </a:xfrm>
          <a:prstGeom prst="rect">
            <a:avLst/>
          </a:prstGeom>
          <a:solidFill>
            <a:srgbClr val="FFFF00">
              <a:alpha val="3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id="{C542DE15-9B40-4420-875C-10D662D9AE50}"/>
              </a:ext>
            </a:extLst>
          </p:cNvPr>
          <p:cNvCxnSpPr/>
          <p:nvPr/>
        </p:nvCxnSpPr>
        <p:spPr>
          <a:xfrm>
            <a:off x="3995738" y="2276475"/>
            <a:ext cx="0" cy="2152650"/>
          </a:xfrm>
          <a:prstGeom prst="line">
            <a:avLst/>
          </a:prstGeom>
          <a:ln w="31750">
            <a:solidFill>
              <a:srgbClr val="7030A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矩形 88">
            <a:extLst>
              <a:ext uri="{FF2B5EF4-FFF2-40B4-BE49-F238E27FC236}">
                <a16:creationId xmlns:a16="http://schemas.microsoft.com/office/drawing/2014/main" id="{6D267EF7-FF28-4100-A55D-3709D69A8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6438" y="3154363"/>
            <a:ext cx="2286000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ts val="600"/>
              </a:spcBef>
              <a:buFontTx/>
              <a:buNone/>
            </a:pPr>
            <a:r>
              <a:rPr lang="en-US" altLang="zh-CN" sz="12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if</a:t>
            </a:r>
            <a:r>
              <a:rPr lang="en-US" altLang="zh-CN" sz="12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  <a:r>
              <a:rPr lang="en-US" altLang="zh-CN" sz="1200" b="1">
                <a:latin typeface="Arial" panose="020B0604020202020204" pitchFamily="34" charset="0"/>
                <a:ea typeface="宋体" panose="02010600030101010101" pitchFamily="2" charset="-122"/>
              </a:rPr>
              <a:t>( sel[0] == 1 )            q = b</a:t>
            </a:r>
            <a:r>
              <a:rPr lang="en-US" altLang="zh-CN" sz="12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; </a:t>
            </a:r>
          </a:p>
          <a:p>
            <a:pPr>
              <a:spcBef>
                <a:spcPts val="600"/>
              </a:spcBef>
              <a:buFontTx/>
              <a:buNone/>
            </a:pPr>
            <a:r>
              <a:rPr lang="en-US" altLang="zh-CN" sz="12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else </a:t>
            </a:r>
            <a:r>
              <a:rPr lang="en-US" altLang="zh-CN" sz="12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if</a:t>
            </a:r>
            <a:r>
              <a:rPr lang="en-US" altLang="zh-CN" sz="12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  <a:r>
              <a:rPr lang="en-US" altLang="zh-CN" sz="1200" b="1">
                <a:latin typeface="Arial" panose="020B0604020202020204" pitchFamily="34" charset="0"/>
                <a:ea typeface="宋体" panose="02010600030101010101" pitchFamily="2" charset="-122"/>
              </a:rPr>
              <a:t>( sel[1] == 1 )    q = c</a:t>
            </a:r>
            <a:r>
              <a:rPr lang="en-US" altLang="zh-CN" sz="12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;  </a:t>
            </a:r>
          </a:p>
          <a:p>
            <a:pPr>
              <a:spcBef>
                <a:spcPts val="600"/>
              </a:spcBef>
              <a:buFontTx/>
              <a:buNone/>
            </a:pPr>
            <a:r>
              <a:rPr lang="en-US" altLang="zh-CN" sz="12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else</a:t>
            </a:r>
            <a:r>
              <a:rPr lang="en-US" altLang="zh-CN" sz="12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  <a:r>
              <a:rPr lang="en-US" altLang="zh-CN" sz="1200" b="1">
                <a:solidFill>
                  <a:srgbClr val="003399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                             </a:t>
            </a:r>
            <a:r>
              <a:rPr lang="en-US" altLang="zh-CN" sz="1200" b="1">
                <a:latin typeface="Arial" panose="020B0604020202020204" pitchFamily="34" charset="0"/>
                <a:ea typeface="宋体" panose="02010600030101010101" pitchFamily="2" charset="-122"/>
              </a:rPr>
              <a:t>q = a</a:t>
            </a:r>
            <a:r>
              <a:rPr lang="en-US" altLang="zh-CN" sz="1200" b="1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; </a:t>
            </a:r>
          </a:p>
        </p:txBody>
      </p:sp>
      <p:sp>
        <p:nvSpPr>
          <p:cNvPr id="86" name="矩形 85">
            <a:extLst>
              <a:ext uri="{FF2B5EF4-FFF2-40B4-BE49-F238E27FC236}">
                <a16:creationId xmlns:a16="http://schemas.microsoft.com/office/drawing/2014/main" id="{86297E2A-68D7-4033-BDC2-19BCB67FB4EC}"/>
              </a:ext>
            </a:extLst>
          </p:cNvPr>
          <p:cNvSpPr/>
          <p:nvPr/>
        </p:nvSpPr>
        <p:spPr>
          <a:xfrm>
            <a:off x="5786438" y="3440113"/>
            <a:ext cx="431800" cy="504825"/>
          </a:xfrm>
          <a:prstGeom prst="rect">
            <a:avLst/>
          </a:prstGeom>
          <a:solidFill>
            <a:srgbClr val="FFFF00">
              <a:alpha val="3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1" name="矩形 60">
            <a:extLst>
              <a:ext uri="{FF2B5EF4-FFF2-40B4-BE49-F238E27FC236}">
                <a16:creationId xmlns:a16="http://schemas.microsoft.com/office/drawing/2014/main" id="{841A6F31-1163-4ECD-A6E8-B80BDD97C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" y="1968500"/>
            <a:ext cx="19939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C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reg                      q; </a:t>
            </a: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C47B7326-EC10-4553-8ABA-E8E2F5899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5600" y="2060575"/>
            <a:ext cx="19939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tabLst>
                <a:tab pos="363538" algn="l"/>
              </a:tabLst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400" b="1">
                <a:solidFill>
                  <a:srgbClr val="FFC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reg                        q; </a:t>
            </a:r>
          </a:p>
        </p:txBody>
      </p:sp>
      <p:sp>
        <p:nvSpPr>
          <p:cNvPr id="64" name="AutoShape 6">
            <a:extLst>
              <a:ext uri="{FF2B5EF4-FFF2-40B4-BE49-F238E27FC236}">
                <a16:creationId xmlns:a16="http://schemas.microsoft.com/office/drawing/2014/main" id="{5F7EADED-B2E4-4836-A1E1-5B500C077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4625" y="1844675"/>
            <a:ext cx="2505075" cy="298450"/>
          </a:xfrm>
          <a:prstGeom prst="wedgeRoundRectCallout">
            <a:avLst>
              <a:gd name="adj1" fmla="val -68620"/>
              <a:gd name="adj2" fmla="val 50426"/>
              <a:gd name="adj3" fmla="val 16667"/>
            </a:avLst>
          </a:prstGeom>
          <a:solidFill>
            <a:srgbClr val="EC6D04"/>
          </a:solidFill>
          <a:ln w="15875">
            <a:solidFill>
              <a:schemeClr val="tx2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 b="1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Assigned in Procedural Block</a:t>
            </a:r>
          </a:p>
        </p:txBody>
      </p:sp>
      <p:sp>
        <p:nvSpPr>
          <p:cNvPr id="66" name="圆角矩形 65">
            <a:extLst>
              <a:ext uri="{FF2B5EF4-FFF2-40B4-BE49-F238E27FC236}">
                <a16:creationId xmlns:a16="http://schemas.microsoft.com/office/drawing/2014/main" id="{B07B88CF-49DD-4921-911A-037A74F08D2D}"/>
              </a:ext>
            </a:extLst>
          </p:cNvPr>
          <p:cNvSpPr/>
          <p:nvPr/>
        </p:nvSpPr>
        <p:spPr>
          <a:xfrm>
            <a:off x="571500" y="2000250"/>
            <a:ext cx="1643063" cy="285750"/>
          </a:xfrm>
          <a:prstGeom prst="roundRect">
            <a:avLst/>
          </a:prstGeom>
          <a:solidFill>
            <a:srgbClr val="FF6600">
              <a:alpha val="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7" name="AutoShape 6">
            <a:extLst>
              <a:ext uri="{FF2B5EF4-FFF2-40B4-BE49-F238E27FC236}">
                <a16:creationId xmlns:a16="http://schemas.microsoft.com/office/drawing/2014/main" id="{B1F64FB0-C340-47C2-AA17-73A739922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4563" y="4286250"/>
            <a:ext cx="1714500" cy="285750"/>
          </a:xfrm>
          <a:prstGeom prst="wedgeRoundRectCallout">
            <a:avLst>
              <a:gd name="adj1" fmla="val -55727"/>
              <a:gd name="adj2" fmla="val -150014"/>
              <a:gd name="adj3" fmla="val 16667"/>
            </a:avLst>
          </a:prstGeom>
          <a:solidFill>
            <a:srgbClr val="EC6D04"/>
          </a:solidFill>
          <a:ln w="15875">
            <a:solidFill>
              <a:schemeClr val="tx2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 b="1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Default alternative </a:t>
            </a:r>
            <a:endParaRPr lang="zh-CN" altLang="en-US" sz="1200" b="1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cs typeface="Arial" panose="020B0604020202020204" pitchFamily="34" charset="0"/>
            </a:endParaRPr>
          </a:p>
        </p:txBody>
      </p:sp>
      <p:sp>
        <p:nvSpPr>
          <p:cNvPr id="68" name="AutoShape 6">
            <a:extLst>
              <a:ext uri="{FF2B5EF4-FFF2-40B4-BE49-F238E27FC236}">
                <a16:creationId xmlns:a16="http://schemas.microsoft.com/office/drawing/2014/main" id="{F0DD4037-2722-4BB4-8919-D19867119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2375" y="4286250"/>
            <a:ext cx="1428750" cy="285750"/>
          </a:xfrm>
          <a:prstGeom prst="wedgeRoundRectCallout">
            <a:avLst>
              <a:gd name="adj1" fmla="val -138523"/>
              <a:gd name="adj2" fmla="val -192213"/>
              <a:gd name="adj3" fmla="val 16667"/>
            </a:avLst>
          </a:prstGeom>
          <a:solidFill>
            <a:srgbClr val="EC6D04"/>
          </a:solidFill>
          <a:ln w="15875">
            <a:solidFill>
              <a:schemeClr val="tx2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 b="1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Else alternative </a:t>
            </a:r>
            <a:endParaRPr lang="zh-CN" altLang="en-US" sz="1200" b="1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cs typeface="Arial" panose="020B0604020202020204" pitchFamily="34" charset="0"/>
            </a:endParaRPr>
          </a:p>
        </p:txBody>
      </p:sp>
      <p:sp>
        <p:nvSpPr>
          <p:cNvPr id="69" name="AutoShape 6">
            <a:extLst>
              <a:ext uri="{FF2B5EF4-FFF2-40B4-BE49-F238E27FC236}">
                <a16:creationId xmlns:a16="http://schemas.microsoft.com/office/drawing/2014/main" id="{6DA293EF-E837-4248-A49E-A63120999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1916113"/>
            <a:ext cx="1152525" cy="433387"/>
          </a:xfrm>
          <a:prstGeom prst="wedgeRoundRectCallout">
            <a:avLst>
              <a:gd name="adj1" fmla="val -85907"/>
              <a:gd name="adj2" fmla="val 17167"/>
              <a:gd name="adj3" fmla="val 16667"/>
            </a:avLst>
          </a:prstGeom>
          <a:solidFill>
            <a:srgbClr val="EC6D04"/>
          </a:solidFill>
          <a:ln w="15875">
            <a:solidFill>
              <a:schemeClr val="tx2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200" b="1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Assigned in Procedural Block</a:t>
            </a:r>
          </a:p>
        </p:txBody>
      </p:sp>
    </p:spTree>
    <p:extLst>
      <p:ext uri="{BB962C8B-B14F-4D97-AF65-F5344CB8AC3E}">
        <p14:creationId xmlns:p14="http://schemas.microsoft.com/office/powerpoint/2010/main" val="395925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4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6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6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52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5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4" dur="500"/>
                                        <p:tgtEl>
                                          <p:spTgt spid="5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 animBg="1"/>
      <p:bldP spid="48" grpId="0" build="p"/>
      <p:bldP spid="49" grpId="0"/>
      <p:bldP spid="62" grpId="0" build="p" animBg="1"/>
      <p:bldP spid="50" grpId="0"/>
      <p:bldP spid="51" grpId="0"/>
      <p:bldP spid="52" grpId="0" build="p"/>
      <p:bldP spid="53" grpId="0"/>
      <p:bldP spid="54" grpId="0" build="p" animBg="1"/>
      <p:bldP spid="83" grpId="0"/>
      <p:bldP spid="84" grpId="0"/>
      <p:bldP spid="85" grpId="0" animBg="1"/>
      <p:bldP spid="89" grpId="0"/>
      <p:bldP spid="86" grpId="0" animBg="1"/>
      <p:bldP spid="61" grpId="0"/>
      <p:bldP spid="63" grpId="0"/>
      <p:bldP spid="64" grpId="0" animBg="1"/>
      <p:bldP spid="66" grpId="0" animBg="1"/>
      <p:bldP spid="67" grpId="0" animBg="1"/>
      <p:bldP spid="68" grpId="0" animBg="1"/>
      <p:bldP spid="69" grpId="0" animBg="1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标题 1">
            <a:extLst>
              <a:ext uri="{FF2B5EF4-FFF2-40B4-BE49-F238E27FC236}">
                <a16:creationId xmlns:a16="http://schemas.microsoft.com/office/drawing/2014/main" id="{9E9CC5F8-F350-4D0D-B2AB-E6F8348A07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zh-CN"/>
              <a:t>Topic1</a:t>
            </a:r>
            <a:r>
              <a:rPr lang="zh-CN" altLang="en-US"/>
              <a:t>：</a:t>
            </a:r>
            <a:r>
              <a:rPr lang="en-US" altLang="zh-CN"/>
              <a:t> Introduction</a:t>
            </a:r>
            <a:endParaRPr lang="zh-CN" altLang="en-US"/>
          </a:p>
        </p:txBody>
      </p:sp>
      <p:graphicFrame>
        <p:nvGraphicFramePr>
          <p:cNvPr id="9" name="图示 8">
            <a:extLst>
              <a:ext uri="{FF2B5EF4-FFF2-40B4-BE49-F238E27FC236}">
                <a16:creationId xmlns:a16="http://schemas.microsoft.com/office/drawing/2014/main" id="{9BF00674-270E-4A89-879A-3B9ECF175B78}"/>
              </a:ext>
            </a:extLst>
          </p:cNvPr>
          <p:cNvGraphicFramePr/>
          <p:nvPr/>
        </p:nvGraphicFramePr>
        <p:xfrm>
          <a:off x="1835696" y="1052736"/>
          <a:ext cx="6048672" cy="51125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39940" name="日期占位符 3">
            <a:extLst>
              <a:ext uri="{FF2B5EF4-FFF2-40B4-BE49-F238E27FC236}">
                <a16:creationId xmlns:a16="http://schemas.microsoft.com/office/drawing/2014/main" id="{550F9DF9-8FD8-4492-95DF-A6ABAD5C786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891310A-B35D-4582-B6D1-55EAE3D410D9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39941" name="灯片编号占位符 5">
            <a:extLst>
              <a:ext uri="{FF2B5EF4-FFF2-40B4-BE49-F238E27FC236}">
                <a16:creationId xmlns:a16="http://schemas.microsoft.com/office/drawing/2014/main" id="{9E963AA3-F3C7-4C29-A263-3DE168529CA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5649C06-5C08-4C54-A8E1-7157768F8C80}" type="slidenum">
              <a:rPr lang="zh-CN" altLang="en-US" sz="1100">
                <a:solidFill>
                  <a:srgbClr val="FFFFFF"/>
                </a:solidFill>
              </a:rPr>
              <a:pPr>
                <a:spcBef>
                  <a:spcPct val="0"/>
                </a:spcBef>
                <a:buFontTx/>
                <a:buNone/>
              </a:pPr>
              <a:t>150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99811235"/>
      </p:ext>
    </p:extLst>
  </p:cSld>
  <p:clrMapOvr>
    <a:masterClrMapping/>
  </p:clrMapOvr>
  <p:transition advTm="235"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40F22-3E07-4A0F-AF1C-073FA94E9A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CDEDFC5C-958E-24FB-564C-16653CDAC7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C1826817-D794-9B7A-79B1-06F09CD86B2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9A3D2768-15F7-A3A3-CAC0-599C6C993B2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151</a:t>
            </a:fld>
            <a:endParaRPr lang="zh-CN" altLang="en-US" sz="1100"/>
          </a:p>
        </p:txBody>
      </p:sp>
      <p:sp>
        <p:nvSpPr>
          <p:cNvPr id="2" name="TextBox 42">
            <a:extLst>
              <a:ext uri="{FF2B5EF4-FFF2-40B4-BE49-F238E27FC236}">
                <a16:creationId xmlns:a16="http://schemas.microsoft.com/office/drawing/2014/main" id="{B51518EB-F1CB-0797-18B4-3E4F3CB4BF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45591310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0FB3B0-99E3-2E0B-DA67-04DCC2245F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77F90B01-8BB6-1072-B0E3-0069BA9385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6A0433C3-7292-8459-4B4A-510B839DEBF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DCEB2091-D160-6E10-6502-C04213E682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152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4640C14-BE29-CC0B-1236-4AF845C38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22722321-7BD3-148A-B9F9-CF321BA703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44122106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E9D9-B526-E8E1-24CF-2C9D3EFF47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7BF6AF4C-79BF-7CBC-6C8D-3E09878F4A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62598026-6D8C-05EF-E4AC-4DF39C0BBE0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A60F25AF-35F2-1413-5CEF-6932D58304F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153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95E37A7-80E0-59ED-C90E-5DDCD0898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192C2D9-CE09-29C2-C2DA-9C5249DDB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617A88D3-932F-2703-4F9F-0578901C4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BD940DB7-946F-4BB2-09FF-54E62F002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519747473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E9EB9E-9A13-FA7B-2031-F5216AA2FC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D069720D-9B88-043D-9030-A0F71E29B7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DA550DB3-1E8A-FAB5-F7C3-EDB6F8289F0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AB16CB27-FAB3-D487-112A-C34ACDB08D0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154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8AB4924-81D9-87C0-DADC-CADBEA93A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ED86307-2AFB-1CDA-8F31-EE920962E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79DD64C-B85A-27C6-98AE-F5ED8F480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66513A3E-EABE-7027-E2C3-96F8464C3E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4CC09C36-1202-EF9B-469D-36F992825F03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E0731374-D904-8B8A-572E-2CFD3B6AD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70701361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D8F721-4B4C-093E-B65F-E08C6C5812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7879B28C-6F03-9CF2-F623-FE085C13B5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B4B9CDBC-B4F4-C9BB-92BE-74D1E135A35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045A253D-9904-1D48-6FDF-8355B5EA442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155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2909A1C-A37F-C832-5402-812A71B39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8CCDDAB-C794-F322-39E3-ABEE630BA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B0768EA-5B2B-6E6A-C692-2E5E3F1DE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6D7D9B4-4572-0D5B-6D8F-8A8DA44F6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3757411F-21D3-3C69-9E13-ABC5F52CAE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E333DDD5-C488-1341-3EE9-C6673463A0A6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C407ABF8-F6E3-4385-27A1-68FE188C3FB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EAFBBFA5-86CD-F634-D554-9423F63476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271215251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54C158-39D2-AD81-9663-875612678D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D4910F62-02DF-3E6D-F80F-9470C88471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8C844757-E007-EED0-8D56-D67D3308EBD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F5F154C2-F41B-D474-BA62-9B8372CE0FD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156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098B967-288C-C709-63AC-29802F4D1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AD8373C-06C0-942E-51EA-ACD793162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3721875-8A3C-D71E-CA9A-5A83A431F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3303F1E-84CD-5F5E-D04A-0D47B60F9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4CE425D-9DB3-7A33-4121-A87409C8B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40161549-4C51-7064-3E17-7565E402C3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A0724BA5-8AA9-5A41-0465-DED67B02D877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BAEDE44D-66B4-77BF-7167-F2D0CBB19CD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5BF73D76-950A-0EAA-C1F2-8317D7D9C41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60AC7721-B947-1293-6ACE-D9B2178717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5709245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F20953-B10F-29EC-1E6F-F66CC0F052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B17F9324-0BF8-F5C6-A017-5B21B39A03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255CDE5D-A2E7-38DD-E845-9E665276CAA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B81F0690-D807-EAD6-2FF7-5B687E7BFE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157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B0BBC09-C864-4222-B37C-2963D7BBA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1CE04AD-10A4-C282-D98E-318664433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38E78C2-14E6-AABE-1544-DD4A294D8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E88201B-6259-7A6A-F16A-59ED970D6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D16E38F-DDBD-4959-574D-54FF5FF58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E46A828-2FAF-811A-1163-B5165E3DF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D8989BD5-217C-B6F4-E080-695B62D22A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25ED3381-F56E-9E27-ECD4-26E30B4F5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8249F7F4-639A-F3F1-54E0-0CDD28A0207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90AF23D1-F99B-909A-2660-AE05BBAB983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1EA2F5FF-8026-D991-049B-DC0FAA83ECD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99A3CBB6-21B3-9591-9E19-8307AF1CF2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4193142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8D121-5257-A1E2-0EEC-0F62BADB94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2AC14F1F-40D4-4F42-31ED-70990D9EB9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A7467B4B-93EA-0324-8FA4-63A8988655E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2AA69E08-B2FF-BE01-464F-DA250647D33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158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075E401-B937-1902-9BD8-A592436BA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7D33B41-3DE0-79C8-F5DE-CC96B0679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28B23D0-6551-7FC4-A285-E17FB6A2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4B04B0F-3126-8679-5F87-439CEA04F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8938DD9-E103-6298-7CE9-B0C82788A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F5C4F5F-0D51-C2C9-7CBD-044C3114E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F60536D-A264-90E5-3CC6-C49F9D9F8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C887313-5B80-E98F-E4C2-865FC43C4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C094FDFB-28BC-5C02-50B9-4B031E25F9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BCC707E4-6EA4-F2EB-880E-8F04327F8EB4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DEBA9C73-48D4-4D74-0ADC-9A952042F97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BFB8F9C0-44FB-28A0-FEF4-424C6C3BCF1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809CA3DA-C51E-5E81-C9B9-1CDFF8EA1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FD97753A-52AF-4CB5-34E7-EDAC79A85F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77A2365C-26DC-57CA-0F91-A2624EBBA1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E2B92E48-08B7-E42F-55B7-67A200DCE59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3B58A4FD-A045-2392-CEB2-03D3944C2C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69D29878-CF7A-F214-73B3-A944A291C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6746751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0AA755-47CE-176B-96FC-97F7BC6B0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FC85C88E-69BE-A476-14E2-6522382189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A849A6C8-5A35-0B13-1220-383DD454FE5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7FA51212-D9EC-5898-D887-CFB8F7E3987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159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96DDE97-A46A-2DCF-B6D0-E2B4D4A71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7153A5E-9A64-1648-5E33-66027CB95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4A7796C-08D4-EEBE-8D7E-77C22F0EF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6066D53-0D9D-51E7-E1D6-E7317E9BB3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099F350-1AF4-A4F6-AFEA-D36826514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234FA7A-94F2-CADF-5D4D-BB7A9E63A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ACCE040-F1BB-5F61-19CD-C8BDF3B51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621A038F-601A-1C65-947C-73EBEB189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2F3F1EB-511A-7FE0-6FCD-4AB8CED42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83D3E0F0-043E-2A47-4F0B-126F5CF64B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07F1B305-4C62-64CD-D3E4-937B46B0C231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368103AA-D1F8-790F-0C5A-0A74EB766B8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584A5AA0-D5D4-D146-19B5-52A59EABC55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DD145BE8-1511-2948-60B1-EC436D6BE71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E96E9ED3-9593-AF82-8EF6-8364E3FB4B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C6196708-C08B-C67F-A930-9460D6532B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2E26BC05-2A9B-A76E-A2D8-EA701E4CF9F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D3F44DAB-3089-96DF-DAF3-537920920B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F5110705-325B-60B0-73A7-D080DC0D13A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B55C864E-F844-5C10-FCE2-8450C548F9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5746153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9987FB-DD07-BAC3-DA67-A97303039C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4B9456D3-E187-F63E-254B-3907ACECDA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86367279-191C-EB09-AFF9-B63BFE20189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B7259FB1-F80B-567F-436B-E313BCA525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160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19EC7C1-FD25-6FA6-585E-700F1771E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38FEE3D-F1D6-435C-A6EF-50D0BFD8F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36FEFE0-D441-14D1-7FD4-755EE341E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D5369C4-3C33-DB22-80EA-8A2990D64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7964F57-ABF1-7A04-AAAD-1F2203519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7406771-3755-4730-E6F9-A48876402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0BD25E1-07DA-1FC8-D41F-D3A3A5585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7588104-432D-3694-EE03-1D16AFEDE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73F0E01-003F-93D3-18C8-E108FD69D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FA25498-9D43-7408-FF93-B69941911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9D2D8C10-DB52-A0CD-6A34-31F1F2EBA2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CC320A11-CD9F-4B02-6809-C4C99E7DBC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0736B436-C04F-D997-736F-2FFD59D515D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C23042C4-9AD1-4DFF-DE90-BBCABEA3690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4605E290-56CA-D2CE-9825-F4FA3B735D0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5DB613EC-A7D5-8E6C-5AA5-2707EE30DF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F4B6641B-5AE4-742B-4DD1-7287B19B62D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33A07FFE-78ED-C07A-4CF1-9F20D8A494D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2C301256-85C9-CABC-F35D-EE99930BF9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A4867E14-C7BD-F011-35EA-C19A5AB66D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DB367D60-4E89-1728-653F-893728F19E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79326BB9-624E-9692-D9FF-DABB7698C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208745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DA087A-1E78-B3A0-B3FF-37CCCD652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F24ADF6C-88F0-640A-C288-C72B13D927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D4D09F07-DA07-7787-5F98-17FA47E1B2A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11B3373E-9548-5B9C-84BE-B7C94DDD3C9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161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54018CC-C8E1-E4F6-C9EB-4635ED964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C5B1F96-F85B-306F-7B8B-50E861006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8859C2B-8577-AB0D-0504-159449B7B2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7D1867A-A7E7-DB4D-59FA-F442EDBC2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B982084-1EB4-175D-D15F-61DECB9F0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7AA1DD7-83B1-901A-54A6-5C1EF7474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9B92FA4-2AC4-9D4D-913E-A83D86C3E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C9BAAC8-6648-67BA-A2D9-9E59E0E49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72855C4-CE76-449A-5B64-C438DE898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80AB7B3-83A6-6D77-A62A-F330744AC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607850F-B219-3459-35D0-6BECDB7F2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3571875"/>
            <a:ext cx="3432175" cy="500063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Verify physical and Electrical design rules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32CB5D56-2C1E-0B8A-6DCF-A0018B248C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1BA5959A-D8A6-5A79-D06D-76AC83B5447C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31679C64-A5B7-E85B-E046-53B9EDDB5EE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A8634310-8F3E-0CDE-C26D-6BED5B05A56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17835743-EE06-E0E1-1274-254C6D85443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AAC078C2-B0D6-8869-4B6F-F7CCEAF95E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9A424A9F-27D1-C862-8A2B-262B444FB8C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09306FE2-8780-BEDC-68E6-AC641DBD7AC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5D7835F0-6BEA-1F4B-39F0-AA5CD4E23B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26DFE0F1-97B0-0240-2191-1F8C76D0E9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2">
            <a:extLst>
              <a:ext uri="{FF2B5EF4-FFF2-40B4-BE49-F238E27FC236}">
                <a16:creationId xmlns:a16="http://schemas.microsoft.com/office/drawing/2014/main" id="{220A5A3B-FE08-F21F-0537-2DE97E85D6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3335338"/>
            <a:ext cx="11112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0195D095-ADDA-4DE4-AE2B-5BC8A63A74D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6D5BDE03-D424-8B21-C479-8A223BBAC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96165221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CC58B3-EDFB-9BC5-C102-9CA527E38E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75308A7C-BD10-4F62-04BD-F8BE9E6956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FB02C9F7-6F99-44E6-DD0D-D19B6E771B5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0C6D073A-A0D6-6679-F523-84414F3D527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162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083317F-6D67-56E7-B44B-E22967834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5A4A8C0-7DF6-F046-94EE-8FCE594EE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00CCFF1-2DF9-CA58-8A4C-BEAD43402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F85D46A-A7E2-FE8F-4C70-B510088D0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81DDBC9-35B8-763D-CBF9-76467CBE2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8D813A6-0480-FD3E-DCCE-523EAE75B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1EB7986-EF18-2897-BF4C-BDE3641DC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880D056-8325-3F6D-D414-E8E57EBD0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523CFD9-4C87-6A88-0F24-83E77C659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7625813-819A-0A26-5C99-6CEB2F797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7C0E342-2EDC-FDF3-3024-974C279C9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3571875"/>
            <a:ext cx="3432175" cy="500063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Verify physical and Electrical design rules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3B8FED1-8F5F-2A8A-E527-A04A21A26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286250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Extract  parasitic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968BEB04-5E6D-CB08-07C0-DA805EF3D9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DACDA06B-630F-8E05-A0E4-02B5F9F81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B9002B0A-A169-84E8-BFB9-3CF1B6DC8F2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1688583B-04AF-6B80-1899-E2E6C4B8FA9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6E267DC6-7176-D370-714A-F2257C0626A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EE25CD55-64A3-59F4-08B9-5A50DC0E9E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FF68B735-A4CE-9450-4C63-54D5A2F7634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8DD3B498-A520-4943-5FBD-82D6C436CB2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33BE2AB1-F4D1-C14E-073B-D96550A15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B62B0003-1576-809A-A437-633E01F6D8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2">
            <a:extLst>
              <a:ext uri="{FF2B5EF4-FFF2-40B4-BE49-F238E27FC236}">
                <a16:creationId xmlns:a16="http://schemas.microsoft.com/office/drawing/2014/main" id="{A8C24D26-7854-A82C-A045-083BD69906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3335338"/>
            <a:ext cx="11112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Line 33">
            <a:extLst>
              <a:ext uri="{FF2B5EF4-FFF2-40B4-BE49-F238E27FC236}">
                <a16:creationId xmlns:a16="http://schemas.microsoft.com/office/drawing/2014/main" id="{8845BEE9-D62C-6469-31FE-359FF8501E3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087813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Line 36">
            <a:extLst>
              <a:ext uri="{FF2B5EF4-FFF2-40B4-BE49-F238E27FC236}">
                <a16:creationId xmlns:a16="http://schemas.microsoft.com/office/drawing/2014/main" id="{AAF4C6F2-7CA2-55D8-29D4-32881898A6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681538"/>
            <a:ext cx="0" cy="131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Line 37">
            <a:extLst>
              <a:ext uri="{FF2B5EF4-FFF2-40B4-BE49-F238E27FC236}">
                <a16:creationId xmlns:a16="http://schemas.microsoft.com/office/drawing/2014/main" id="{39F8631E-1739-9143-9E22-2EA9FB287A5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4813300"/>
            <a:ext cx="2298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321D9619-8356-ACA3-58D0-D8DDAEBA68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60DA6142-F20B-912E-974C-4812B46FC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032015609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495018-7F7B-3BD1-BA84-23C6B246F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6F582588-0C7D-8B42-8CA8-BCC7E0CE10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B2B102A9-E6A6-EEDC-4994-A39B2BA1DEE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74C3168C-9C1D-9105-BA9D-12CD357D55F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163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6614048-7B29-0869-DE1A-5244BC00F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3C96DD4-ED91-1112-F10F-1DBE41447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FDF348-ADAF-9E09-7874-ABA943EB8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876A67A-3789-9C42-EA76-72D96B54B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2858844-A201-6949-F290-90F1DA721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39718A32-2D55-8154-F2D0-3C77972D7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296899D-9FF5-891B-85A5-BC834322D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EC97993-2820-E69C-9538-F04FC877E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D93F6C0-3C8F-EC3B-3350-7AB76006F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B8724E1-0C22-1F65-DECE-89C2CEFB0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6F8EE85F-0038-F2DC-F811-1D0088426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3571875"/>
            <a:ext cx="3432175" cy="500063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Verify physical and Electrical design rules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FAC11C73-7E51-B941-0821-236632108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286250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Extract  parasitic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1CE5A32F-7C0E-A6D1-BA58-7C2E6FF59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945063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sign-off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15417133-1F81-1BE9-A915-CA4D87B7ED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65CECC25-875E-34B5-8126-8EE0781EE656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CBC02CE4-89E6-D824-B4FD-7278916DE79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53592484-70F3-A3F3-59BB-D4A5698E458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2948AB78-2AC7-4E04-1467-D9C4AE788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41BB4856-B779-E6C3-AC0B-F69C1CBCCF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F7E65B13-67A0-1C4E-AE47-30A5BF99F0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DBA3B4CE-2015-36C2-18A4-813B5078332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6073AF8B-14E5-8FF9-6A44-9F9626285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0AF40B58-1D65-C286-AF58-A2836F570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2">
            <a:extLst>
              <a:ext uri="{FF2B5EF4-FFF2-40B4-BE49-F238E27FC236}">
                <a16:creationId xmlns:a16="http://schemas.microsoft.com/office/drawing/2014/main" id="{22B56DE7-0BF7-07EC-2CF1-67F8B6469A3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3335338"/>
            <a:ext cx="11112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Line 33">
            <a:extLst>
              <a:ext uri="{FF2B5EF4-FFF2-40B4-BE49-F238E27FC236}">
                <a16:creationId xmlns:a16="http://schemas.microsoft.com/office/drawing/2014/main" id="{CA59CA5A-D28C-0697-D3B2-5DC1A0A88E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087813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Line 36">
            <a:extLst>
              <a:ext uri="{FF2B5EF4-FFF2-40B4-BE49-F238E27FC236}">
                <a16:creationId xmlns:a16="http://schemas.microsoft.com/office/drawing/2014/main" id="{78928656-4533-63B1-242A-D88609A85492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681538"/>
            <a:ext cx="0" cy="131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Line 37">
            <a:extLst>
              <a:ext uri="{FF2B5EF4-FFF2-40B4-BE49-F238E27FC236}">
                <a16:creationId xmlns:a16="http://schemas.microsoft.com/office/drawing/2014/main" id="{44D0F065-ABB3-8EBA-7742-5A09AD18DB6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4813300"/>
            <a:ext cx="2298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Line 40">
            <a:extLst>
              <a:ext uri="{FF2B5EF4-FFF2-40B4-BE49-F238E27FC236}">
                <a16:creationId xmlns:a16="http://schemas.microsoft.com/office/drawing/2014/main" id="{D63A4F83-4E1D-0B9A-262A-C20A78851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489075"/>
            <a:ext cx="903287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Line 41">
            <a:extLst>
              <a:ext uri="{FF2B5EF4-FFF2-40B4-BE49-F238E27FC236}">
                <a16:creationId xmlns:a16="http://schemas.microsoft.com/office/drawing/2014/main" id="{4879E632-6113-A9A9-0B36-F2B2C7C3037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487488"/>
            <a:ext cx="0" cy="36687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42">
            <a:extLst>
              <a:ext uri="{FF2B5EF4-FFF2-40B4-BE49-F238E27FC236}">
                <a16:creationId xmlns:a16="http://schemas.microsoft.com/office/drawing/2014/main" id="{CC846FD6-D2DD-3094-F0F7-75B61DE0594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64338" y="5156200"/>
            <a:ext cx="7635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8313F8DE-DE00-956D-2CDA-10DD7735DED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B2F21AA9-6F12-814D-8906-91FF5A5DA9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49689735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5DB40D-0948-C6EE-DC93-5C4D3CA20A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863DDD79-FDC8-FEA9-5213-2B67A1F88C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CD426758-973D-9B9D-24F4-F7CA33AF898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53B8EC7E-31BD-C66B-785C-F394EEB340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164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12185DD-6D1A-013E-4E0F-B52D3B593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24A3AB7-1128-CEFF-F27C-D366E1E80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BB59F3B-9C73-1A68-0E8C-42F41972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C4D6A79-22D3-FCE6-1D95-DD99E28AA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8DEA260-C122-CE4C-CB1A-729DCD71B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FFCDDF4-7C3E-FCC5-F5A8-F75C672A3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164C296-C2E3-757A-D925-10196AF3A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60F468B-EF9F-AA44-2AD5-8ABBAA569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F3019B8-34E5-141A-312F-920B2ED18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C562D9DB-A770-59A0-DBBC-E7A4C48FF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BA065F8-EE5A-C888-336A-F0910ACAC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3571875"/>
            <a:ext cx="3432175" cy="500063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Verify physical and Electrical design rules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19E8E12-7018-34EE-B24B-EEB60E0FD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286250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Extract  parasitic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B08DC0B-1394-D122-B649-EBE3E8455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945063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sign-off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6284B03-4361-84D5-4C7A-004D1544E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5589588"/>
            <a:ext cx="2849563" cy="354012"/>
          </a:xfrm>
          <a:prstGeom prst="ellips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Production-ready masks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523A55A1-FB03-1BCD-7BD4-AFDA344A78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3D9E1541-0B10-A758-19A1-B7FAFA9A0F5D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F4997800-AF94-79C2-DAF3-5925FF77341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EAE7387A-F97A-4312-243D-6B8CD107101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382BA023-B2AC-CA38-FE38-72BD44056C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2171C7FB-AB10-337E-EEC1-B9C3E35B04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B1D58FAD-86E8-2EEC-D834-6FA9D9CA474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2E869D53-9A7B-86AA-B3D0-4989E8C1AB7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37813DCF-846D-7229-7304-7CED3194CF1C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30F66B48-1959-ADBF-ADF2-015C91900D4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2">
            <a:extLst>
              <a:ext uri="{FF2B5EF4-FFF2-40B4-BE49-F238E27FC236}">
                <a16:creationId xmlns:a16="http://schemas.microsoft.com/office/drawing/2014/main" id="{D7D09F91-36A9-6C2F-C89B-27EFBC176C1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3335338"/>
            <a:ext cx="11112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Line 33">
            <a:extLst>
              <a:ext uri="{FF2B5EF4-FFF2-40B4-BE49-F238E27FC236}">
                <a16:creationId xmlns:a16="http://schemas.microsoft.com/office/drawing/2014/main" id="{8F377448-FE2F-1E13-5AFC-7BFCD308A0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087813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Line 35">
            <a:extLst>
              <a:ext uri="{FF2B5EF4-FFF2-40B4-BE49-F238E27FC236}">
                <a16:creationId xmlns:a16="http://schemas.microsoft.com/office/drawing/2014/main" id="{CB7C1DCA-F1EE-4BEC-E3C1-5B5364D90E0C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5341938"/>
            <a:ext cx="0" cy="247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Line 36">
            <a:extLst>
              <a:ext uri="{FF2B5EF4-FFF2-40B4-BE49-F238E27FC236}">
                <a16:creationId xmlns:a16="http://schemas.microsoft.com/office/drawing/2014/main" id="{9328F8C0-1583-D5DF-F8E6-893EEB1D56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681538"/>
            <a:ext cx="0" cy="131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Line 37">
            <a:extLst>
              <a:ext uri="{FF2B5EF4-FFF2-40B4-BE49-F238E27FC236}">
                <a16:creationId xmlns:a16="http://schemas.microsoft.com/office/drawing/2014/main" id="{3241B489-AA92-47AC-0972-1E0DEA84A2D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4813300"/>
            <a:ext cx="2298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Line 40">
            <a:extLst>
              <a:ext uri="{FF2B5EF4-FFF2-40B4-BE49-F238E27FC236}">
                <a16:creationId xmlns:a16="http://schemas.microsoft.com/office/drawing/2014/main" id="{DFF80D0E-0D58-73A1-6428-25AC43E11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489075"/>
            <a:ext cx="903287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Line 41">
            <a:extLst>
              <a:ext uri="{FF2B5EF4-FFF2-40B4-BE49-F238E27FC236}">
                <a16:creationId xmlns:a16="http://schemas.microsoft.com/office/drawing/2014/main" id="{B7189F76-B1BC-C2A2-8F7D-36120A8D530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487488"/>
            <a:ext cx="0" cy="36687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42">
            <a:extLst>
              <a:ext uri="{FF2B5EF4-FFF2-40B4-BE49-F238E27FC236}">
                <a16:creationId xmlns:a16="http://schemas.microsoft.com/office/drawing/2014/main" id="{1D6AA125-CF00-C80D-5668-11A1D00C38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64338" y="5156200"/>
            <a:ext cx="7635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5F6BC8C1-20A8-C0A6-54ED-E186078993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30D9FC45-353F-62A1-DD87-9F45DB8C99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02803448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148B96-D410-5CCB-FAF4-033541729E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B0B60FBB-066F-C2D9-39B1-A21DFA3F43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CFBB68B8-3DA1-634E-6E38-2DC1E903227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23AAFD46-CD81-1DEE-9017-70EC92B303C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165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26A1C10-0F74-8179-695E-2C7DD38ED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BFBCEFB-FB02-2C90-E93C-F1482232B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3E2DA4E-F69E-20A1-9A61-2EA64D63F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0BD2D9E-3156-999F-0D98-20E5B2652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C8B5FBF-D955-29D8-AF02-EBD192FC8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6B139AB-87EF-FED4-13BF-1DCB635D3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142BCCB-DC69-63D6-0CF8-7916A8E41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C542509-51F7-19D6-250F-8CFF6E575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8037049-0B27-E49E-1AB7-2D8216E168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1358892B-7594-3E4C-D9BD-777BE725F7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5E26E6B-8941-440F-41F5-B64FF904B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3571875"/>
            <a:ext cx="3432175" cy="500063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Verify physical and Electrical design rules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15B0A5DF-F95E-A65A-407B-A87F6E79D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286250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Extract  parasitic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B715FCC3-1DA1-F0D0-9667-B122FBF31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945063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sign-off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C94C4BDB-63C1-D6EC-9FED-30F7F5423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5589588"/>
            <a:ext cx="2849563" cy="354012"/>
          </a:xfrm>
          <a:prstGeom prst="ellips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Production-ready masks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0E175ECB-4279-9FFB-EE70-54CB5E01A4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1E7DFBC7-B718-0715-043B-E7B6EB1B33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D6CDF62D-1F5A-C532-0E51-B7AEDFDDBDE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81D0FA33-F4FF-07E2-EC80-5D2FF69679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F0CF0856-DF51-CCC3-ADB5-96B387032C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F6CA2D64-D698-85AD-2003-40C979BFF3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F944F0A8-FCDA-6D63-E16C-55B1FBAC6F8F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4371D34E-D486-B2B5-C1FB-CF243D18D8D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F1B15826-CD59-F49D-BA32-D71D3D77A6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A994BD24-537D-8DCF-E1BE-C3FA7CC66B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2">
            <a:extLst>
              <a:ext uri="{FF2B5EF4-FFF2-40B4-BE49-F238E27FC236}">
                <a16:creationId xmlns:a16="http://schemas.microsoft.com/office/drawing/2014/main" id="{5C09F973-0041-B79B-1084-B676D9D1A0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3335338"/>
            <a:ext cx="11112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Line 33">
            <a:extLst>
              <a:ext uri="{FF2B5EF4-FFF2-40B4-BE49-F238E27FC236}">
                <a16:creationId xmlns:a16="http://schemas.microsoft.com/office/drawing/2014/main" id="{84827643-0BC3-84BB-7A6E-AB53A5F9128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087813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Line 35">
            <a:extLst>
              <a:ext uri="{FF2B5EF4-FFF2-40B4-BE49-F238E27FC236}">
                <a16:creationId xmlns:a16="http://schemas.microsoft.com/office/drawing/2014/main" id="{1570FE96-DABA-2BB1-4C49-01BD114A92B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5341938"/>
            <a:ext cx="0" cy="247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Line 36">
            <a:extLst>
              <a:ext uri="{FF2B5EF4-FFF2-40B4-BE49-F238E27FC236}">
                <a16:creationId xmlns:a16="http://schemas.microsoft.com/office/drawing/2014/main" id="{2EB56B39-A813-B79F-74EB-F15BA725700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681538"/>
            <a:ext cx="0" cy="131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Line 37">
            <a:extLst>
              <a:ext uri="{FF2B5EF4-FFF2-40B4-BE49-F238E27FC236}">
                <a16:creationId xmlns:a16="http://schemas.microsoft.com/office/drawing/2014/main" id="{9CEE3FAF-314F-6C75-6A00-BF2FAB2E930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4813300"/>
            <a:ext cx="2298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Line 40">
            <a:extLst>
              <a:ext uri="{FF2B5EF4-FFF2-40B4-BE49-F238E27FC236}">
                <a16:creationId xmlns:a16="http://schemas.microsoft.com/office/drawing/2014/main" id="{8C9A6861-EC34-18A0-3931-C66E67BFEA5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489075"/>
            <a:ext cx="903287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Line 41">
            <a:extLst>
              <a:ext uri="{FF2B5EF4-FFF2-40B4-BE49-F238E27FC236}">
                <a16:creationId xmlns:a16="http://schemas.microsoft.com/office/drawing/2014/main" id="{8152E4EA-721D-3AD3-A262-E0AEF82C44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487488"/>
            <a:ext cx="0" cy="36687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42">
            <a:extLst>
              <a:ext uri="{FF2B5EF4-FFF2-40B4-BE49-F238E27FC236}">
                <a16:creationId xmlns:a16="http://schemas.microsoft.com/office/drawing/2014/main" id="{0FA90838-2B90-D2AA-1087-E417976EC43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64338" y="5156200"/>
            <a:ext cx="7635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AFF46FE0-994F-2F9E-0A01-4BF1016B16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54B583EC-5BA9-2B9C-59CE-49FACD292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cxnSp>
        <p:nvCxnSpPr>
          <p:cNvPr id="59" name="直接连接符 58">
            <a:extLst>
              <a:ext uri="{FF2B5EF4-FFF2-40B4-BE49-F238E27FC236}">
                <a16:creationId xmlns:a16="http://schemas.microsoft.com/office/drawing/2014/main" id="{C1AE48E9-0AEF-ACBF-1482-4D4DB7087032}"/>
              </a:ext>
            </a:extLst>
          </p:cNvPr>
          <p:cNvCxnSpPr/>
          <p:nvPr/>
        </p:nvCxnSpPr>
        <p:spPr>
          <a:xfrm>
            <a:off x="3648075" y="2614613"/>
            <a:ext cx="5430838" cy="0"/>
          </a:xfrm>
          <a:prstGeom prst="line">
            <a:avLst/>
          </a:prstGeom>
          <a:ln w="41275">
            <a:solidFill>
              <a:srgbClr val="00B0F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29EA1B6-C307-E2C2-C719-1866150848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2222500"/>
            <a:ext cx="12874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Front-End</a:t>
            </a:r>
            <a:endParaRPr lang="zh-CN" altLang="en-US" sz="1800" b="1">
              <a:solidFill>
                <a:srgbClr val="00B0F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AD16166B-29A4-1977-96D4-A5F537FF8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2687638"/>
            <a:ext cx="12493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Back-End</a:t>
            </a:r>
            <a:endParaRPr lang="zh-CN" altLang="en-US" sz="1800" b="1">
              <a:solidFill>
                <a:srgbClr val="00B0F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986608814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334862-7795-0500-D91E-526060E7CC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B047764C-8685-53ED-37D2-24532EA95F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/>
              <a:t>IC design methodology &amp; EDA flow</a:t>
            </a:r>
            <a:endParaRPr lang="zh-CN" altLang="en-US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913F308A-2F06-5863-382D-E3C6E173862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11C6BEFE-D4B2-B281-6A0B-D3F153A8D02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166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D9B1453-2872-DA97-AD6D-C02ADCC1C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D278C7C-4D43-7156-C0AF-66165A75F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C4A9E21-1358-D83F-66AD-492F8012D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E6893D6-41D4-E545-0114-5850AA5D9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0C44E64-F7E4-2427-4793-D9ECDEFBC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D530C36-628B-BFE6-319D-42FB25C36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A214660-E510-FB7D-67EC-A00D6DBC5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627CD8D5-8E23-AE50-2C2C-6A0C6A103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FF70A95-B306-6C05-1C69-08283217F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1381391-46C3-F9FE-FF86-9B6732AF6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607511EF-2E42-8593-12BE-2F03A9D0F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3571875"/>
            <a:ext cx="3432175" cy="500063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Verify physical and Electrical design rules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67947E8-6168-1A94-39DB-5097496C7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286250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Extract  parasitic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E9203B7-BA68-2CBA-E6EE-6D24D2C36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945063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sign-off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DB409837-F859-2DBD-B1E8-3FC9668E9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5589588"/>
            <a:ext cx="2849563" cy="354012"/>
          </a:xfrm>
          <a:prstGeom prst="ellips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Production-ready masks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7295C52C-7071-D08A-34B3-AB8DFE0994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E3DED44F-3287-B6D2-6869-AF96EBA03628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30D8A94B-D290-F7DC-370D-BADA61A103A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78801846-C24F-C49E-0900-061B122843E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736ECA19-C97D-602D-E3BC-C3E8A2C9B18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9F06B943-DBD4-ECB5-9687-F864F6DF1D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704EFBDE-5CEB-A1A2-3B5D-4778604D2200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8E9A9FEB-3701-34AA-4F80-72623326E80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E3325F2B-B38F-FDB1-8C3A-F59408480BC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21339A73-8EE1-1660-0E45-D3EB52571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2">
            <a:extLst>
              <a:ext uri="{FF2B5EF4-FFF2-40B4-BE49-F238E27FC236}">
                <a16:creationId xmlns:a16="http://schemas.microsoft.com/office/drawing/2014/main" id="{F10A8590-443A-BB55-1AFA-E3F5854C616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3335338"/>
            <a:ext cx="11112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Line 33">
            <a:extLst>
              <a:ext uri="{FF2B5EF4-FFF2-40B4-BE49-F238E27FC236}">
                <a16:creationId xmlns:a16="http://schemas.microsoft.com/office/drawing/2014/main" id="{FBBD7F13-E1C8-2DE7-466C-3CBA072148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087813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Line 35">
            <a:extLst>
              <a:ext uri="{FF2B5EF4-FFF2-40B4-BE49-F238E27FC236}">
                <a16:creationId xmlns:a16="http://schemas.microsoft.com/office/drawing/2014/main" id="{C88C46CC-446B-86E5-BCC3-2AB14FEBE13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5341938"/>
            <a:ext cx="0" cy="247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Line 36">
            <a:extLst>
              <a:ext uri="{FF2B5EF4-FFF2-40B4-BE49-F238E27FC236}">
                <a16:creationId xmlns:a16="http://schemas.microsoft.com/office/drawing/2014/main" id="{5DFC943B-CFFF-7200-BFCE-81C9862BFA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681538"/>
            <a:ext cx="0" cy="131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Line 37">
            <a:extLst>
              <a:ext uri="{FF2B5EF4-FFF2-40B4-BE49-F238E27FC236}">
                <a16:creationId xmlns:a16="http://schemas.microsoft.com/office/drawing/2014/main" id="{777B628F-F8E2-00C7-2544-523C6B10107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4813300"/>
            <a:ext cx="2298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Line 40">
            <a:extLst>
              <a:ext uri="{FF2B5EF4-FFF2-40B4-BE49-F238E27FC236}">
                <a16:creationId xmlns:a16="http://schemas.microsoft.com/office/drawing/2014/main" id="{153AEC5C-A429-0174-7823-EBED783E4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489075"/>
            <a:ext cx="903287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Line 41">
            <a:extLst>
              <a:ext uri="{FF2B5EF4-FFF2-40B4-BE49-F238E27FC236}">
                <a16:creationId xmlns:a16="http://schemas.microsoft.com/office/drawing/2014/main" id="{B435107D-D68B-9753-73F7-7DA7AA307027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487488"/>
            <a:ext cx="0" cy="36687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42">
            <a:extLst>
              <a:ext uri="{FF2B5EF4-FFF2-40B4-BE49-F238E27FC236}">
                <a16:creationId xmlns:a16="http://schemas.microsoft.com/office/drawing/2014/main" id="{9FB8D812-6586-BBDD-0013-DCF556C6A10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64338" y="5156200"/>
            <a:ext cx="7635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32B892F8-B138-9BF1-6FEF-EA3FCFDF0D4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F1F4E49C-40CF-B379-5FAB-1219EA5FD2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cxnSp>
        <p:nvCxnSpPr>
          <p:cNvPr id="59" name="直接连接符 58">
            <a:extLst>
              <a:ext uri="{FF2B5EF4-FFF2-40B4-BE49-F238E27FC236}">
                <a16:creationId xmlns:a16="http://schemas.microsoft.com/office/drawing/2014/main" id="{0710E40D-5284-5AD4-AEF9-11F0EE84E5CC}"/>
              </a:ext>
            </a:extLst>
          </p:cNvPr>
          <p:cNvCxnSpPr/>
          <p:nvPr/>
        </p:nvCxnSpPr>
        <p:spPr>
          <a:xfrm>
            <a:off x="3648075" y="2614613"/>
            <a:ext cx="5430838" cy="0"/>
          </a:xfrm>
          <a:prstGeom prst="line">
            <a:avLst/>
          </a:prstGeom>
          <a:ln w="41275">
            <a:solidFill>
              <a:srgbClr val="00B0F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42542D80-F5D7-29E1-1B60-D6C0567A36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2222500"/>
            <a:ext cx="12874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Front-End</a:t>
            </a:r>
            <a:endParaRPr lang="zh-CN" altLang="en-US" sz="1800" b="1">
              <a:solidFill>
                <a:srgbClr val="00B0F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0F7609D6-FB5B-1CC2-F38B-BDAC3A3924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2687638"/>
            <a:ext cx="12493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Back-End</a:t>
            </a:r>
            <a:endParaRPr lang="zh-CN" altLang="en-US" sz="1800" b="1">
              <a:solidFill>
                <a:srgbClr val="00B0F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DB822A9A-9AB8-F85C-0C53-F0F89260B5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3213" y="1841500"/>
            <a:ext cx="825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 dirty="0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FPGA</a:t>
            </a:r>
            <a:endParaRPr lang="zh-CN" altLang="en-US" sz="1800" b="1" dirty="0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96944011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标题 1">
            <a:extLst>
              <a:ext uri="{FF2B5EF4-FFF2-40B4-BE49-F238E27FC236}">
                <a16:creationId xmlns:a16="http://schemas.microsoft.com/office/drawing/2014/main" id="{501A5412-366F-48DB-9397-ED0FE95E10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r>
              <a:rPr lang="en-US" altLang="zh-CN" dirty="0"/>
              <a:t>IC design methodology &amp; EDA flow</a:t>
            </a:r>
            <a:endParaRPr lang="zh-CN" altLang="en-US" dirty="0"/>
          </a:p>
        </p:txBody>
      </p:sp>
      <p:sp>
        <p:nvSpPr>
          <p:cNvPr id="63491" name="日期占位符 2">
            <a:extLst>
              <a:ext uri="{FF2B5EF4-FFF2-40B4-BE49-F238E27FC236}">
                <a16:creationId xmlns:a16="http://schemas.microsoft.com/office/drawing/2014/main" id="{CD82EB7B-C4FC-4437-9880-3649A7F51B8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E97390E9-8D0E-4B46-946B-3568D13B3E9F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3492" name="灯片编号占位符 3">
            <a:extLst>
              <a:ext uri="{FF2B5EF4-FFF2-40B4-BE49-F238E27FC236}">
                <a16:creationId xmlns:a16="http://schemas.microsoft.com/office/drawing/2014/main" id="{F59D0E49-A643-4345-B463-7DD528DBC65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639D686D-1853-4495-A765-110EADF6B3BF}" type="slidenum">
              <a:rPr lang="zh-CN" altLang="en-US" sz="1100"/>
              <a:pPr/>
              <a:t>167</a:t>
            </a:fld>
            <a:endParaRPr lang="zh-CN" altLang="en-US" sz="11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9A78CAC-C30C-48B6-BE32-5DA153A25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763" y="1249363"/>
            <a:ext cx="2212975" cy="3111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specification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B7F419D-59B6-4B6F-A77B-436728C60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8" y="1792288"/>
            <a:ext cx="1958975" cy="330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partition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E998B74-CCCB-4491-9E95-0A99332AD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2332038"/>
            <a:ext cx="2428875" cy="527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entry: </a:t>
            </a: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HDL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Behavioral modeling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CA3A16B-D01F-4407-A880-A7A44CB6C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8" y="3071813"/>
            <a:ext cx="2428875" cy="52705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F5BED9F-E768-492E-B95D-3BD492EFF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3802063"/>
            <a:ext cx="2500313" cy="593725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integration and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49FE4CB-0BF2-4AD0-907D-001B5F1E4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875" y="4575175"/>
            <a:ext cx="2592388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Synthesize (implement)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and map Gate-level netlist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DE63881-5FE4-4349-9421-D3A66123B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5303838"/>
            <a:ext cx="2239963" cy="571500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functional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verification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F409AEC-AB10-43D8-BAA8-90EDD0685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1306513"/>
            <a:ext cx="2097088" cy="528637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Postsynthesis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timing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  <a:hlinkClick r:id="rId3" action="ppaction://hlinksldjump"/>
              </a:rPr>
              <a:t> </a:t>
            </a: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F960D2F-0593-49AC-80E9-09521C408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2003425"/>
            <a:ext cx="2166938" cy="528638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Test generation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Fault simulation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F219B11-7792-4B62-8783-B840FB8BD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87638"/>
            <a:ext cx="3357562" cy="6540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Cell placement, scan  chain and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 clock tree insertion ,cell routing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E841452-458E-463B-9299-765F15675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3571875"/>
            <a:ext cx="3432175" cy="500063"/>
          </a:xfrm>
          <a:prstGeom prst="rect">
            <a:avLst/>
          </a:prstGeom>
          <a:solidFill>
            <a:srgbClr val="FFFF00">
              <a:alpha val="2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Verify physical and Electrical design rules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37C2B0B-CE4F-47A8-9A56-7282B5F23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286250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Extract  parasitic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0E0391E-50DF-4229-BB4C-CE641C84D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7850" y="4945063"/>
            <a:ext cx="2376488" cy="396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Design sign-off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33BE34C3-5F16-40A5-B059-3DEE176A6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0200" y="5589588"/>
            <a:ext cx="2849563" cy="354012"/>
          </a:xfrm>
          <a:prstGeom prst="ellips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1600" b="1">
                <a:latin typeface="Arial" panose="020B0604020202020204" pitchFamily="34" charset="0"/>
                <a:ea typeface="宋体" panose="02010600030101010101" pitchFamily="2" charset="-122"/>
              </a:rPr>
              <a:t>Production-ready masks</a:t>
            </a:r>
          </a:p>
        </p:txBody>
      </p:sp>
      <p:sp>
        <p:nvSpPr>
          <p:cNvPr id="20" name="Line 19">
            <a:extLst>
              <a:ext uri="{FF2B5EF4-FFF2-40B4-BE49-F238E27FC236}">
                <a16:creationId xmlns:a16="http://schemas.microsoft.com/office/drawing/2014/main" id="{E44C5FA8-9FEF-4E4F-A794-D525740748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2275" y="1560513"/>
            <a:ext cx="1588" cy="231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Line 20">
            <a:extLst>
              <a:ext uri="{FF2B5EF4-FFF2-40B4-BE49-F238E27FC236}">
                <a16:creationId xmlns:a16="http://schemas.microsoft.com/office/drawing/2014/main" id="{7D4E6140-9800-4935-93BD-CE76D01B3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275" y="2122488"/>
            <a:ext cx="1588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Line 21">
            <a:extLst>
              <a:ext uri="{FF2B5EF4-FFF2-40B4-BE49-F238E27FC236}">
                <a16:creationId xmlns:a16="http://schemas.microsoft.com/office/drawing/2014/main" id="{411DEA87-0DA1-4AEE-8464-1E5B2D485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5613" y="2859088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2">
            <a:extLst>
              <a:ext uri="{FF2B5EF4-FFF2-40B4-BE49-F238E27FC236}">
                <a16:creationId xmlns:a16="http://schemas.microsoft.com/office/drawing/2014/main" id="{D03EA090-4CE8-4A32-874E-B283EA30385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3590925"/>
            <a:ext cx="0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3">
            <a:extLst>
              <a:ext uri="{FF2B5EF4-FFF2-40B4-BE49-F238E27FC236}">
                <a16:creationId xmlns:a16="http://schemas.microsoft.com/office/drawing/2014/main" id="{B097EFA5-3A17-4DC7-AED3-AF006933647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4395788"/>
            <a:ext cx="0" cy="201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Line 25">
            <a:extLst>
              <a:ext uri="{FF2B5EF4-FFF2-40B4-BE49-F238E27FC236}">
                <a16:creationId xmlns:a16="http://schemas.microsoft.com/office/drawing/2014/main" id="{AB102014-A618-47E1-9FF8-1149E19FAA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5613" y="5103813"/>
            <a:ext cx="6350" cy="204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Line 27">
            <a:extLst>
              <a:ext uri="{FF2B5EF4-FFF2-40B4-BE49-F238E27FC236}">
                <a16:creationId xmlns:a16="http://schemas.microsoft.com/office/drawing/2014/main" id="{91795835-860D-4D48-BB2E-4A76AEDFD5E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3363" y="5605463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Line 28">
            <a:extLst>
              <a:ext uri="{FF2B5EF4-FFF2-40B4-BE49-F238E27FC236}">
                <a16:creationId xmlns:a16="http://schemas.microsoft.com/office/drawing/2014/main" id="{04C2D56B-33F5-4907-A2C1-20B47D17A59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1597025"/>
            <a:ext cx="0" cy="400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Line 29">
            <a:extLst>
              <a:ext uri="{FF2B5EF4-FFF2-40B4-BE49-F238E27FC236}">
                <a16:creationId xmlns:a16="http://schemas.microsoft.com/office/drawing/2014/main" id="{D06786D9-CEC0-4EB9-9AAB-106F22FB1B0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1597025"/>
            <a:ext cx="1187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Line 30">
            <a:extLst>
              <a:ext uri="{FF2B5EF4-FFF2-40B4-BE49-F238E27FC236}">
                <a16:creationId xmlns:a16="http://schemas.microsoft.com/office/drawing/2014/main" id="{D4549410-9913-44F8-BFB7-739B0C40901C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1825625"/>
            <a:ext cx="11112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Line 32">
            <a:extLst>
              <a:ext uri="{FF2B5EF4-FFF2-40B4-BE49-F238E27FC236}">
                <a16:creationId xmlns:a16="http://schemas.microsoft.com/office/drawing/2014/main" id="{AC1A9B98-F838-41FA-BFC2-08FFE34A3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3335338"/>
            <a:ext cx="11112" cy="223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Line 33">
            <a:extLst>
              <a:ext uri="{FF2B5EF4-FFF2-40B4-BE49-F238E27FC236}">
                <a16:creationId xmlns:a16="http://schemas.microsoft.com/office/drawing/2014/main" id="{8FF95B7D-9C9A-4E2B-94C6-FE694CFC4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087813"/>
            <a:ext cx="0" cy="19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Line 35">
            <a:extLst>
              <a:ext uri="{FF2B5EF4-FFF2-40B4-BE49-F238E27FC236}">
                <a16:creationId xmlns:a16="http://schemas.microsoft.com/office/drawing/2014/main" id="{9F5897C9-60C1-4CDB-A806-40F112D47E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5341938"/>
            <a:ext cx="0" cy="247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Line 36">
            <a:extLst>
              <a:ext uri="{FF2B5EF4-FFF2-40B4-BE49-F238E27FC236}">
                <a16:creationId xmlns:a16="http://schemas.microsoft.com/office/drawing/2014/main" id="{63AF7AC4-BC3F-4151-9334-178926D9D7E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5300" y="4681538"/>
            <a:ext cx="0" cy="131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Line 37">
            <a:extLst>
              <a:ext uri="{FF2B5EF4-FFF2-40B4-BE49-F238E27FC236}">
                <a16:creationId xmlns:a16="http://schemas.microsoft.com/office/drawing/2014/main" id="{19F5AF39-0A9A-4D69-B542-8546705341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76600" y="4813300"/>
            <a:ext cx="2298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Line 40">
            <a:extLst>
              <a:ext uri="{FF2B5EF4-FFF2-40B4-BE49-F238E27FC236}">
                <a16:creationId xmlns:a16="http://schemas.microsoft.com/office/drawing/2014/main" id="{138DD09C-99D9-40AE-B2CE-8D142D34AB9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4638" y="1489075"/>
            <a:ext cx="903287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Line 41">
            <a:extLst>
              <a:ext uri="{FF2B5EF4-FFF2-40B4-BE49-F238E27FC236}">
                <a16:creationId xmlns:a16="http://schemas.microsoft.com/office/drawing/2014/main" id="{AB2619BF-48D3-4C3A-AA57-B4D4CE871BEA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925" y="1487488"/>
            <a:ext cx="0" cy="36687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Line 42">
            <a:extLst>
              <a:ext uri="{FF2B5EF4-FFF2-40B4-BE49-F238E27FC236}">
                <a16:creationId xmlns:a16="http://schemas.microsoft.com/office/drawing/2014/main" id="{6B7DFAC4-BF98-4773-9742-EC875CEABF5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64338" y="5156200"/>
            <a:ext cx="7635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30">
            <a:extLst>
              <a:ext uri="{FF2B5EF4-FFF2-40B4-BE49-F238E27FC236}">
                <a16:creationId xmlns:a16="http://schemas.microsoft.com/office/drawing/2014/main" id="{3A6586E4-48B5-4FFE-9BC5-11C86FA512B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4188" y="2527300"/>
            <a:ext cx="3175" cy="176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526" name="TextBox 42">
            <a:extLst>
              <a:ext uri="{FF2B5EF4-FFF2-40B4-BE49-F238E27FC236}">
                <a16:creationId xmlns:a16="http://schemas.microsoft.com/office/drawing/2014/main" id="{F968E07B-F7F1-4050-B8A8-81187EA647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974725"/>
            <a:ext cx="1457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600" b="1" dirty="0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Chap1.4~1.6</a:t>
            </a:r>
            <a:endParaRPr lang="zh-CN" altLang="en-US" sz="1600" b="1" dirty="0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cxnSp>
        <p:nvCxnSpPr>
          <p:cNvPr id="59" name="直接连接符 58">
            <a:extLst>
              <a:ext uri="{FF2B5EF4-FFF2-40B4-BE49-F238E27FC236}">
                <a16:creationId xmlns:a16="http://schemas.microsoft.com/office/drawing/2014/main" id="{337BBECC-B6AC-418F-B04B-F1FC2B467459}"/>
              </a:ext>
            </a:extLst>
          </p:cNvPr>
          <p:cNvCxnSpPr/>
          <p:nvPr/>
        </p:nvCxnSpPr>
        <p:spPr>
          <a:xfrm>
            <a:off x="3648075" y="2614613"/>
            <a:ext cx="5430838" cy="0"/>
          </a:xfrm>
          <a:prstGeom prst="line">
            <a:avLst/>
          </a:prstGeom>
          <a:ln w="41275">
            <a:solidFill>
              <a:srgbClr val="00B0F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58CDE5FF-F6B6-4965-BAC7-88560A965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2222500"/>
            <a:ext cx="12874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Front-End</a:t>
            </a:r>
            <a:endParaRPr lang="zh-CN" altLang="en-US" sz="1800" b="1">
              <a:solidFill>
                <a:srgbClr val="00B0F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7AAF6210-415F-4C50-8A08-4E02E82F48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2075" y="2687638"/>
            <a:ext cx="12493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Back-End</a:t>
            </a:r>
            <a:endParaRPr lang="zh-CN" altLang="en-US" sz="1800" b="1">
              <a:solidFill>
                <a:srgbClr val="00B0F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A9FA9C97-B1B9-4B7B-B890-3E880AD32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3213" y="1841500"/>
            <a:ext cx="825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 dirty="0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FPGA</a:t>
            </a:r>
            <a:endParaRPr lang="zh-CN" altLang="en-US" sz="1800" b="1" dirty="0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46F030CE-C243-4CC5-BF3E-0D82FDFD2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3213" y="3078163"/>
            <a:ext cx="7366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5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ASIC</a:t>
            </a:r>
            <a:endParaRPr lang="zh-CN" altLang="en-US" sz="1800" b="1">
              <a:solidFill>
                <a:srgbClr val="00B05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5356059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DF4696-6FCD-532B-13C6-13580D93F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extLst>
              <a:ext uri="{FF2B5EF4-FFF2-40B4-BE49-F238E27FC236}">
                <a16:creationId xmlns:a16="http://schemas.microsoft.com/office/drawing/2014/main" id="{8FC27CF4-D14B-666E-2AA1-039EDDECF7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2000" y="188913"/>
            <a:ext cx="8058150" cy="57785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US" altLang="zh-CN" dirty="0"/>
              <a:t>Hierarchy for IC design </a:t>
            </a:r>
            <a:endParaRPr lang="zh-CN" altLang="en-US" dirty="0"/>
          </a:p>
        </p:txBody>
      </p:sp>
      <p:sp>
        <p:nvSpPr>
          <p:cNvPr id="77828" name="Rectangle 3">
            <a:extLst>
              <a:ext uri="{FF2B5EF4-FFF2-40B4-BE49-F238E27FC236}">
                <a16:creationId xmlns:a16="http://schemas.microsoft.com/office/drawing/2014/main" id="{A493C491-5632-3427-F1BC-604C12616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37175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29" name="Rectangle 4">
            <a:extLst>
              <a:ext uri="{FF2B5EF4-FFF2-40B4-BE49-F238E27FC236}">
                <a16:creationId xmlns:a16="http://schemas.microsoft.com/office/drawing/2014/main" id="{D8D0ADC0-927E-9219-1049-0FBD0A32F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0" name="Rectangle 5">
            <a:extLst>
              <a:ext uri="{FF2B5EF4-FFF2-40B4-BE49-F238E27FC236}">
                <a16:creationId xmlns:a16="http://schemas.microsoft.com/office/drawing/2014/main" id="{C25988EF-D188-2474-4AF1-033E82A5B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288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1" name="Rectangle 6">
            <a:extLst>
              <a:ext uri="{FF2B5EF4-FFF2-40B4-BE49-F238E27FC236}">
                <a16:creationId xmlns:a16="http://schemas.microsoft.com/office/drawing/2014/main" id="{51A093AB-783E-F4CC-EEAD-7EF70CF45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14938"/>
            <a:ext cx="11113" cy="1222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2" name="Rectangle 7">
            <a:extLst>
              <a:ext uri="{FF2B5EF4-FFF2-40B4-BE49-F238E27FC236}">
                <a16:creationId xmlns:a16="http://schemas.microsoft.com/office/drawing/2014/main" id="{F0A964DF-C5A8-37BF-F3D1-7DD038A44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50942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3" name="Rectangle 8">
            <a:extLst>
              <a:ext uri="{FF2B5EF4-FFF2-40B4-BE49-F238E27FC236}">
                <a16:creationId xmlns:a16="http://schemas.microsoft.com/office/drawing/2014/main" id="{23B19F62-05D6-C849-4D3F-188CA3323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88791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4" name="Rectangle 9">
            <a:extLst>
              <a:ext uri="{FF2B5EF4-FFF2-40B4-BE49-F238E27FC236}">
                <a16:creationId xmlns:a16="http://schemas.microsoft.com/office/drawing/2014/main" id="{506E5038-5ED9-DF74-06F7-FBE984C3F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5" name="Rectangle 10">
            <a:extLst>
              <a:ext uri="{FF2B5EF4-FFF2-40B4-BE49-F238E27FC236}">
                <a16:creationId xmlns:a16="http://schemas.microsoft.com/office/drawing/2014/main" id="{CBFE6A0F-A056-8C74-7B46-57F45181D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2988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6" name="Rectangle 11">
            <a:extLst>
              <a:ext uri="{FF2B5EF4-FFF2-40B4-BE49-F238E27FC236}">
                <a16:creationId xmlns:a16="http://schemas.microsoft.com/office/drawing/2014/main" id="{6828655F-A548-E08C-1ABA-329AE1253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7" name="Freeform 12">
            <a:extLst>
              <a:ext uri="{FF2B5EF4-FFF2-40B4-BE49-F238E27FC236}">
                <a16:creationId xmlns:a16="http://schemas.microsoft.com/office/drawing/2014/main" id="{F3C65B08-7F20-EF36-2866-7AEFDCF489F1}"/>
              </a:ext>
            </a:extLst>
          </p:cNvPr>
          <p:cNvSpPr>
            <a:spLocks/>
          </p:cNvSpPr>
          <p:nvPr/>
        </p:nvSpPr>
        <p:spPr bwMode="auto">
          <a:xfrm>
            <a:off x="7259638" y="5081588"/>
            <a:ext cx="11112" cy="1587"/>
          </a:xfrm>
          <a:custGeom>
            <a:avLst/>
            <a:gdLst>
              <a:gd name="T0" fmla="*/ 0 w 7"/>
              <a:gd name="T1" fmla="*/ 0 h 1588"/>
              <a:gd name="T2" fmla="*/ 0 w 7"/>
              <a:gd name="T3" fmla="*/ 0 h 1588"/>
              <a:gd name="T4" fmla="*/ 0 w 7"/>
              <a:gd name="T5" fmla="*/ 0 h 1588"/>
              <a:gd name="T6" fmla="*/ 2147483647 w 7"/>
              <a:gd name="T7" fmla="*/ 0 h 1588"/>
              <a:gd name="T8" fmla="*/ 2147483647 w 7"/>
              <a:gd name="T9" fmla="*/ 0 h 1588"/>
              <a:gd name="T10" fmla="*/ 2147483647 w 7"/>
              <a:gd name="T11" fmla="*/ 0 h 1588"/>
              <a:gd name="T12" fmla="*/ 0 w 7"/>
              <a:gd name="T13" fmla="*/ 0 h 158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8"/>
              <a:gd name="T23" fmla="*/ 7 w 7"/>
              <a:gd name="T24" fmla="*/ 1588 h 158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8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8" name="Rectangle 13">
            <a:extLst>
              <a:ext uri="{FF2B5EF4-FFF2-40B4-BE49-F238E27FC236}">
                <a16:creationId xmlns:a16="http://schemas.microsoft.com/office/drawing/2014/main" id="{E37833E6-D4FB-7BC1-736C-40EF6BF06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9" name="Rectangle 14">
            <a:extLst>
              <a:ext uri="{FF2B5EF4-FFF2-40B4-BE49-F238E27FC236}">
                <a16:creationId xmlns:a16="http://schemas.microsoft.com/office/drawing/2014/main" id="{6434E79E-C16C-6910-CF3B-3AA0A8AA3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0" name="Rectangle 15">
            <a:extLst>
              <a:ext uri="{FF2B5EF4-FFF2-40B4-BE49-F238E27FC236}">
                <a16:creationId xmlns:a16="http://schemas.microsoft.com/office/drawing/2014/main" id="{2CE2A8B3-AF6A-FA93-2599-C76C9276E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514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1" name="Rectangle 16">
            <a:extLst>
              <a:ext uri="{FF2B5EF4-FFF2-40B4-BE49-F238E27FC236}">
                <a16:creationId xmlns:a16="http://schemas.microsoft.com/office/drawing/2014/main" id="{0B62E031-2BD6-DC8B-B784-E42C54B74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3159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2" name="Rectangle 17">
            <a:extLst>
              <a:ext uri="{FF2B5EF4-FFF2-40B4-BE49-F238E27FC236}">
                <a16:creationId xmlns:a16="http://schemas.microsoft.com/office/drawing/2014/main" id="{5423812F-4A5F-4DAE-21B5-8D15DDED2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3" name="Rectangle 18">
            <a:extLst>
              <a:ext uri="{FF2B5EF4-FFF2-40B4-BE49-F238E27FC236}">
                <a16:creationId xmlns:a16="http://schemas.microsoft.com/office/drawing/2014/main" id="{824F18FB-B53F-2965-39A1-4EE66D556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84700"/>
            <a:ext cx="12700" cy="2174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4" name="Rectangle 19">
            <a:extLst>
              <a:ext uri="{FF2B5EF4-FFF2-40B4-BE49-F238E27FC236}">
                <a16:creationId xmlns:a16="http://schemas.microsoft.com/office/drawing/2014/main" id="{F24ACE1E-C1FE-1DE4-C344-5DFB3DC95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5" name="Rectangle 20">
            <a:extLst>
              <a:ext uri="{FF2B5EF4-FFF2-40B4-BE49-F238E27FC236}">
                <a16:creationId xmlns:a16="http://schemas.microsoft.com/office/drawing/2014/main" id="{D24DC07D-A2F0-64AB-405C-86D713588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6" name="Rectangle 21">
            <a:extLst>
              <a:ext uri="{FF2B5EF4-FFF2-40B4-BE49-F238E27FC236}">
                <a16:creationId xmlns:a16="http://schemas.microsoft.com/office/drawing/2014/main" id="{080B9A64-D8DC-EC06-E4BD-2C7D071D7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7" name="Rectangle 22">
            <a:extLst>
              <a:ext uri="{FF2B5EF4-FFF2-40B4-BE49-F238E27FC236}">
                <a16:creationId xmlns:a16="http://schemas.microsoft.com/office/drawing/2014/main" id="{71332A70-9A7D-7BC9-B136-9354F0E87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8" name="Rectangle 23">
            <a:extLst>
              <a:ext uri="{FF2B5EF4-FFF2-40B4-BE49-F238E27FC236}">
                <a16:creationId xmlns:a16="http://schemas.microsoft.com/office/drawing/2014/main" id="{43CEB5A3-4F51-4CCE-E3DD-BE1507F31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9" name="Rectangle 24">
            <a:extLst>
              <a:ext uri="{FF2B5EF4-FFF2-40B4-BE49-F238E27FC236}">
                <a16:creationId xmlns:a16="http://schemas.microsoft.com/office/drawing/2014/main" id="{9A1FD1FA-EF9C-17FB-73AE-2F82C4C92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990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0" name="Rectangle 25">
            <a:extLst>
              <a:ext uri="{FF2B5EF4-FFF2-40B4-BE49-F238E27FC236}">
                <a16:creationId xmlns:a16="http://schemas.microsoft.com/office/drawing/2014/main" id="{3CE98D15-1601-B471-A4C0-98C1A8912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1" name="Rectangle 26">
            <a:extLst>
              <a:ext uri="{FF2B5EF4-FFF2-40B4-BE49-F238E27FC236}">
                <a16:creationId xmlns:a16="http://schemas.microsoft.com/office/drawing/2014/main" id="{797F77FA-86D2-8A16-0F3F-4AB335FE3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802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2" name="Rectangle 27">
            <a:extLst>
              <a:ext uri="{FF2B5EF4-FFF2-40B4-BE49-F238E27FC236}">
                <a16:creationId xmlns:a16="http://schemas.microsoft.com/office/drawing/2014/main" id="{140E5680-F4CD-76EF-A6B4-EBA043546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3" name="Rectangle 28">
            <a:extLst>
              <a:ext uri="{FF2B5EF4-FFF2-40B4-BE49-F238E27FC236}">
                <a16:creationId xmlns:a16="http://schemas.microsoft.com/office/drawing/2014/main" id="{0DD3C95D-2B08-DD26-DBBC-1285885F4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053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4" name="Rectangle 29">
            <a:extLst>
              <a:ext uri="{FF2B5EF4-FFF2-40B4-BE49-F238E27FC236}">
                <a16:creationId xmlns:a16="http://schemas.microsoft.com/office/drawing/2014/main" id="{B6CFF5AE-2C02-351F-EE1D-C2F9A3EB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5" name="Rectangle 30">
            <a:extLst>
              <a:ext uri="{FF2B5EF4-FFF2-40B4-BE49-F238E27FC236}">
                <a16:creationId xmlns:a16="http://schemas.microsoft.com/office/drawing/2014/main" id="{42F19039-4A76-DF6E-0D01-8B7DA7075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2560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6" name="Rectangle 31">
            <a:extLst>
              <a:ext uri="{FF2B5EF4-FFF2-40B4-BE49-F238E27FC236}">
                <a16:creationId xmlns:a16="http://schemas.microsoft.com/office/drawing/2014/main" id="{19359DB3-4CD1-BDD7-6110-C624D8A7E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7" name="Rectangle 32">
            <a:extLst>
              <a:ext uri="{FF2B5EF4-FFF2-40B4-BE49-F238E27FC236}">
                <a16:creationId xmlns:a16="http://schemas.microsoft.com/office/drawing/2014/main" id="{94C87D9C-D344-5FF6-0927-B338D12BF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587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8" name="Rectangle 33">
            <a:extLst>
              <a:ext uri="{FF2B5EF4-FFF2-40B4-BE49-F238E27FC236}">
                <a16:creationId xmlns:a16="http://schemas.microsoft.com/office/drawing/2014/main" id="{539B95E8-5C43-4357-7D25-93F95743A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9388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9" name="Rectangle 34">
            <a:extLst>
              <a:ext uri="{FF2B5EF4-FFF2-40B4-BE49-F238E27FC236}">
                <a16:creationId xmlns:a16="http://schemas.microsoft.com/office/drawing/2014/main" id="{B1804414-50C0-1056-03C2-716149713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0" name="Rectangle 35">
            <a:extLst>
              <a:ext uri="{FF2B5EF4-FFF2-40B4-BE49-F238E27FC236}">
                <a16:creationId xmlns:a16="http://schemas.microsoft.com/office/drawing/2014/main" id="{5891BB4B-D536-D601-159B-1C7159169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1" name="Rectangle 36">
            <a:extLst>
              <a:ext uri="{FF2B5EF4-FFF2-40B4-BE49-F238E27FC236}">
                <a16:creationId xmlns:a16="http://schemas.microsoft.com/office/drawing/2014/main" id="{312A0B46-9ABB-997B-19FA-1C9595027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2" name="Rectangle 37">
            <a:extLst>
              <a:ext uri="{FF2B5EF4-FFF2-40B4-BE49-F238E27FC236}">
                <a16:creationId xmlns:a16="http://schemas.microsoft.com/office/drawing/2014/main" id="{309E8298-21BA-B9C0-4E71-9AB6D4EEC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3" name="Rectangle 38">
            <a:extLst>
              <a:ext uri="{FF2B5EF4-FFF2-40B4-BE49-F238E27FC236}">
                <a16:creationId xmlns:a16="http://schemas.microsoft.com/office/drawing/2014/main" id="{CFED2B38-F890-8E18-6956-8EACA22A4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4" name="Rectangle 39">
            <a:extLst>
              <a:ext uri="{FF2B5EF4-FFF2-40B4-BE49-F238E27FC236}">
                <a16:creationId xmlns:a16="http://schemas.microsoft.com/office/drawing/2014/main" id="{B6DB8483-DF01-B1B7-263B-FDC5BD2F3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053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5" name="Rectangle 40">
            <a:extLst>
              <a:ext uri="{FF2B5EF4-FFF2-40B4-BE49-F238E27FC236}">
                <a16:creationId xmlns:a16="http://schemas.microsoft.com/office/drawing/2014/main" id="{677894B2-F8DA-42FF-792B-75A6DBB77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6" name="Rectangle 41">
            <a:extLst>
              <a:ext uri="{FF2B5EF4-FFF2-40B4-BE49-F238E27FC236}">
                <a16:creationId xmlns:a16="http://schemas.microsoft.com/office/drawing/2014/main" id="{517BE581-5900-C499-9468-20D252848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1576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7" name="Rectangle 42">
            <a:extLst>
              <a:ext uri="{FF2B5EF4-FFF2-40B4-BE49-F238E27FC236}">
                <a16:creationId xmlns:a16="http://schemas.microsoft.com/office/drawing/2014/main" id="{D4C299DB-6AF3-7CDF-3EE4-A18D494B6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8" name="Rectangle 43">
            <a:extLst>
              <a:ext uri="{FF2B5EF4-FFF2-40B4-BE49-F238E27FC236}">
                <a16:creationId xmlns:a16="http://schemas.microsoft.com/office/drawing/2014/main" id="{9159BC2E-47E8-FAEA-95E7-6B5E73E54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750" y="40989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9" name="Rectangle 44">
            <a:extLst>
              <a:ext uri="{FF2B5EF4-FFF2-40B4-BE49-F238E27FC236}">
                <a16:creationId xmlns:a16="http://schemas.microsoft.com/office/drawing/2014/main" id="{D83B8B05-F3CB-86BE-8678-4E1EAFA2E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64502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0" name="Rectangle 45">
            <a:extLst>
              <a:ext uri="{FF2B5EF4-FFF2-40B4-BE49-F238E27FC236}">
                <a16:creationId xmlns:a16="http://schemas.microsoft.com/office/drawing/2014/main" id="{75A712E5-29E0-9552-B83F-D4032F967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1" name="Rectangle 46">
            <a:extLst>
              <a:ext uri="{FF2B5EF4-FFF2-40B4-BE49-F238E27FC236}">
                <a16:creationId xmlns:a16="http://schemas.microsoft.com/office/drawing/2014/main" id="{E2972C7B-F70A-57D1-BC7A-5EF914BF7D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354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2" name="Rectangle 47">
            <a:extLst>
              <a:ext uri="{FF2B5EF4-FFF2-40B4-BE49-F238E27FC236}">
                <a16:creationId xmlns:a16="http://schemas.microsoft.com/office/drawing/2014/main" id="{BAE50FD0-5B4E-FE6F-A130-D1AC66101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40213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3" name="Rectangle 48">
            <a:extLst>
              <a:ext uri="{FF2B5EF4-FFF2-40B4-BE49-F238E27FC236}">
                <a16:creationId xmlns:a16="http://schemas.microsoft.com/office/drawing/2014/main" id="{F93ADDB7-B733-8386-8586-0110FD1D1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116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4" name="Rectangle 49">
            <a:extLst>
              <a:ext uri="{FF2B5EF4-FFF2-40B4-BE49-F238E27FC236}">
                <a16:creationId xmlns:a16="http://schemas.microsoft.com/office/drawing/2014/main" id="{3653DA46-B430-5D99-0139-3C2B76903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116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5" name="Rectangle 50">
            <a:extLst>
              <a:ext uri="{FF2B5EF4-FFF2-40B4-BE49-F238E27FC236}">
                <a16:creationId xmlns:a16="http://schemas.microsoft.com/office/drawing/2014/main" id="{28216B4A-812A-88B2-41B6-1F9EEA673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6" name="Rectangle 51">
            <a:extLst>
              <a:ext uri="{FF2B5EF4-FFF2-40B4-BE49-F238E27FC236}">
                <a16:creationId xmlns:a16="http://schemas.microsoft.com/office/drawing/2014/main" id="{07D56368-7857-6D5C-DECB-DF459C6B8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81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7" name="Rectangle 52">
            <a:extLst>
              <a:ext uri="{FF2B5EF4-FFF2-40B4-BE49-F238E27FC236}">
                <a16:creationId xmlns:a16="http://schemas.microsoft.com/office/drawing/2014/main" id="{5EAF76B0-51DC-EF08-E820-795FE58E2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8" name="Rectangle 53">
            <a:extLst>
              <a:ext uri="{FF2B5EF4-FFF2-40B4-BE49-F238E27FC236}">
                <a16:creationId xmlns:a16="http://schemas.microsoft.com/office/drawing/2014/main" id="{155307E9-A509-090B-FBAD-596849B42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9897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9" name="Rectangle 54">
            <a:extLst>
              <a:ext uri="{FF2B5EF4-FFF2-40B4-BE49-F238E27FC236}">
                <a16:creationId xmlns:a16="http://schemas.microsoft.com/office/drawing/2014/main" id="{C0B274B6-ABC7-71CD-7571-0C525A1DB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0" name="Rectangle 55">
            <a:extLst>
              <a:ext uri="{FF2B5EF4-FFF2-40B4-BE49-F238E27FC236}">
                <a16:creationId xmlns:a16="http://schemas.microsoft.com/office/drawing/2014/main" id="{189E69B9-500B-0836-64B2-98E95751B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6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1" name="Rectangle 56">
            <a:extLst>
              <a:ext uri="{FF2B5EF4-FFF2-40B4-BE49-F238E27FC236}">
                <a16:creationId xmlns:a16="http://schemas.microsoft.com/office/drawing/2014/main" id="{F9BFA0E2-D13E-7456-0884-9C8983E17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2" name="Rectangle 57">
            <a:extLst>
              <a:ext uri="{FF2B5EF4-FFF2-40B4-BE49-F238E27FC236}">
                <a16:creationId xmlns:a16="http://schemas.microsoft.com/office/drawing/2014/main" id="{39546C75-4668-AFD2-9BD6-4C38431FD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050" y="44021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3" name="Rectangle 58">
            <a:extLst>
              <a:ext uri="{FF2B5EF4-FFF2-40B4-BE49-F238E27FC236}">
                <a16:creationId xmlns:a16="http://schemas.microsoft.com/office/drawing/2014/main" id="{2EBAF2EA-EB44-AC6D-803F-6B23ECD5D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4" name="Rectangle 59">
            <a:extLst>
              <a:ext uri="{FF2B5EF4-FFF2-40B4-BE49-F238E27FC236}">
                <a16:creationId xmlns:a16="http://schemas.microsoft.com/office/drawing/2014/main" id="{83A0A5A3-97B4-1AC3-3C53-A6BFAF0BE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013" y="38798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5" name="Rectangle 60">
            <a:extLst>
              <a:ext uri="{FF2B5EF4-FFF2-40B4-BE49-F238E27FC236}">
                <a16:creationId xmlns:a16="http://schemas.microsoft.com/office/drawing/2014/main" id="{F82E7E2E-BE24-DD12-33E2-A61E4DF34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8798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6" name="Rectangle 61">
            <a:extLst>
              <a:ext uri="{FF2B5EF4-FFF2-40B4-BE49-F238E27FC236}">
                <a16:creationId xmlns:a16="http://schemas.microsoft.com/office/drawing/2014/main" id="{30ACC989-BE6B-AD78-AD87-73586D33B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7" name="Rectangle 62">
            <a:extLst>
              <a:ext uri="{FF2B5EF4-FFF2-40B4-BE49-F238E27FC236}">
                <a16:creationId xmlns:a16="http://schemas.microsoft.com/office/drawing/2014/main" id="{1C2AE3F1-DC49-857C-169B-509FF0B48F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8" name="Rectangle 63">
            <a:extLst>
              <a:ext uri="{FF2B5EF4-FFF2-40B4-BE49-F238E27FC236}">
                <a16:creationId xmlns:a16="http://schemas.microsoft.com/office/drawing/2014/main" id="{610DEB59-C644-3D06-CD97-FA6951D75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9" name="Rectangle 64">
            <a:extLst>
              <a:ext uri="{FF2B5EF4-FFF2-40B4-BE49-F238E27FC236}">
                <a16:creationId xmlns:a16="http://schemas.microsoft.com/office/drawing/2014/main" id="{4CF8C14D-71F7-FB40-BED1-90E200E02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0" name="Rectangle 65">
            <a:extLst>
              <a:ext uri="{FF2B5EF4-FFF2-40B4-BE49-F238E27FC236}">
                <a16:creationId xmlns:a16="http://schemas.microsoft.com/office/drawing/2014/main" id="{B623389D-9BC7-E0C4-DD3B-3FFEE2845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1" name="Rectangle 66">
            <a:extLst>
              <a:ext uri="{FF2B5EF4-FFF2-40B4-BE49-F238E27FC236}">
                <a16:creationId xmlns:a16="http://schemas.microsoft.com/office/drawing/2014/main" id="{1854FA5F-5AD7-875B-D44B-2353BF91B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2" name="Rectangle 67">
            <a:extLst>
              <a:ext uri="{FF2B5EF4-FFF2-40B4-BE49-F238E27FC236}">
                <a16:creationId xmlns:a16="http://schemas.microsoft.com/office/drawing/2014/main" id="{F2F1290A-269B-8189-8375-5C4B3810F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3" name="Rectangle 68">
            <a:extLst>
              <a:ext uri="{FF2B5EF4-FFF2-40B4-BE49-F238E27FC236}">
                <a16:creationId xmlns:a16="http://schemas.microsoft.com/office/drawing/2014/main" id="{A4B5FF36-E4C1-EA7B-1A71-55E4D7F65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4" name="Rectangle 69">
            <a:extLst>
              <a:ext uri="{FF2B5EF4-FFF2-40B4-BE49-F238E27FC236}">
                <a16:creationId xmlns:a16="http://schemas.microsoft.com/office/drawing/2014/main" id="{1159F3A9-4AA3-63CA-D726-A0A3CB3C1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5" name="Rectangle 70">
            <a:extLst>
              <a:ext uri="{FF2B5EF4-FFF2-40B4-BE49-F238E27FC236}">
                <a16:creationId xmlns:a16="http://schemas.microsoft.com/office/drawing/2014/main" id="{8B5EA0E2-1511-2ABA-C89E-04E72D80F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6" name="Rectangle 71">
            <a:extLst>
              <a:ext uri="{FF2B5EF4-FFF2-40B4-BE49-F238E27FC236}">
                <a16:creationId xmlns:a16="http://schemas.microsoft.com/office/drawing/2014/main" id="{6C19513A-9623-EC8B-D4B4-8F1BA0D37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7" name="Rectangle 72">
            <a:extLst>
              <a:ext uri="{FF2B5EF4-FFF2-40B4-BE49-F238E27FC236}">
                <a16:creationId xmlns:a16="http://schemas.microsoft.com/office/drawing/2014/main" id="{F6E4EB1C-E17C-28EE-67A3-2670CB7CD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8" name="Rectangle 73">
            <a:extLst>
              <a:ext uri="{FF2B5EF4-FFF2-40B4-BE49-F238E27FC236}">
                <a16:creationId xmlns:a16="http://schemas.microsoft.com/office/drawing/2014/main" id="{3D69908B-6AFF-3089-5324-E7C0C1245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0650" y="36988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9" name="Rectangle 74">
            <a:extLst>
              <a:ext uri="{FF2B5EF4-FFF2-40B4-BE49-F238E27FC236}">
                <a16:creationId xmlns:a16="http://schemas.microsoft.com/office/drawing/2014/main" id="{98FD5082-8A16-5C9E-C0B5-61B1567CF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488" y="36988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0" name="Rectangle 75">
            <a:extLst>
              <a:ext uri="{FF2B5EF4-FFF2-40B4-BE49-F238E27FC236}">
                <a16:creationId xmlns:a16="http://schemas.microsoft.com/office/drawing/2014/main" id="{6456D40E-466A-BA4A-622F-2501DD6CF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1" name="Rectangle 76">
            <a:extLst>
              <a:ext uri="{FF2B5EF4-FFF2-40B4-BE49-F238E27FC236}">
                <a16:creationId xmlns:a16="http://schemas.microsoft.com/office/drawing/2014/main" id="{E5DC1D67-639D-CD79-4BD1-C1DA99D01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2" name="Rectangle 77">
            <a:extLst>
              <a:ext uri="{FF2B5EF4-FFF2-40B4-BE49-F238E27FC236}">
                <a16:creationId xmlns:a16="http://schemas.microsoft.com/office/drawing/2014/main" id="{FEFF484E-BE17-0992-9DFD-3405E0B19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3" name="Rectangle 78">
            <a:extLst>
              <a:ext uri="{FF2B5EF4-FFF2-40B4-BE49-F238E27FC236}">
                <a16:creationId xmlns:a16="http://schemas.microsoft.com/office/drawing/2014/main" id="{BF2DCA55-E1FC-DC33-C4C8-7CB9EE87C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4" name="Rectangle 79">
            <a:extLst>
              <a:ext uri="{FF2B5EF4-FFF2-40B4-BE49-F238E27FC236}">
                <a16:creationId xmlns:a16="http://schemas.microsoft.com/office/drawing/2014/main" id="{03D2B84F-ECD9-7D3F-9869-793E66C36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5" name="Rectangle 80">
            <a:extLst>
              <a:ext uri="{FF2B5EF4-FFF2-40B4-BE49-F238E27FC236}">
                <a16:creationId xmlns:a16="http://schemas.microsoft.com/office/drawing/2014/main" id="{8D3BA27D-C845-4448-926C-E912EBF5F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6" name="Rectangle 81">
            <a:extLst>
              <a:ext uri="{FF2B5EF4-FFF2-40B4-BE49-F238E27FC236}">
                <a16:creationId xmlns:a16="http://schemas.microsoft.com/office/drawing/2014/main" id="{FD7ED725-7266-0D41-24F3-450BFDEB8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7" name="Rectangle 82">
            <a:extLst>
              <a:ext uri="{FF2B5EF4-FFF2-40B4-BE49-F238E27FC236}">
                <a16:creationId xmlns:a16="http://schemas.microsoft.com/office/drawing/2014/main" id="{1A46D309-49DE-4B91-4468-5F181CCAF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8" name="Rectangle 83">
            <a:extLst>
              <a:ext uri="{FF2B5EF4-FFF2-40B4-BE49-F238E27FC236}">
                <a16:creationId xmlns:a16="http://schemas.microsoft.com/office/drawing/2014/main" id="{17783740-D512-870E-BB54-D02CB8FB7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77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9" name="Rectangle 84">
            <a:extLst>
              <a:ext uri="{FF2B5EF4-FFF2-40B4-BE49-F238E27FC236}">
                <a16:creationId xmlns:a16="http://schemas.microsoft.com/office/drawing/2014/main" id="{FAC69C2B-FAC6-CAE6-3CEE-22B76EAD4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42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0" name="Rectangle 85">
            <a:extLst>
              <a:ext uri="{FF2B5EF4-FFF2-40B4-BE49-F238E27FC236}">
                <a16:creationId xmlns:a16="http://schemas.microsoft.com/office/drawing/2014/main" id="{9E50A237-6C03-722B-2E76-BBD1C9615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890713"/>
            <a:ext cx="11113" cy="841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1" name="Rectangle 86">
            <a:extLst>
              <a:ext uri="{FF2B5EF4-FFF2-40B4-BE49-F238E27FC236}">
                <a16:creationId xmlns:a16="http://schemas.microsoft.com/office/drawing/2014/main" id="{D34956C5-5979-7498-9F6B-87DBCFF0F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351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2" name="Rectangle 87">
            <a:extLst>
              <a:ext uri="{FF2B5EF4-FFF2-40B4-BE49-F238E27FC236}">
                <a16:creationId xmlns:a16="http://schemas.microsoft.com/office/drawing/2014/main" id="{59669DD1-FB5B-8ECC-A528-FBA5397E6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720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3" name="Rectangle 88">
            <a:extLst>
              <a:ext uri="{FF2B5EF4-FFF2-40B4-BE49-F238E27FC236}">
                <a16:creationId xmlns:a16="http://schemas.microsoft.com/office/drawing/2014/main" id="{14E436DC-54B5-B2C7-D686-283D89581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60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4" name="Rectangle 89">
            <a:extLst>
              <a:ext uri="{FF2B5EF4-FFF2-40B4-BE49-F238E27FC236}">
                <a16:creationId xmlns:a16="http://schemas.microsoft.com/office/drawing/2014/main" id="{6AA63DC7-F48B-8C54-4089-F32F5E078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5" name="Rectangle 90">
            <a:extLst>
              <a:ext uri="{FF2B5EF4-FFF2-40B4-BE49-F238E27FC236}">
                <a16:creationId xmlns:a16="http://schemas.microsoft.com/office/drawing/2014/main" id="{E2984101-A0C2-311D-D9E6-843685352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6" name="Rectangle 91">
            <a:extLst>
              <a:ext uri="{FF2B5EF4-FFF2-40B4-BE49-F238E27FC236}">
                <a16:creationId xmlns:a16="http://schemas.microsoft.com/office/drawing/2014/main" id="{D5678E81-3D88-D7B3-1A77-9330BF70F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0" y="49498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7" name="Rectangle 92">
            <a:extLst>
              <a:ext uri="{FF2B5EF4-FFF2-40B4-BE49-F238E27FC236}">
                <a16:creationId xmlns:a16="http://schemas.microsoft.com/office/drawing/2014/main" id="{F2D8FE68-93A3-04E4-BC06-0FAE2ED56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49498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8" name="Rectangle 93">
            <a:extLst>
              <a:ext uri="{FF2B5EF4-FFF2-40B4-BE49-F238E27FC236}">
                <a16:creationId xmlns:a16="http://schemas.microsoft.com/office/drawing/2014/main" id="{B89D235C-43A3-F124-9013-0BD6F06C1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593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9" name="Rectangle 94">
            <a:extLst>
              <a:ext uri="{FF2B5EF4-FFF2-40B4-BE49-F238E27FC236}">
                <a16:creationId xmlns:a16="http://schemas.microsoft.com/office/drawing/2014/main" id="{E7CB2EEE-CEB3-B783-619F-90AFC0DF8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0" name="Freeform 95">
            <a:extLst>
              <a:ext uri="{FF2B5EF4-FFF2-40B4-BE49-F238E27FC236}">
                <a16:creationId xmlns:a16="http://schemas.microsoft.com/office/drawing/2014/main" id="{B63E764E-2D12-3DF4-8466-F9C17821E8EB}"/>
              </a:ext>
            </a:extLst>
          </p:cNvPr>
          <p:cNvSpPr>
            <a:spLocks/>
          </p:cNvSpPr>
          <p:nvPr/>
        </p:nvSpPr>
        <p:spPr bwMode="auto">
          <a:xfrm>
            <a:off x="7259638" y="48164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21" name="Rectangle 96">
            <a:extLst>
              <a:ext uri="{FF2B5EF4-FFF2-40B4-BE49-F238E27FC236}">
                <a16:creationId xmlns:a16="http://schemas.microsoft.com/office/drawing/2014/main" id="{77574668-AA5B-D079-313F-C9A1DD75E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2" name="Rectangle 97">
            <a:extLst>
              <a:ext uri="{FF2B5EF4-FFF2-40B4-BE49-F238E27FC236}">
                <a16:creationId xmlns:a16="http://schemas.microsoft.com/office/drawing/2014/main" id="{BBDF2A56-FACF-B9D7-1156-051E08571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768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3" name="Rectangle 98">
            <a:extLst>
              <a:ext uri="{FF2B5EF4-FFF2-40B4-BE49-F238E27FC236}">
                <a16:creationId xmlns:a16="http://schemas.microsoft.com/office/drawing/2014/main" id="{5D05965B-D72D-B8E7-7A29-E34CA046D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6308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4" name="Rectangle 99">
            <a:extLst>
              <a:ext uri="{FF2B5EF4-FFF2-40B4-BE49-F238E27FC236}">
                <a16:creationId xmlns:a16="http://schemas.microsoft.com/office/drawing/2014/main" id="{F01B92F1-2663-9368-BB27-AA8401108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5" name="Rectangle 100">
            <a:extLst>
              <a:ext uri="{FF2B5EF4-FFF2-40B4-BE49-F238E27FC236}">
                <a16:creationId xmlns:a16="http://schemas.microsoft.com/office/drawing/2014/main" id="{3AA411AD-DD72-7A7B-B5CF-A0BC3D65B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6" name="Rectangle 101">
            <a:extLst>
              <a:ext uri="{FF2B5EF4-FFF2-40B4-BE49-F238E27FC236}">
                <a16:creationId xmlns:a16="http://schemas.microsoft.com/office/drawing/2014/main" id="{E8938BE9-E0C7-C727-A229-39FDF56A8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546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7" name="Rectangle 102">
            <a:extLst>
              <a:ext uri="{FF2B5EF4-FFF2-40B4-BE49-F238E27FC236}">
                <a16:creationId xmlns:a16="http://schemas.microsoft.com/office/drawing/2014/main" id="{7A07FF00-BDDF-A42C-0C09-BAEAA4E61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641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8" name="Rectangle 103">
            <a:extLst>
              <a:ext uri="{FF2B5EF4-FFF2-40B4-BE49-F238E27FC236}">
                <a16:creationId xmlns:a16="http://schemas.microsoft.com/office/drawing/2014/main" id="{AFF1BDD2-5A59-E0B1-1931-CEE4DD358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9" name="Freeform 104">
            <a:extLst>
              <a:ext uri="{FF2B5EF4-FFF2-40B4-BE49-F238E27FC236}">
                <a16:creationId xmlns:a16="http://schemas.microsoft.com/office/drawing/2014/main" id="{2DF30A28-BA45-369F-0DA4-AEEFCE484B3E}"/>
              </a:ext>
            </a:extLst>
          </p:cNvPr>
          <p:cNvSpPr>
            <a:spLocks/>
          </p:cNvSpPr>
          <p:nvPr/>
        </p:nvSpPr>
        <p:spPr bwMode="auto">
          <a:xfrm>
            <a:off x="7259638" y="51212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30" name="Rectangle 105">
            <a:extLst>
              <a:ext uri="{FF2B5EF4-FFF2-40B4-BE49-F238E27FC236}">
                <a16:creationId xmlns:a16="http://schemas.microsoft.com/office/drawing/2014/main" id="{67BB2960-53E9-CBE2-CCA5-8AE8A9580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1" name="Rectangle 106">
            <a:extLst>
              <a:ext uri="{FF2B5EF4-FFF2-40B4-BE49-F238E27FC236}">
                <a16:creationId xmlns:a16="http://schemas.microsoft.com/office/drawing/2014/main" id="{6E75B5E5-1F37-E8CD-8FEB-286130595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2" name="Rectangle 107">
            <a:extLst>
              <a:ext uri="{FF2B5EF4-FFF2-40B4-BE49-F238E27FC236}">
                <a16:creationId xmlns:a16="http://schemas.microsoft.com/office/drawing/2014/main" id="{E5431411-B867-9E3D-12BD-7E2025026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3159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3" name="Rectangle 108">
            <a:extLst>
              <a:ext uri="{FF2B5EF4-FFF2-40B4-BE49-F238E27FC236}">
                <a16:creationId xmlns:a16="http://schemas.microsoft.com/office/drawing/2014/main" id="{F82B8264-B4C5-C87B-0B6D-FC5A20A4E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41875"/>
            <a:ext cx="12223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4" name="Rectangle 109">
            <a:extLst>
              <a:ext uri="{FF2B5EF4-FFF2-40B4-BE49-F238E27FC236}">
                <a16:creationId xmlns:a16="http://schemas.microsoft.com/office/drawing/2014/main" id="{88B9B8B5-EDBB-1377-F4ED-A07B61CD7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624388"/>
            <a:ext cx="12700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5" name="Rectangle 110">
            <a:extLst>
              <a:ext uri="{FF2B5EF4-FFF2-40B4-BE49-F238E27FC236}">
                <a16:creationId xmlns:a16="http://schemas.microsoft.com/office/drawing/2014/main" id="{45030745-2E0F-40D5-74CA-BB0E052EB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624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6" name="Rectangle 111">
            <a:extLst>
              <a:ext uri="{FF2B5EF4-FFF2-40B4-BE49-F238E27FC236}">
                <a16:creationId xmlns:a16="http://schemas.microsoft.com/office/drawing/2014/main" id="{3CAF5E3A-520E-1370-DFBF-AB3FC2226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14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7" name="Rectangle 112">
            <a:extLst>
              <a:ext uri="{FF2B5EF4-FFF2-40B4-BE49-F238E27FC236}">
                <a16:creationId xmlns:a16="http://schemas.microsoft.com/office/drawing/2014/main" id="{8149CE35-B19A-CB30-8733-F67EC61D87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9387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8" name="Rectangle 113">
            <a:extLst>
              <a:ext uri="{FF2B5EF4-FFF2-40B4-BE49-F238E27FC236}">
                <a16:creationId xmlns:a16="http://schemas.microsoft.com/office/drawing/2014/main" id="{118CF012-C5B9-60FF-02DE-15609E3FD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41875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9" name="Rectangle 114">
            <a:extLst>
              <a:ext uri="{FF2B5EF4-FFF2-40B4-BE49-F238E27FC236}">
                <a16:creationId xmlns:a16="http://schemas.microsoft.com/office/drawing/2014/main" id="{310FE0B9-CEEC-0C98-8BE6-33908E3CF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6243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0" name="Rectangle 115">
            <a:extLst>
              <a:ext uri="{FF2B5EF4-FFF2-40B4-BE49-F238E27FC236}">
                <a16:creationId xmlns:a16="http://schemas.microsoft.com/office/drawing/2014/main" id="{B8F10C58-28AD-5A7E-5C30-F597558A5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450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1" name="Rectangle 116">
            <a:extLst>
              <a:ext uri="{FF2B5EF4-FFF2-40B4-BE49-F238E27FC236}">
                <a16:creationId xmlns:a16="http://schemas.microsoft.com/office/drawing/2014/main" id="{C9CEF4F2-80CB-818B-0DE7-34E07630B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1450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2" name="Rectangle 117">
            <a:extLst>
              <a:ext uri="{FF2B5EF4-FFF2-40B4-BE49-F238E27FC236}">
                <a16:creationId xmlns:a16="http://schemas.microsoft.com/office/drawing/2014/main" id="{4880BF6E-182E-4B72-BF72-2794EDE0F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029075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3" name="Rectangle 118">
            <a:extLst>
              <a:ext uri="{FF2B5EF4-FFF2-40B4-BE49-F238E27FC236}">
                <a16:creationId xmlns:a16="http://schemas.microsoft.com/office/drawing/2014/main" id="{110CAF4F-E7B4-C33F-87F1-086DA8688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19538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4" name="Rectangle 119">
            <a:extLst>
              <a:ext uri="{FF2B5EF4-FFF2-40B4-BE49-F238E27FC236}">
                <a16:creationId xmlns:a16="http://schemas.microsoft.com/office/drawing/2014/main" id="{769375A0-B912-4ED5-3399-5F81CA5BD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48150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5" name="Rectangle 120">
            <a:extLst>
              <a:ext uri="{FF2B5EF4-FFF2-40B4-BE49-F238E27FC236}">
                <a16:creationId xmlns:a16="http://schemas.microsoft.com/office/drawing/2014/main" id="{0ABA8CD6-786E-86C3-F94F-89C15BB58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6" name="Rectangle 121">
            <a:extLst>
              <a:ext uri="{FF2B5EF4-FFF2-40B4-BE49-F238E27FC236}">
                <a16:creationId xmlns:a16="http://schemas.microsoft.com/office/drawing/2014/main" id="{135B23D4-5D1D-39CA-628F-2F0CABD91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32288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7" name="Rectangle 122">
            <a:extLst>
              <a:ext uri="{FF2B5EF4-FFF2-40B4-BE49-F238E27FC236}">
                <a16:creationId xmlns:a16="http://schemas.microsoft.com/office/drawing/2014/main" id="{8989604F-9E83-AC7E-5329-C33096163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8" name="Rectangle 123">
            <a:extLst>
              <a:ext uri="{FF2B5EF4-FFF2-40B4-BE49-F238E27FC236}">
                <a16:creationId xmlns:a16="http://schemas.microsoft.com/office/drawing/2014/main" id="{DF5ACB9A-F310-9BD7-68C7-CA428DA7A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9" name="Rectangle 124">
            <a:extLst>
              <a:ext uri="{FF2B5EF4-FFF2-40B4-BE49-F238E27FC236}">
                <a16:creationId xmlns:a16="http://schemas.microsoft.com/office/drawing/2014/main" id="{CBC2762A-62B2-691F-09A8-00C9125DC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930400"/>
            <a:ext cx="11113" cy="841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0" name="Rectangle 125">
            <a:extLst>
              <a:ext uri="{FF2B5EF4-FFF2-40B4-BE49-F238E27FC236}">
                <a16:creationId xmlns:a16="http://schemas.microsoft.com/office/drawing/2014/main" id="{77F2450A-5154-1034-8D74-A095A053D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748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1" name="Rectangle 126">
            <a:extLst>
              <a:ext uri="{FF2B5EF4-FFF2-40B4-BE49-F238E27FC236}">
                <a16:creationId xmlns:a16="http://schemas.microsoft.com/office/drawing/2014/main" id="{530A5B2D-DE93-A16A-F4B1-6D58725C8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5546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2" name="Rectangle 127">
            <a:extLst>
              <a:ext uri="{FF2B5EF4-FFF2-40B4-BE49-F238E27FC236}">
                <a16:creationId xmlns:a16="http://schemas.microsoft.com/office/drawing/2014/main" id="{84A33AEE-FDA9-89BF-0B53-7043C3DBA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3" name="Rectangle 128">
            <a:extLst>
              <a:ext uri="{FF2B5EF4-FFF2-40B4-BE49-F238E27FC236}">
                <a16:creationId xmlns:a16="http://schemas.microsoft.com/office/drawing/2014/main" id="{0C027EF8-4F1C-950A-3F19-DD30399B0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76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4" name="Rectangle 129">
            <a:extLst>
              <a:ext uri="{FF2B5EF4-FFF2-40B4-BE49-F238E27FC236}">
                <a16:creationId xmlns:a16="http://schemas.microsoft.com/office/drawing/2014/main" id="{5FFB95D7-F389-E9E3-8473-065DFDE1F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0" y="51784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5" name="Rectangle 130">
            <a:extLst>
              <a:ext uri="{FF2B5EF4-FFF2-40B4-BE49-F238E27FC236}">
                <a16:creationId xmlns:a16="http://schemas.microsoft.com/office/drawing/2014/main" id="{27B9BFB3-8311-8C73-5752-D29C2C111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287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6" name="Rectangle 131">
            <a:extLst>
              <a:ext uri="{FF2B5EF4-FFF2-40B4-BE49-F238E27FC236}">
                <a16:creationId xmlns:a16="http://schemas.microsoft.com/office/drawing/2014/main" id="{56FEB8E2-362D-9314-2128-8EFDEC77B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325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7" name="Rectangle 132">
            <a:extLst>
              <a:ext uri="{FF2B5EF4-FFF2-40B4-BE49-F238E27FC236}">
                <a16:creationId xmlns:a16="http://schemas.microsoft.com/office/drawing/2014/main" id="{FC8DDF88-EE08-A9EA-E9D2-75C989870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8" name="Rectangle 133">
            <a:extLst>
              <a:ext uri="{FF2B5EF4-FFF2-40B4-BE49-F238E27FC236}">
                <a16:creationId xmlns:a16="http://schemas.microsoft.com/office/drawing/2014/main" id="{5EA1BD52-E1BD-FCE2-81B8-4AC8BD186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9" name="Rectangle 134">
            <a:extLst>
              <a:ext uri="{FF2B5EF4-FFF2-40B4-BE49-F238E27FC236}">
                <a16:creationId xmlns:a16="http://schemas.microsoft.com/office/drawing/2014/main" id="{07B3DC67-9AB6-2C6D-27B2-8ACB5B826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548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0" name="Rectangle 135">
            <a:extLst>
              <a:ext uri="{FF2B5EF4-FFF2-40B4-BE49-F238E27FC236}">
                <a16:creationId xmlns:a16="http://schemas.microsoft.com/office/drawing/2014/main" id="{DFDD4227-922D-45BF-F667-0223143EB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8625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1" name="Rectangle 136">
            <a:extLst>
              <a:ext uri="{FF2B5EF4-FFF2-40B4-BE49-F238E27FC236}">
                <a16:creationId xmlns:a16="http://schemas.microsoft.com/office/drawing/2014/main" id="{5D762AFA-E9A2-BC67-650B-5BD5D4A1C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548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2" name="Rectangle 137">
            <a:extLst>
              <a:ext uri="{FF2B5EF4-FFF2-40B4-BE49-F238E27FC236}">
                <a16:creationId xmlns:a16="http://schemas.microsoft.com/office/drawing/2014/main" id="{ED8339B7-4075-2574-7D2D-BB08AD61F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6688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3" name="Rectangle 138">
            <a:extLst>
              <a:ext uri="{FF2B5EF4-FFF2-40B4-BE49-F238E27FC236}">
                <a16:creationId xmlns:a16="http://schemas.microsoft.com/office/drawing/2014/main" id="{8149D3F8-DC78-2201-75D7-3D6E588F9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4" name="Freeform 139">
            <a:extLst>
              <a:ext uri="{FF2B5EF4-FFF2-40B4-BE49-F238E27FC236}">
                <a16:creationId xmlns:a16="http://schemas.microsoft.com/office/drawing/2014/main" id="{DE5CF4ED-EF2C-D698-DADF-ACF19930229C}"/>
              </a:ext>
            </a:extLst>
          </p:cNvPr>
          <p:cNvSpPr>
            <a:spLocks/>
          </p:cNvSpPr>
          <p:nvPr/>
        </p:nvSpPr>
        <p:spPr bwMode="auto">
          <a:xfrm>
            <a:off x="4286250" y="4365625"/>
            <a:ext cx="12700" cy="1588"/>
          </a:xfrm>
          <a:custGeom>
            <a:avLst/>
            <a:gdLst>
              <a:gd name="T0" fmla="*/ 0 w 8"/>
              <a:gd name="T1" fmla="*/ 0 h 1587"/>
              <a:gd name="T2" fmla="*/ 0 w 8"/>
              <a:gd name="T3" fmla="*/ 0 h 1587"/>
              <a:gd name="T4" fmla="*/ 0 w 8"/>
              <a:gd name="T5" fmla="*/ 0 h 1587"/>
              <a:gd name="T6" fmla="*/ 2147483647 w 8"/>
              <a:gd name="T7" fmla="*/ 0 h 1587"/>
              <a:gd name="T8" fmla="*/ 2147483647 w 8"/>
              <a:gd name="T9" fmla="*/ 0 h 1587"/>
              <a:gd name="T10" fmla="*/ 2147483647 w 8"/>
              <a:gd name="T11" fmla="*/ 0 h 1587"/>
              <a:gd name="T12" fmla="*/ 0 w 8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"/>
              <a:gd name="T22" fmla="*/ 0 h 1587"/>
              <a:gd name="T23" fmla="*/ 8 w 8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" h="1587">
                <a:moveTo>
                  <a:pt x="0" y="0"/>
                </a:moveTo>
                <a:lnTo>
                  <a:pt x="0" y="0"/>
                </a:ln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65" name="Rectangle 140">
            <a:extLst>
              <a:ext uri="{FF2B5EF4-FFF2-40B4-BE49-F238E27FC236}">
                <a16:creationId xmlns:a16="http://schemas.microsoft.com/office/drawing/2014/main" id="{0D983744-CF4F-0675-BAB7-9D6CE5ABF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6" name="Rectangle 141">
            <a:extLst>
              <a:ext uri="{FF2B5EF4-FFF2-40B4-BE49-F238E27FC236}">
                <a16:creationId xmlns:a16="http://schemas.microsoft.com/office/drawing/2014/main" id="{89A2A62A-055B-5F49-D3D3-23ACEBCE7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5488" y="3941763"/>
            <a:ext cx="292100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7" name="Rectangle 142">
            <a:extLst>
              <a:ext uri="{FF2B5EF4-FFF2-40B4-BE49-F238E27FC236}">
                <a16:creationId xmlns:a16="http://schemas.microsoft.com/office/drawing/2014/main" id="{76E8DAFF-6DAA-05EB-2877-83715E4E07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8" name="Rectangle 143">
            <a:extLst>
              <a:ext uri="{FF2B5EF4-FFF2-40B4-BE49-F238E27FC236}">
                <a16:creationId xmlns:a16="http://schemas.microsoft.com/office/drawing/2014/main" id="{A83CC9E2-2FF3-E60E-F5C4-F50C1C0E02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2813050"/>
            <a:ext cx="120650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9" name="Rectangle 144">
            <a:extLst>
              <a:ext uri="{FF2B5EF4-FFF2-40B4-BE49-F238E27FC236}">
                <a16:creationId xmlns:a16="http://schemas.microsoft.com/office/drawing/2014/main" id="{B3916FD0-8488-9472-3881-E82C35CA3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8950" y="15986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grpSp>
        <p:nvGrpSpPr>
          <p:cNvPr id="2" name="组合 353">
            <a:extLst>
              <a:ext uri="{FF2B5EF4-FFF2-40B4-BE49-F238E27FC236}">
                <a16:creationId xmlns:a16="http://schemas.microsoft.com/office/drawing/2014/main" id="{D31EB040-24B2-9892-4855-D14071F58F34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1217613"/>
            <a:ext cx="6705600" cy="4732337"/>
            <a:chOff x="1295400" y="1144934"/>
            <a:chExt cx="6705600" cy="4732338"/>
          </a:xfrm>
        </p:grpSpPr>
        <p:sp>
          <p:nvSpPr>
            <p:cNvPr id="59546" name="AutoShape 146">
              <a:extLst>
                <a:ext uri="{FF2B5EF4-FFF2-40B4-BE49-F238E27FC236}">
                  <a16:creationId xmlns:a16="http://schemas.microsoft.com/office/drawing/2014/main" id="{5A188B77-FB1C-2659-F789-C420EDE6789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95400" y="1144934"/>
              <a:ext cx="6705600" cy="473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7" name="Freeform 147">
              <a:extLst>
                <a:ext uri="{FF2B5EF4-FFF2-40B4-BE49-F238E27FC236}">
                  <a16:creationId xmlns:a16="http://schemas.microsoft.com/office/drawing/2014/main" id="{088BEFC7-EA9A-9EB1-813E-30FA47257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73725" cy="3459163"/>
            </a:xfrm>
            <a:custGeom>
              <a:avLst/>
              <a:gdLst>
                <a:gd name="T0" fmla="*/ 2147483647 w 3574"/>
                <a:gd name="T1" fmla="*/ 0 h 2179"/>
                <a:gd name="T2" fmla="*/ 2147483647 w 3574"/>
                <a:gd name="T3" fmla="*/ 2147483647 h 2179"/>
                <a:gd name="T4" fmla="*/ 2147483647 w 3574"/>
                <a:gd name="T5" fmla="*/ 2147483647 h 2179"/>
                <a:gd name="T6" fmla="*/ 2147483647 w 3574"/>
                <a:gd name="T7" fmla="*/ 2147483647 h 2179"/>
                <a:gd name="T8" fmla="*/ 0 w 3574"/>
                <a:gd name="T9" fmla="*/ 2147483647 h 2179"/>
                <a:gd name="T10" fmla="*/ 0 w 3574"/>
                <a:gd name="T11" fmla="*/ 2147483647 h 2179"/>
                <a:gd name="T12" fmla="*/ 0 w 3574"/>
                <a:gd name="T13" fmla="*/ 2147483647 h 2179"/>
                <a:gd name="T14" fmla="*/ 2147483647 w 3574"/>
                <a:gd name="T15" fmla="*/ 2147483647 h 2179"/>
                <a:gd name="T16" fmla="*/ 2147483647 w 3574"/>
                <a:gd name="T17" fmla="*/ 2147483647 h 2179"/>
                <a:gd name="T18" fmla="*/ 2147483647 w 3574"/>
                <a:gd name="T19" fmla="*/ 2147483647 h 2179"/>
                <a:gd name="T20" fmla="*/ 2147483647 w 3574"/>
                <a:gd name="T21" fmla="*/ 2147483647 h 2179"/>
                <a:gd name="T22" fmla="*/ 2147483647 w 3574"/>
                <a:gd name="T23" fmla="*/ 2147483647 h 2179"/>
                <a:gd name="T24" fmla="*/ 2147483647 w 3574"/>
                <a:gd name="T25" fmla="*/ 2147483647 h 2179"/>
                <a:gd name="T26" fmla="*/ 2147483647 w 3574"/>
                <a:gd name="T27" fmla="*/ 2147483647 h 2179"/>
                <a:gd name="T28" fmla="*/ 2147483647 w 3574"/>
                <a:gd name="T29" fmla="*/ 2147483647 h 2179"/>
                <a:gd name="T30" fmla="*/ 2147483647 w 3574"/>
                <a:gd name="T31" fmla="*/ 2147483647 h 2179"/>
                <a:gd name="T32" fmla="*/ 2147483647 w 3574"/>
                <a:gd name="T33" fmla="*/ 2147483647 h 2179"/>
                <a:gd name="T34" fmla="*/ 2147483647 w 3574"/>
                <a:gd name="T35" fmla="*/ 2147483647 h 2179"/>
                <a:gd name="T36" fmla="*/ 2147483647 w 3574"/>
                <a:gd name="T37" fmla="*/ 2147483647 h 2179"/>
                <a:gd name="T38" fmla="*/ 2147483647 w 3574"/>
                <a:gd name="T39" fmla="*/ 2147483647 h 2179"/>
                <a:gd name="T40" fmla="*/ 2147483647 w 3574"/>
                <a:gd name="T41" fmla="*/ 2147483647 h 2179"/>
                <a:gd name="T42" fmla="*/ 2147483647 w 3574"/>
                <a:gd name="T43" fmla="*/ 2147483647 h 2179"/>
                <a:gd name="T44" fmla="*/ 2147483647 w 3574"/>
                <a:gd name="T45" fmla="*/ 0 h 2179"/>
                <a:gd name="T46" fmla="*/ 2147483647 w 3574"/>
                <a:gd name="T47" fmla="*/ 0 h 2179"/>
                <a:gd name="T48" fmla="*/ 2147483647 w 3574"/>
                <a:gd name="T49" fmla="*/ 0 h 21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74"/>
                <a:gd name="T76" fmla="*/ 0 h 2179"/>
                <a:gd name="T77" fmla="*/ 3574 w 3574"/>
                <a:gd name="T78" fmla="*/ 2179 h 217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74" h="2179">
                  <a:moveTo>
                    <a:pt x="138" y="0"/>
                  </a:moveTo>
                  <a:lnTo>
                    <a:pt x="84" y="8"/>
                  </a:lnTo>
                  <a:lnTo>
                    <a:pt x="46" y="39"/>
                  </a:lnTo>
                  <a:lnTo>
                    <a:pt x="16" y="85"/>
                  </a:lnTo>
                  <a:lnTo>
                    <a:pt x="0" y="138"/>
                  </a:lnTo>
                  <a:lnTo>
                    <a:pt x="0" y="1086"/>
                  </a:lnTo>
                  <a:lnTo>
                    <a:pt x="0" y="2041"/>
                  </a:lnTo>
                  <a:lnTo>
                    <a:pt x="16" y="2095"/>
                  </a:lnTo>
                  <a:lnTo>
                    <a:pt x="46" y="214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28" y="39"/>
                  </a:lnTo>
                  <a:lnTo>
                    <a:pt x="3490" y="8"/>
                  </a:lnTo>
                  <a:lnTo>
                    <a:pt x="3436" y="0"/>
                  </a:lnTo>
                  <a:lnTo>
                    <a:pt x="1783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8" name="Freeform 148">
              <a:extLst>
                <a:ext uri="{FF2B5EF4-FFF2-40B4-BE49-F238E27FC236}">
                  <a16:creationId xmlns:a16="http://schemas.microsoft.com/office/drawing/2014/main" id="{08E8045D-11AC-6969-0393-D885F03C7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84838" cy="3470275"/>
            </a:xfrm>
            <a:custGeom>
              <a:avLst/>
              <a:gdLst>
                <a:gd name="T0" fmla="*/ 2147483647 w 3581"/>
                <a:gd name="T1" fmla="*/ 2147483647 h 2186"/>
                <a:gd name="T2" fmla="*/ 2147483647 w 3581"/>
                <a:gd name="T3" fmla="*/ 2147483647 h 2186"/>
                <a:gd name="T4" fmla="*/ 2147483647 w 3581"/>
                <a:gd name="T5" fmla="*/ 2147483647 h 2186"/>
                <a:gd name="T6" fmla="*/ 2147483647 w 3581"/>
                <a:gd name="T7" fmla="*/ 2147483647 h 2186"/>
                <a:gd name="T8" fmla="*/ 2147483647 w 3581"/>
                <a:gd name="T9" fmla="*/ 2147483647 h 2186"/>
                <a:gd name="T10" fmla="*/ 2147483647 w 3581"/>
                <a:gd name="T11" fmla="*/ 2147483647 h 2186"/>
                <a:gd name="T12" fmla="*/ 2147483647 w 3581"/>
                <a:gd name="T13" fmla="*/ 2147483647 h 2186"/>
                <a:gd name="T14" fmla="*/ 2147483647 w 3581"/>
                <a:gd name="T15" fmla="*/ 2147483647 h 2186"/>
                <a:gd name="T16" fmla="*/ 2147483647 w 3581"/>
                <a:gd name="T17" fmla="*/ 2147483647 h 2186"/>
                <a:gd name="T18" fmla="*/ 2147483647 w 3581"/>
                <a:gd name="T19" fmla="*/ 2147483647 h 2186"/>
                <a:gd name="T20" fmla="*/ 2147483647 w 3581"/>
                <a:gd name="T21" fmla="*/ 2147483647 h 2186"/>
                <a:gd name="T22" fmla="*/ 2147483647 w 3581"/>
                <a:gd name="T23" fmla="*/ 2147483647 h 2186"/>
                <a:gd name="T24" fmla="*/ 2147483647 w 3581"/>
                <a:gd name="T25" fmla="*/ 2147483647 h 2186"/>
                <a:gd name="T26" fmla="*/ 2147483647 w 3581"/>
                <a:gd name="T27" fmla="*/ 2147483647 h 2186"/>
                <a:gd name="T28" fmla="*/ 2147483647 w 3581"/>
                <a:gd name="T29" fmla="*/ 2147483647 h 2186"/>
                <a:gd name="T30" fmla="*/ 2147483647 w 3581"/>
                <a:gd name="T31" fmla="*/ 2147483647 h 2186"/>
                <a:gd name="T32" fmla="*/ 2147483647 w 3581"/>
                <a:gd name="T33" fmla="*/ 2147483647 h 2186"/>
                <a:gd name="T34" fmla="*/ 2147483647 w 3581"/>
                <a:gd name="T35" fmla="*/ 2147483647 h 2186"/>
                <a:gd name="T36" fmla="*/ 2147483647 w 3581"/>
                <a:gd name="T37" fmla="*/ 2147483647 h 2186"/>
                <a:gd name="T38" fmla="*/ 2147483647 w 3581"/>
                <a:gd name="T39" fmla="*/ 2147483647 h 2186"/>
                <a:gd name="T40" fmla="*/ 2147483647 w 3581"/>
                <a:gd name="T41" fmla="*/ 2147483647 h 2186"/>
                <a:gd name="T42" fmla="*/ 2147483647 w 3581"/>
                <a:gd name="T43" fmla="*/ 2147483647 h 2186"/>
                <a:gd name="T44" fmla="*/ 2147483647 w 3581"/>
                <a:gd name="T45" fmla="*/ 2147483647 h 2186"/>
                <a:gd name="T46" fmla="*/ 2147483647 w 3581"/>
                <a:gd name="T47" fmla="*/ 2147483647 h 2186"/>
                <a:gd name="T48" fmla="*/ 2147483647 w 3581"/>
                <a:gd name="T49" fmla="*/ 0 h 2186"/>
                <a:gd name="T50" fmla="*/ 2147483647 w 3581"/>
                <a:gd name="T51" fmla="*/ 0 h 2186"/>
                <a:gd name="T52" fmla="*/ 2147483647 w 3581"/>
                <a:gd name="T53" fmla="*/ 2147483647 h 2186"/>
                <a:gd name="T54" fmla="*/ 2147483647 w 3581"/>
                <a:gd name="T55" fmla="*/ 2147483647 h 2186"/>
                <a:gd name="T56" fmla="*/ 2147483647 w 3581"/>
                <a:gd name="T57" fmla="*/ 2147483647 h 2186"/>
                <a:gd name="T58" fmla="*/ 2147483647 w 3581"/>
                <a:gd name="T59" fmla="*/ 2147483647 h 2186"/>
                <a:gd name="T60" fmla="*/ 2147483647 w 3581"/>
                <a:gd name="T61" fmla="*/ 2147483647 h 2186"/>
                <a:gd name="T62" fmla="*/ 2147483647 w 3581"/>
                <a:gd name="T63" fmla="*/ 2147483647 h 2186"/>
                <a:gd name="T64" fmla="*/ 2147483647 w 3581"/>
                <a:gd name="T65" fmla="*/ 2147483647 h 2186"/>
                <a:gd name="T66" fmla="*/ 2147483647 w 3581"/>
                <a:gd name="T67" fmla="*/ 2147483647 h 2186"/>
                <a:gd name="T68" fmla="*/ 2147483647 w 3581"/>
                <a:gd name="T69" fmla="*/ 2147483647 h 2186"/>
                <a:gd name="T70" fmla="*/ 2147483647 w 3581"/>
                <a:gd name="T71" fmla="*/ 2147483647 h 2186"/>
                <a:gd name="T72" fmla="*/ 2147483647 w 3581"/>
                <a:gd name="T73" fmla="*/ 2147483647 h 2186"/>
                <a:gd name="T74" fmla="*/ 2147483647 w 3581"/>
                <a:gd name="T75" fmla="*/ 2147483647 h 2186"/>
                <a:gd name="T76" fmla="*/ 2147483647 w 3581"/>
                <a:gd name="T77" fmla="*/ 2147483647 h 2186"/>
                <a:gd name="T78" fmla="*/ 2147483647 w 3581"/>
                <a:gd name="T79" fmla="*/ 2147483647 h 2186"/>
                <a:gd name="T80" fmla="*/ 2147483647 w 3581"/>
                <a:gd name="T81" fmla="*/ 2147483647 h 2186"/>
                <a:gd name="T82" fmla="*/ 0 w 3581"/>
                <a:gd name="T83" fmla="*/ 2147483647 h 2186"/>
                <a:gd name="T84" fmla="*/ 0 w 3581"/>
                <a:gd name="T85" fmla="*/ 2147483647 h 2186"/>
                <a:gd name="T86" fmla="*/ 0 w 3581"/>
                <a:gd name="T87" fmla="*/ 2147483647 h 2186"/>
                <a:gd name="T88" fmla="*/ 2147483647 w 3581"/>
                <a:gd name="T89" fmla="*/ 2147483647 h 2186"/>
                <a:gd name="T90" fmla="*/ 2147483647 w 3581"/>
                <a:gd name="T91" fmla="*/ 2147483647 h 2186"/>
                <a:gd name="T92" fmla="*/ 2147483647 w 3581"/>
                <a:gd name="T93" fmla="*/ 2147483647 h 2186"/>
                <a:gd name="T94" fmla="*/ 2147483647 w 3581"/>
                <a:gd name="T95" fmla="*/ 0 h 21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581"/>
                <a:gd name="T145" fmla="*/ 0 h 2186"/>
                <a:gd name="T146" fmla="*/ 3581 w 3581"/>
                <a:gd name="T147" fmla="*/ 2186 h 218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581" h="2186">
                  <a:moveTo>
                    <a:pt x="138" y="8"/>
                  </a:moveTo>
                  <a:lnTo>
                    <a:pt x="84" y="16"/>
                  </a:lnTo>
                  <a:lnTo>
                    <a:pt x="92" y="16"/>
                  </a:lnTo>
                  <a:lnTo>
                    <a:pt x="54" y="46"/>
                  </a:lnTo>
                  <a:lnTo>
                    <a:pt x="23" y="92"/>
                  </a:lnTo>
                  <a:lnTo>
                    <a:pt x="23" y="85"/>
                  </a:lnTo>
                  <a:lnTo>
                    <a:pt x="8" y="138"/>
                  </a:lnTo>
                  <a:lnTo>
                    <a:pt x="8" y="1086"/>
                  </a:lnTo>
                  <a:lnTo>
                    <a:pt x="8" y="2041"/>
                  </a:lnTo>
                  <a:lnTo>
                    <a:pt x="23" y="2095"/>
                  </a:lnTo>
                  <a:lnTo>
                    <a:pt x="54" y="2141"/>
                  </a:lnTo>
                  <a:lnTo>
                    <a:pt x="92" y="217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58" y="92"/>
                  </a:lnTo>
                  <a:lnTo>
                    <a:pt x="3528" y="46"/>
                  </a:lnTo>
                  <a:lnTo>
                    <a:pt x="3490" y="16"/>
                  </a:lnTo>
                  <a:lnTo>
                    <a:pt x="3436" y="8"/>
                  </a:lnTo>
                  <a:lnTo>
                    <a:pt x="1783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783" y="0"/>
                  </a:lnTo>
                  <a:lnTo>
                    <a:pt x="3436" y="0"/>
                  </a:lnTo>
                  <a:lnTo>
                    <a:pt x="3490" y="8"/>
                  </a:lnTo>
                  <a:lnTo>
                    <a:pt x="3497" y="8"/>
                  </a:lnTo>
                  <a:lnTo>
                    <a:pt x="3536" y="39"/>
                  </a:lnTo>
                  <a:lnTo>
                    <a:pt x="3566" y="85"/>
                  </a:lnTo>
                  <a:lnTo>
                    <a:pt x="3581" y="138"/>
                  </a:lnTo>
                  <a:lnTo>
                    <a:pt x="3581" y="1086"/>
                  </a:lnTo>
                  <a:lnTo>
                    <a:pt x="3581" y="2041"/>
                  </a:lnTo>
                  <a:lnTo>
                    <a:pt x="3566" y="2095"/>
                  </a:lnTo>
                  <a:lnTo>
                    <a:pt x="3566" y="2102"/>
                  </a:lnTo>
                  <a:lnTo>
                    <a:pt x="3536" y="2148"/>
                  </a:lnTo>
                  <a:lnTo>
                    <a:pt x="3497" y="2179"/>
                  </a:lnTo>
                  <a:lnTo>
                    <a:pt x="3490" y="2179"/>
                  </a:lnTo>
                  <a:lnTo>
                    <a:pt x="3436" y="2186"/>
                  </a:lnTo>
                  <a:lnTo>
                    <a:pt x="1783" y="2186"/>
                  </a:lnTo>
                  <a:lnTo>
                    <a:pt x="138" y="2186"/>
                  </a:lnTo>
                  <a:lnTo>
                    <a:pt x="84" y="2179"/>
                  </a:lnTo>
                  <a:lnTo>
                    <a:pt x="46" y="2148"/>
                  </a:lnTo>
                  <a:lnTo>
                    <a:pt x="16" y="2102"/>
                  </a:lnTo>
                  <a:lnTo>
                    <a:pt x="16" y="2095"/>
                  </a:lnTo>
                  <a:lnTo>
                    <a:pt x="0" y="2041"/>
                  </a:lnTo>
                  <a:lnTo>
                    <a:pt x="0" y="1086"/>
                  </a:lnTo>
                  <a:lnTo>
                    <a:pt x="0" y="138"/>
                  </a:lnTo>
                  <a:lnTo>
                    <a:pt x="16" y="85"/>
                  </a:lnTo>
                  <a:lnTo>
                    <a:pt x="46" y="39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9" name="Freeform 149">
              <a:extLst>
                <a:ext uri="{FF2B5EF4-FFF2-40B4-BE49-F238E27FC236}">
                  <a16:creationId xmlns:a16="http://schemas.microsoft.com/office/drawing/2014/main" id="{3FC3313C-7FE4-7E37-D530-4F2EAA31D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14863" cy="2597150"/>
            </a:xfrm>
            <a:custGeom>
              <a:avLst/>
              <a:gdLst>
                <a:gd name="T0" fmla="*/ 2147483647 w 2907"/>
                <a:gd name="T1" fmla="*/ 0 h 1636"/>
                <a:gd name="T2" fmla="*/ 2147483647 w 2907"/>
                <a:gd name="T3" fmla="*/ 2147483647 h 1636"/>
                <a:gd name="T4" fmla="*/ 2147483647 w 2907"/>
                <a:gd name="T5" fmla="*/ 2147483647 h 1636"/>
                <a:gd name="T6" fmla="*/ 2147483647 w 2907"/>
                <a:gd name="T7" fmla="*/ 2147483647 h 1636"/>
                <a:gd name="T8" fmla="*/ 0 w 2907"/>
                <a:gd name="T9" fmla="*/ 2147483647 h 1636"/>
                <a:gd name="T10" fmla="*/ 0 w 2907"/>
                <a:gd name="T11" fmla="*/ 2147483647 h 1636"/>
                <a:gd name="T12" fmla="*/ 0 w 2907"/>
                <a:gd name="T13" fmla="*/ 2147483647 h 1636"/>
                <a:gd name="T14" fmla="*/ 2147483647 w 2907"/>
                <a:gd name="T15" fmla="*/ 2147483647 h 1636"/>
                <a:gd name="T16" fmla="*/ 2147483647 w 2907"/>
                <a:gd name="T17" fmla="*/ 2147483647 h 1636"/>
                <a:gd name="T18" fmla="*/ 2147483647 w 2907"/>
                <a:gd name="T19" fmla="*/ 2147483647 h 1636"/>
                <a:gd name="T20" fmla="*/ 2147483647 w 2907"/>
                <a:gd name="T21" fmla="*/ 2147483647 h 1636"/>
                <a:gd name="T22" fmla="*/ 2147483647 w 2907"/>
                <a:gd name="T23" fmla="*/ 2147483647 h 1636"/>
                <a:gd name="T24" fmla="*/ 2147483647 w 2907"/>
                <a:gd name="T25" fmla="*/ 2147483647 h 1636"/>
                <a:gd name="T26" fmla="*/ 2147483647 w 2907"/>
                <a:gd name="T27" fmla="*/ 2147483647 h 1636"/>
                <a:gd name="T28" fmla="*/ 2147483647 w 2907"/>
                <a:gd name="T29" fmla="*/ 2147483647 h 1636"/>
                <a:gd name="T30" fmla="*/ 2147483647 w 2907"/>
                <a:gd name="T31" fmla="*/ 2147483647 h 1636"/>
                <a:gd name="T32" fmla="*/ 2147483647 w 2907"/>
                <a:gd name="T33" fmla="*/ 2147483647 h 1636"/>
                <a:gd name="T34" fmla="*/ 2147483647 w 2907"/>
                <a:gd name="T35" fmla="*/ 2147483647 h 1636"/>
                <a:gd name="T36" fmla="*/ 2147483647 w 2907"/>
                <a:gd name="T37" fmla="*/ 2147483647 h 1636"/>
                <a:gd name="T38" fmla="*/ 2147483647 w 2907"/>
                <a:gd name="T39" fmla="*/ 2147483647 h 1636"/>
                <a:gd name="T40" fmla="*/ 2147483647 w 2907"/>
                <a:gd name="T41" fmla="*/ 2147483647 h 1636"/>
                <a:gd name="T42" fmla="*/ 2147483647 w 2907"/>
                <a:gd name="T43" fmla="*/ 2147483647 h 1636"/>
                <a:gd name="T44" fmla="*/ 2147483647 w 2907"/>
                <a:gd name="T45" fmla="*/ 0 h 1636"/>
                <a:gd name="T46" fmla="*/ 2147483647 w 2907"/>
                <a:gd name="T47" fmla="*/ 0 h 1636"/>
                <a:gd name="T48" fmla="*/ 2147483647 w 2907"/>
                <a:gd name="T49" fmla="*/ 0 h 16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07"/>
                <a:gd name="T76" fmla="*/ 0 h 1636"/>
                <a:gd name="T77" fmla="*/ 2907 w 2907"/>
                <a:gd name="T78" fmla="*/ 1636 h 16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07" h="1636">
                  <a:moveTo>
                    <a:pt x="137" y="0"/>
                  </a:moveTo>
                  <a:lnTo>
                    <a:pt x="84" y="8"/>
                  </a:lnTo>
                  <a:lnTo>
                    <a:pt x="38" y="39"/>
                  </a:lnTo>
                  <a:lnTo>
                    <a:pt x="7" y="84"/>
                  </a:lnTo>
                  <a:lnTo>
                    <a:pt x="0" y="138"/>
                  </a:lnTo>
                  <a:lnTo>
                    <a:pt x="0" y="818"/>
                  </a:lnTo>
                  <a:lnTo>
                    <a:pt x="0" y="1499"/>
                  </a:lnTo>
                  <a:lnTo>
                    <a:pt x="7" y="1552"/>
                  </a:lnTo>
                  <a:lnTo>
                    <a:pt x="38" y="1590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62" y="39"/>
                  </a:lnTo>
                  <a:lnTo>
                    <a:pt x="2823" y="8"/>
                  </a:lnTo>
                  <a:lnTo>
                    <a:pt x="2770" y="0"/>
                  </a:lnTo>
                  <a:lnTo>
                    <a:pt x="1454" y="0"/>
                  </a:lnTo>
                  <a:lnTo>
                    <a:pt x="13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0" name="Freeform 150">
              <a:extLst>
                <a:ext uri="{FF2B5EF4-FFF2-40B4-BE49-F238E27FC236}">
                  <a16:creationId xmlns:a16="http://schemas.microsoft.com/office/drawing/2014/main" id="{D7AD038D-06C8-CC39-035A-54D69EA6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27563" cy="2609850"/>
            </a:xfrm>
            <a:custGeom>
              <a:avLst/>
              <a:gdLst>
                <a:gd name="T0" fmla="*/ 2147483647 w 2915"/>
                <a:gd name="T1" fmla="*/ 2147483647 h 1644"/>
                <a:gd name="T2" fmla="*/ 2147483647 w 2915"/>
                <a:gd name="T3" fmla="*/ 2147483647 h 1644"/>
                <a:gd name="T4" fmla="*/ 2147483647 w 2915"/>
                <a:gd name="T5" fmla="*/ 2147483647 h 1644"/>
                <a:gd name="T6" fmla="*/ 2147483647 w 2915"/>
                <a:gd name="T7" fmla="*/ 2147483647 h 1644"/>
                <a:gd name="T8" fmla="*/ 2147483647 w 2915"/>
                <a:gd name="T9" fmla="*/ 2147483647 h 1644"/>
                <a:gd name="T10" fmla="*/ 2147483647 w 2915"/>
                <a:gd name="T11" fmla="*/ 2147483647 h 1644"/>
                <a:gd name="T12" fmla="*/ 2147483647 w 2915"/>
                <a:gd name="T13" fmla="*/ 2147483647 h 1644"/>
                <a:gd name="T14" fmla="*/ 2147483647 w 2915"/>
                <a:gd name="T15" fmla="*/ 2147483647 h 1644"/>
                <a:gd name="T16" fmla="*/ 2147483647 w 2915"/>
                <a:gd name="T17" fmla="*/ 2147483647 h 1644"/>
                <a:gd name="T18" fmla="*/ 2147483647 w 2915"/>
                <a:gd name="T19" fmla="*/ 2147483647 h 1644"/>
                <a:gd name="T20" fmla="*/ 2147483647 w 2915"/>
                <a:gd name="T21" fmla="*/ 2147483647 h 1644"/>
                <a:gd name="T22" fmla="*/ 2147483647 w 2915"/>
                <a:gd name="T23" fmla="*/ 2147483647 h 1644"/>
                <a:gd name="T24" fmla="*/ 2147483647 w 2915"/>
                <a:gd name="T25" fmla="*/ 2147483647 h 1644"/>
                <a:gd name="T26" fmla="*/ 2147483647 w 2915"/>
                <a:gd name="T27" fmla="*/ 2147483647 h 1644"/>
                <a:gd name="T28" fmla="*/ 2147483647 w 2915"/>
                <a:gd name="T29" fmla="*/ 2147483647 h 1644"/>
                <a:gd name="T30" fmla="*/ 2147483647 w 2915"/>
                <a:gd name="T31" fmla="*/ 2147483647 h 1644"/>
                <a:gd name="T32" fmla="*/ 2147483647 w 2915"/>
                <a:gd name="T33" fmla="*/ 2147483647 h 1644"/>
                <a:gd name="T34" fmla="*/ 2147483647 w 2915"/>
                <a:gd name="T35" fmla="*/ 2147483647 h 1644"/>
                <a:gd name="T36" fmla="*/ 2147483647 w 2915"/>
                <a:gd name="T37" fmla="*/ 2147483647 h 1644"/>
                <a:gd name="T38" fmla="*/ 2147483647 w 2915"/>
                <a:gd name="T39" fmla="*/ 2147483647 h 1644"/>
                <a:gd name="T40" fmla="*/ 2147483647 w 2915"/>
                <a:gd name="T41" fmla="*/ 2147483647 h 1644"/>
                <a:gd name="T42" fmla="*/ 2147483647 w 2915"/>
                <a:gd name="T43" fmla="*/ 2147483647 h 1644"/>
                <a:gd name="T44" fmla="*/ 2147483647 w 2915"/>
                <a:gd name="T45" fmla="*/ 2147483647 h 1644"/>
                <a:gd name="T46" fmla="*/ 2147483647 w 2915"/>
                <a:gd name="T47" fmla="*/ 2147483647 h 1644"/>
                <a:gd name="T48" fmla="*/ 2147483647 w 2915"/>
                <a:gd name="T49" fmla="*/ 0 h 1644"/>
                <a:gd name="T50" fmla="*/ 2147483647 w 2915"/>
                <a:gd name="T51" fmla="*/ 0 h 1644"/>
                <a:gd name="T52" fmla="*/ 2147483647 w 2915"/>
                <a:gd name="T53" fmla="*/ 2147483647 h 1644"/>
                <a:gd name="T54" fmla="*/ 2147483647 w 2915"/>
                <a:gd name="T55" fmla="*/ 2147483647 h 1644"/>
                <a:gd name="T56" fmla="*/ 2147483647 w 2915"/>
                <a:gd name="T57" fmla="*/ 2147483647 h 1644"/>
                <a:gd name="T58" fmla="*/ 2147483647 w 2915"/>
                <a:gd name="T59" fmla="*/ 2147483647 h 1644"/>
                <a:gd name="T60" fmla="*/ 2147483647 w 2915"/>
                <a:gd name="T61" fmla="*/ 2147483647 h 1644"/>
                <a:gd name="T62" fmla="*/ 2147483647 w 2915"/>
                <a:gd name="T63" fmla="*/ 2147483647 h 1644"/>
                <a:gd name="T64" fmla="*/ 2147483647 w 2915"/>
                <a:gd name="T65" fmla="*/ 2147483647 h 1644"/>
                <a:gd name="T66" fmla="*/ 2147483647 w 2915"/>
                <a:gd name="T67" fmla="*/ 2147483647 h 1644"/>
                <a:gd name="T68" fmla="*/ 2147483647 w 2915"/>
                <a:gd name="T69" fmla="*/ 2147483647 h 1644"/>
                <a:gd name="T70" fmla="*/ 2147483647 w 2915"/>
                <a:gd name="T71" fmla="*/ 2147483647 h 1644"/>
                <a:gd name="T72" fmla="*/ 2147483647 w 2915"/>
                <a:gd name="T73" fmla="*/ 2147483647 h 1644"/>
                <a:gd name="T74" fmla="*/ 2147483647 w 2915"/>
                <a:gd name="T75" fmla="*/ 2147483647 h 1644"/>
                <a:gd name="T76" fmla="*/ 2147483647 w 2915"/>
                <a:gd name="T77" fmla="*/ 2147483647 h 1644"/>
                <a:gd name="T78" fmla="*/ 2147483647 w 2915"/>
                <a:gd name="T79" fmla="*/ 2147483647 h 1644"/>
                <a:gd name="T80" fmla="*/ 2147483647 w 2915"/>
                <a:gd name="T81" fmla="*/ 2147483647 h 1644"/>
                <a:gd name="T82" fmla="*/ 0 w 2915"/>
                <a:gd name="T83" fmla="*/ 2147483647 h 1644"/>
                <a:gd name="T84" fmla="*/ 0 w 2915"/>
                <a:gd name="T85" fmla="*/ 2147483647 h 1644"/>
                <a:gd name="T86" fmla="*/ 0 w 2915"/>
                <a:gd name="T87" fmla="*/ 2147483647 h 1644"/>
                <a:gd name="T88" fmla="*/ 2147483647 w 2915"/>
                <a:gd name="T89" fmla="*/ 2147483647 h 1644"/>
                <a:gd name="T90" fmla="*/ 2147483647 w 2915"/>
                <a:gd name="T91" fmla="*/ 2147483647 h 1644"/>
                <a:gd name="T92" fmla="*/ 2147483647 w 2915"/>
                <a:gd name="T93" fmla="*/ 2147483647 h 1644"/>
                <a:gd name="T94" fmla="*/ 2147483647 w 2915"/>
                <a:gd name="T95" fmla="*/ 0 h 16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915"/>
                <a:gd name="T145" fmla="*/ 0 h 1644"/>
                <a:gd name="T146" fmla="*/ 2915 w 2915"/>
                <a:gd name="T147" fmla="*/ 1644 h 16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915" h="1644">
                  <a:moveTo>
                    <a:pt x="137" y="8"/>
                  </a:moveTo>
                  <a:lnTo>
                    <a:pt x="84" y="16"/>
                  </a:lnTo>
                  <a:lnTo>
                    <a:pt x="91" y="16"/>
                  </a:lnTo>
                  <a:lnTo>
                    <a:pt x="46" y="46"/>
                  </a:lnTo>
                  <a:lnTo>
                    <a:pt x="15" y="92"/>
                  </a:lnTo>
                  <a:lnTo>
                    <a:pt x="15" y="84"/>
                  </a:lnTo>
                  <a:lnTo>
                    <a:pt x="7" y="138"/>
                  </a:lnTo>
                  <a:lnTo>
                    <a:pt x="7" y="818"/>
                  </a:lnTo>
                  <a:lnTo>
                    <a:pt x="7" y="1499"/>
                  </a:lnTo>
                  <a:lnTo>
                    <a:pt x="15" y="1552"/>
                  </a:lnTo>
                  <a:lnTo>
                    <a:pt x="46" y="1590"/>
                  </a:lnTo>
                  <a:lnTo>
                    <a:pt x="91" y="1621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92" y="92"/>
                  </a:lnTo>
                  <a:lnTo>
                    <a:pt x="2862" y="46"/>
                  </a:lnTo>
                  <a:lnTo>
                    <a:pt x="2823" y="16"/>
                  </a:lnTo>
                  <a:lnTo>
                    <a:pt x="2770" y="8"/>
                  </a:lnTo>
                  <a:lnTo>
                    <a:pt x="1454" y="8"/>
                  </a:lnTo>
                  <a:lnTo>
                    <a:pt x="137" y="8"/>
                  </a:lnTo>
                  <a:lnTo>
                    <a:pt x="137" y="0"/>
                  </a:lnTo>
                  <a:lnTo>
                    <a:pt x="1454" y="0"/>
                  </a:lnTo>
                  <a:lnTo>
                    <a:pt x="2770" y="0"/>
                  </a:lnTo>
                  <a:lnTo>
                    <a:pt x="2823" y="8"/>
                  </a:lnTo>
                  <a:lnTo>
                    <a:pt x="2831" y="8"/>
                  </a:lnTo>
                  <a:lnTo>
                    <a:pt x="2869" y="39"/>
                  </a:lnTo>
                  <a:lnTo>
                    <a:pt x="2900" y="84"/>
                  </a:lnTo>
                  <a:lnTo>
                    <a:pt x="2915" y="138"/>
                  </a:lnTo>
                  <a:lnTo>
                    <a:pt x="2915" y="818"/>
                  </a:lnTo>
                  <a:lnTo>
                    <a:pt x="2915" y="1499"/>
                  </a:lnTo>
                  <a:lnTo>
                    <a:pt x="2900" y="1552"/>
                  </a:lnTo>
                  <a:lnTo>
                    <a:pt x="2900" y="1560"/>
                  </a:lnTo>
                  <a:lnTo>
                    <a:pt x="2869" y="1598"/>
                  </a:lnTo>
                  <a:lnTo>
                    <a:pt x="2831" y="1628"/>
                  </a:lnTo>
                  <a:lnTo>
                    <a:pt x="2823" y="1628"/>
                  </a:lnTo>
                  <a:lnTo>
                    <a:pt x="2770" y="1644"/>
                  </a:lnTo>
                  <a:lnTo>
                    <a:pt x="1454" y="1644"/>
                  </a:lnTo>
                  <a:lnTo>
                    <a:pt x="137" y="1644"/>
                  </a:lnTo>
                  <a:lnTo>
                    <a:pt x="84" y="1628"/>
                  </a:lnTo>
                  <a:lnTo>
                    <a:pt x="38" y="1598"/>
                  </a:lnTo>
                  <a:lnTo>
                    <a:pt x="7" y="1560"/>
                  </a:lnTo>
                  <a:lnTo>
                    <a:pt x="7" y="1552"/>
                  </a:lnTo>
                  <a:lnTo>
                    <a:pt x="0" y="1499"/>
                  </a:lnTo>
                  <a:lnTo>
                    <a:pt x="0" y="818"/>
                  </a:lnTo>
                  <a:lnTo>
                    <a:pt x="0" y="138"/>
                  </a:lnTo>
                  <a:lnTo>
                    <a:pt x="7" y="84"/>
                  </a:lnTo>
                  <a:lnTo>
                    <a:pt x="38" y="39"/>
                  </a:lnTo>
                  <a:lnTo>
                    <a:pt x="84" y="8"/>
                  </a:lnTo>
                  <a:lnTo>
                    <a:pt x="137" y="0"/>
                  </a:lnTo>
                  <a:lnTo>
                    <a:pt x="13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1" name="Freeform 151">
              <a:extLst>
                <a:ext uri="{FF2B5EF4-FFF2-40B4-BE49-F238E27FC236}">
                  <a16:creationId xmlns:a16="http://schemas.microsoft.com/office/drawing/2014/main" id="{91FE571D-C995-9979-53F2-6B136514E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86150" cy="2001838"/>
            </a:xfrm>
            <a:custGeom>
              <a:avLst/>
              <a:gdLst>
                <a:gd name="T0" fmla="*/ 2147483647 w 2196"/>
                <a:gd name="T1" fmla="*/ 0 h 1261"/>
                <a:gd name="T2" fmla="*/ 2147483647 w 2196"/>
                <a:gd name="T3" fmla="*/ 2147483647 h 1261"/>
                <a:gd name="T4" fmla="*/ 2147483647 w 2196"/>
                <a:gd name="T5" fmla="*/ 2147483647 h 1261"/>
                <a:gd name="T6" fmla="*/ 2147483647 w 2196"/>
                <a:gd name="T7" fmla="*/ 2147483647 h 1261"/>
                <a:gd name="T8" fmla="*/ 0 w 2196"/>
                <a:gd name="T9" fmla="*/ 2147483647 h 1261"/>
                <a:gd name="T10" fmla="*/ 0 w 2196"/>
                <a:gd name="T11" fmla="*/ 2147483647 h 1261"/>
                <a:gd name="T12" fmla="*/ 0 w 2196"/>
                <a:gd name="T13" fmla="*/ 2147483647 h 1261"/>
                <a:gd name="T14" fmla="*/ 2147483647 w 2196"/>
                <a:gd name="T15" fmla="*/ 2147483647 h 1261"/>
                <a:gd name="T16" fmla="*/ 2147483647 w 2196"/>
                <a:gd name="T17" fmla="*/ 2147483647 h 1261"/>
                <a:gd name="T18" fmla="*/ 2147483647 w 2196"/>
                <a:gd name="T19" fmla="*/ 2147483647 h 1261"/>
                <a:gd name="T20" fmla="*/ 2147483647 w 2196"/>
                <a:gd name="T21" fmla="*/ 2147483647 h 1261"/>
                <a:gd name="T22" fmla="*/ 2147483647 w 2196"/>
                <a:gd name="T23" fmla="*/ 2147483647 h 1261"/>
                <a:gd name="T24" fmla="*/ 2147483647 w 2196"/>
                <a:gd name="T25" fmla="*/ 2147483647 h 1261"/>
                <a:gd name="T26" fmla="*/ 2147483647 w 2196"/>
                <a:gd name="T27" fmla="*/ 2147483647 h 1261"/>
                <a:gd name="T28" fmla="*/ 2147483647 w 2196"/>
                <a:gd name="T29" fmla="*/ 2147483647 h 1261"/>
                <a:gd name="T30" fmla="*/ 2147483647 w 2196"/>
                <a:gd name="T31" fmla="*/ 2147483647 h 1261"/>
                <a:gd name="T32" fmla="*/ 2147483647 w 2196"/>
                <a:gd name="T33" fmla="*/ 2147483647 h 1261"/>
                <a:gd name="T34" fmla="*/ 2147483647 w 2196"/>
                <a:gd name="T35" fmla="*/ 2147483647 h 1261"/>
                <a:gd name="T36" fmla="*/ 2147483647 w 2196"/>
                <a:gd name="T37" fmla="*/ 2147483647 h 1261"/>
                <a:gd name="T38" fmla="*/ 2147483647 w 2196"/>
                <a:gd name="T39" fmla="*/ 2147483647 h 1261"/>
                <a:gd name="T40" fmla="*/ 2147483647 w 2196"/>
                <a:gd name="T41" fmla="*/ 2147483647 h 1261"/>
                <a:gd name="T42" fmla="*/ 2147483647 w 2196"/>
                <a:gd name="T43" fmla="*/ 2147483647 h 1261"/>
                <a:gd name="T44" fmla="*/ 2147483647 w 2196"/>
                <a:gd name="T45" fmla="*/ 0 h 1261"/>
                <a:gd name="T46" fmla="*/ 2147483647 w 2196"/>
                <a:gd name="T47" fmla="*/ 0 h 1261"/>
                <a:gd name="T48" fmla="*/ 2147483647 w 2196"/>
                <a:gd name="T49" fmla="*/ 0 h 12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96"/>
                <a:gd name="T76" fmla="*/ 0 h 1261"/>
                <a:gd name="T77" fmla="*/ 2196 w 2196"/>
                <a:gd name="T78" fmla="*/ 1261 h 126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96" h="1261">
                  <a:moveTo>
                    <a:pt x="138" y="0"/>
                  </a:moveTo>
                  <a:lnTo>
                    <a:pt x="84" y="8"/>
                  </a:lnTo>
                  <a:lnTo>
                    <a:pt x="39" y="38"/>
                  </a:lnTo>
                  <a:lnTo>
                    <a:pt x="8" y="84"/>
                  </a:lnTo>
                  <a:lnTo>
                    <a:pt x="0" y="138"/>
                  </a:lnTo>
                  <a:lnTo>
                    <a:pt x="0" y="627"/>
                  </a:lnTo>
                  <a:lnTo>
                    <a:pt x="0" y="1124"/>
                  </a:lnTo>
                  <a:lnTo>
                    <a:pt x="8" y="1177"/>
                  </a:lnTo>
                  <a:lnTo>
                    <a:pt x="39" y="1215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51" y="38"/>
                  </a:lnTo>
                  <a:lnTo>
                    <a:pt x="2112" y="8"/>
                  </a:lnTo>
                  <a:lnTo>
                    <a:pt x="2059" y="0"/>
                  </a:lnTo>
                  <a:lnTo>
                    <a:pt x="1095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2" name="Freeform 152">
              <a:extLst>
                <a:ext uri="{FF2B5EF4-FFF2-40B4-BE49-F238E27FC236}">
                  <a16:creationId xmlns:a16="http://schemas.microsoft.com/office/drawing/2014/main" id="{65E44B28-F039-F18A-788B-1F7537FE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98850" cy="2014538"/>
            </a:xfrm>
            <a:custGeom>
              <a:avLst/>
              <a:gdLst>
                <a:gd name="T0" fmla="*/ 2147483647 w 2204"/>
                <a:gd name="T1" fmla="*/ 2147483647 h 1269"/>
                <a:gd name="T2" fmla="*/ 2147483647 w 2204"/>
                <a:gd name="T3" fmla="*/ 2147483647 h 1269"/>
                <a:gd name="T4" fmla="*/ 2147483647 w 2204"/>
                <a:gd name="T5" fmla="*/ 2147483647 h 1269"/>
                <a:gd name="T6" fmla="*/ 2147483647 w 2204"/>
                <a:gd name="T7" fmla="*/ 2147483647 h 1269"/>
                <a:gd name="T8" fmla="*/ 2147483647 w 2204"/>
                <a:gd name="T9" fmla="*/ 2147483647 h 1269"/>
                <a:gd name="T10" fmla="*/ 2147483647 w 2204"/>
                <a:gd name="T11" fmla="*/ 2147483647 h 1269"/>
                <a:gd name="T12" fmla="*/ 2147483647 w 2204"/>
                <a:gd name="T13" fmla="*/ 2147483647 h 1269"/>
                <a:gd name="T14" fmla="*/ 2147483647 w 2204"/>
                <a:gd name="T15" fmla="*/ 2147483647 h 1269"/>
                <a:gd name="T16" fmla="*/ 2147483647 w 2204"/>
                <a:gd name="T17" fmla="*/ 2147483647 h 1269"/>
                <a:gd name="T18" fmla="*/ 2147483647 w 2204"/>
                <a:gd name="T19" fmla="*/ 2147483647 h 1269"/>
                <a:gd name="T20" fmla="*/ 2147483647 w 2204"/>
                <a:gd name="T21" fmla="*/ 2147483647 h 1269"/>
                <a:gd name="T22" fmla="*/ 2147483647 w 2204"/>
                <a:gd name="T23" fmla="*/ 2147483647 h 1269"/>
                <a:gd name="T24" fmla="*/ 2147483647 w 2204"/>
                <a:gd name="T25" fmla="*/ 2147483647 h 1269"/>
                <a:gd name="T26" fmla="*/ 2147483647 w 2204"/>
                <a:gd name="T27" fmla="*/ 2147483647 h 1269"/>
                <a:gd name="T28" fmla="*/ 2147483647 w 2204"/>
                <a:gd name="T29" fmla="*/ 2147483647 h 1269"/>
                <a:gd name="T30" fmla="*/ 2147483647 w 2204"/>
                <a:gd name="T31" fmla="*/ 2147483647 h 1269"/>
                <a:gd name="T32" fmla="*/ 2147483647 w 2204"/>
                <a:gd name="T33" fmla="*/ 2147483647 h 1269"/>
                <a:gd name="T34" fmla="*/ 2147483647 w 2204"/>
                <a:gd name="T35" fmla="*/ 2147483647 h 1269"/>
                <a:gd name="T36" fmla="*/ 2147483647 w 2204"/>
                <a:gd name="T37" fmla="*/ 2147483647 h 1269"/>
                <a:gd name="T38" fmla="*/ 2147483647 w 2204"/>
                <a:gd name="T39" fmla="*/ 2147483647 h 1269"/>
                <a:gd name="T40" fmla="*/ 2147483647 w 2204"/>
                <a:gd name="T41" fmla="*/ 2147483647 h 1269"/>
                <a:gd name="T42" fmla="*/ 2147483647 w 2204"/>
                <a:gd name="T43" fmla="*/ 2147483647 h 1269"/>
                <a:gd name="T44" fmla="*/ 2147483647 w 2204"/>
                <a:gd name="T45" fmla="*/ 2147483647 h 1269"/>
                <a:gd name="T46" fmla="*/ 2147483647 w 2204"/>
                <a:gd name="T47" fmla="*/ 2147483647 h 1269"/>
                <a:gd name="T48" fmla="*/ 2147483647 w 2204"/>
                <a:gd name="T49" fmla="*/ 0 h 1269"/>
                <a:gd name="T50" fmla="*/ 2147483647 w 2204"/>
                <a:gd name="T51" fmla="*/ 0 h 1269"/>
                <a:gd name="T52" fmla="*/ 2147483647 w 2204"/>
                <a:gd name="T53" fmla="*/ 2147483647 h 1269"/>
                <a:gd name="T54" fmla="*/ 2147483647 w 2204"/>
                <a:gd name="T55" fmla="*/ 2147483647 h 1269"/>
                <a:gd name="T56" fmla="*/ 2147483647 w 2204"/>
                <a:gd name="T57" fmla="*/ 2147483647 h 1269"/>
                <a:gd name="T58" fmla="*/ 2147483647 w 2204"/>
                <a:gd name="T59" fmla="*/ 2147483647 h 1269"/>
                <a:gd name="T60" fmla="*/ 2147483647 w 2204"/>
                <a:gd name="T61" fmla="*/ 2147483647 h 1269"/>
                <a:gd name="T62" fmla="*/ 2147483647 w 2204"/>
                <a:gd name="T63" fmla="*/ 2147483647 h 1269"/>
                <a:gd name="T64" fmla="*/ 2147483647 w 2204"/>
                <a:gd name="T65" fmla="*/ 2147483647 h 1269"/>
                <a:gd name="T66" fmla="*/ 2147483647 w 2204"/>
                <a:gd name="T67" fmla="*/ 2147483647 h 1269"/>
                <a:gd name="T68" fmla="*/ 2147483647 w 2204"/>
                <a:gd name="T69" fmla="*/ 2147483647 h 1269"/>
                <a:gd name="T70" fmla="*/ 2147483647 w 2204"/>
                <a:gd name="T71" fmla="*/ 2147483647 h 1269"/>
                <a:gd name="T72" fmla="*/ 2147483647 w 2204"/>
                <a:gd name="T73" fmla="*/ 2147483647 h 1269"/>
                <a:gd name="T74" fmla="*/ 2147483647 w 2204"/>
                <a:gd name="T75" fmla="*/ 2147483647 h 1269"/>
                <a:gd name="T76" fmla="*/ 2147483647 w 2204"/>
                <a:gd name="T77" fmla="*/ 2147483647 h 1269"/>
                <a:gd name="T78" fmla="*/ 2147483647 w 2204"/>
                <a:gd name="T79" fmla="*/ 2147483647 h 1269"/>
                <a:gd name="T80" fmla="*/ 2147483647 w 2204"/>
                <a:gd name="T81" fmla="*/ 2147483647 h 1269"/>
                <a:gd name="T82" fmla="*/ 0 w 2204"/>
                <a:gd name="T83" fmla="*/ 2147483647 h 1269"/>
                <a:gd name="T84" fmla="*/ 0 w 2204"/>
                <a:gd name="T85" fmla="*/ 2147483647 h 1269"/>
                <a:gd name="T86" fmla="*/ 0 w 2204"/>
                <a:gd name="T87" fmla="*/ 2147483647 h 1269"/>
                <a:gd name="T88" fmla="*/ 2147483647 w 2204"/>
                <a:gd name="T89" fmla="*/ 2147483647 h 1269"/>
                <a:gd name="T90" fmla="*/ 2147483647 w 2204"/>
                <a:gd name="T91" fmla="*/ 2147483647 h 1269"/>
                <a:gd name="T92" fmla="*/ 2147483647 w 2204"/>
                <a:gd name="T93" fmla="*/ 2147483647 h 1269"/>
                <a:gd name="T94" fmla="*/ 2147483647 w 2204"/>
                <a:gd name="T95" fmla="*/ 0 h 12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04"/>
                <a:gd name="T145" fmla="*/ 0 h 1269"/>
                <a:gd name="T146" fmla="*/ 2204 w 2204"/>
                <a:gd name="T147" fmla="*/ 1269 h 126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04" h="1269">
                  <a:moveTo>
                    <a:pt x="138" y="8"/>
                  </a:moveTo>
                  <a:lnTo>
                    <a:pt x="84" y="15"/>
                  </a:lnTo>
                  <a:lnTo>
                    <a:pt x="92" y="15"/>
                  </a:lnTo>
                  <a:lnTo>
                    <a:pt x="46" y="46"/>
                  </a:lnTo>
                  <a:lnTo>
                    <a:pt x="16" y="92"/>
                  </a:lnTo>
                  <a:lnTo>
                    <a:pt x="16" y="84"/>
                  </a:lnTo>
                  <a:lnTo>
                    <a:pt x="8" y="138"/>
                  </a:lnTo>
                  <a:lnTo>
                    <a:pt x="8" y="627"/>
                  </a:lnTo>
                  <a:lnTo>
                    <a:pt x="8" y="1124"/>
                  </a:lnTo>
                  <a:lnTo>
                    <a:pt x="16" y="1177"/>
                  </a:lnTo>
                  <a:lnTo>
                    <a:pt x="46" y="1215"/>
                  </a:lnTo>
                  <a:lnTo>
                    <a:pt x="92" y="1246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81" y="92"/>
                  </a:lnTo>
                  <a:lnTo>
                    <a:pt x="2151" y="46"/>
                  </a:lnTo>
                  <a:lnTo>
                    <a:pt x="2112" y="15"/>
                  </a:lnTo>
                  <a:lnTo>
                    <a:pt x="2059" y="8"/>
                  </a:lnTo>
                  <a:lnTo>
                    <a:pt x="1095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095" y="0"/>
                  </a:lnTo>
                  <a:lnTo>
                    <a:pt x="2059" y="0"/>
                  </a:lnTo>
                  <a:lnTo>
                    <a:pt x="2112" y="8"/>
                  </a:lnTo>
                  <a:lnTo>
                    <a:pt x="2120" y="8"/>
                  </a:lnTo>
                  <a:lnTo>
                    <a:pt x="2158" y="38"/>
                  </a:lnTo>
                  <a:lnTo>
                    <a:pt x="2189" y="84"/>
                  </a:lnTo>
                  <a:lnTo>
                    <a:pt x="2204" y="138"/>
                  </a:lnTo>
                  <a:lnTo>
                    <a:pt x="2204" y="627"/>
                  </a:lnTo>
                  <a:lnTo>
                    <a:pt x="2204" y="1124"/>
                  </a:lnTo>
                  <a:lnTo>
                    <a:pt x="2189" y="1177"/>
                  </a:lnTo>
                  <a:lnTo>
                    <a:pt x="2189" y="1185"/>
                  </a:lnTo>
                  <a:lnTo>
                    <a:pt x="2158" y="1223"/>
                  </a:lnTo>
                  <a:lnTo>
                    <a:pt x="2120" y="1253"/>
                  </a:lnTo>
                  <a:lnTo>
                    <a:pt x="2112" y="1253"/>
                  </a:lnTo>
                  <a:lnTo>
                    <a:pt x="2059" y="1269"/>
                  </a:lnTo>
                  <a:lnTo>
                    <a:pt x="1095" y="1269"/>
                  </a:lnTo>
                  <a:lnTo>
                    <a:pt x="138" y="1269"/>
                  </a:lnTo>
                  <a:lnTo>
                    <a:pt x="84" y="1253"/>
                  </a:lnTo>
                  <a:lnTo>
                    <a:pt x="39" y="1223"/>
                  </a:lnTo>
                  <a:lnTo>
                    <a:pt x="8" y="1185"/>
                  </a:lnTo>
                  <a:lnTo>
                    <a:pt x="8" y="1177"/>
                  </a:lnTo>
                  <a:lnTo>
                    <a:pt x="0" y="1124"/>
                  </a:lnTo>
                  <a:lnTo>
                    <a:pt x="0" y="627"/>
                  </a:lnTo>
                  <a:lnTo>
                    <a:pt x="0" y="138"/>
                  </a:lnTo>
                  <a:lnTo>
                    <a:pt x="8" y="84"/>
                  </a:lnTo>
                  <a:lnTo>
                    <a:pt x="39" y="38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3" name="Freeform 153">
              <a:extLst>
                <a:ext uri="{FF2B5EF4-FFF2-40B4-BE49-F238E27FC236}">
                  <a16:creationId xmlns:a16="http://schemas.microsoft.com/office/drawing/2014/main" id="{72C602A8-8B5D-C55F-7BA1-6A69C1B2F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3802409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4" name="Freeform 154">
              <a:extLst>
                <a:ext uri="{FF2B5EF4-FFF2-40B4-BE49-F238E27FC236}">
                  <a16:creationId xmlns:a16="http://schemas.microsoft.com/office/drawing/2014/main" id="{361CFAA1-DA28-B241-EEB3-09B6D5B1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05063" cy="1139825"/>
            </a:xfrm>
            <a:custGeom>
              <a:avLst/>
              <a:gdLst>
                <a:gd name="T0" fmla="*/ 2147483647 w 1515"/>
                <a:gd name="T1" fmla="*/ 0 h 718"/>
                <a:gd name="T2" fmla="*/ 2147483647 w 1515"/>
                <a:gd name="T3" fmla="*/ 2147483647 h 718"/>
                <a:gd name="T4" fmla="*/ 2147483647 w 1515"/>
                <a:gd name="T5" fmla="*/ 2147483647 h 718"/>
                <a:gd name="T6" fmla="*/ 2147483647 w 1515"/>
                <a:gd name="T7" fmla="*/ 2147483647 h 718"/>
                <a:gd name="T8" fmla="*/ 0 w 1515"/>
                <a:gd name="T9" fmla="*/ 2147483647 h 718"/>
                <a:gd name="T10" fmla="*/ 0 w 1515"/>
                <a:gd name="T11" fmla="*/ 2147483647 h 718"/>
                <a:gd name="T12" fmla="*/ 0 w 1515"/>
                <a:gd name="T13" fmla="*/ 2147483647 h 718"/>
                <a:gd name="T14" fmla="*/ 2147483647 w 1515"/>
                <a:gd name="T15" fmla="*/ 2147483647 h 718"/>
                <a:gd name="T16" fmla="*/ 2147483647 w 1515"/>
                <a:gd name="T17" fmla="*/ 2147483647 h 718"/>
                <a:gd name="T18" fmla="*/ 2147483647 w 1515"/>
                <a:gd name="T19" fmla="*/ 2147483647 h 718"/>
                <a:gd name="T20" fmla="*/ 2147483647 w 1515"/>
                <a:gd name="T21" fmla="*/ 2147483647 h 718"/>
                <a:gd name="T22" fmla="*/ 2147483647 w 1515"/>
                <a:gd name="T23" fmla="*/ 2147483647 h 718"/>
                <a:gd name="T24" fmla="*/ 2147483647 w 1515"/>
                <a:gd name="T25" fmla="*/ 2147483647 h 718"/>
                <a:gd name="T26" fmla="*/ 2147483647 w 1515"/>
                <a:gd name="T27" fmla="*/ 2147483647 h 718"/>
                <a:gd name="T28" fmla="*/ 2147483647 w 1515"/>
                <a:gd name="T29" fmla="*/ 2147483647 h 718"/>
                <a:gd name="T30" fmla="*/ 2147483647 w 1515"/>
                <a:gd name="T31" fmla="*/ 2147483647 h 718"/>
                <a:gd name="T32" fmla="*/ 2147483647 w 1515"/>
                <a:gd name="T33" fmla="*/ 2147483647 h 718"/>
                <a:gd name="T34" fmla="*/ 2147483647 w 1515"/>
                <a:gd name="T35" fmla="*/ 2147483647 h 718"/>
                <a:gd name="T36" fmla="*/ 2147483647 w 1515"/>
                <a:gd name="T37" fmla="*/ 2147483647 h 718"/>
                <a:gd name="T38" fmla="*/ 2147483647 w 1515"/>
                <a:gd name="T39" fmla="*/ 2147483647 h 718"/>
                <a:gd name="T40" fmla="*/ 2147483647 w 1515"/>
                <a:gd name="T41" fmla="*/ 2147483647 h 718"/>
                <a:gd name="T42" fmla="*/ 2147483647 w 1515"/>
                <a:gd name="T43" fmla="*/ 2147483647 h 718"/>
                <a:gd name="T44" fmla="*/ 2147483647 w 1515"/>
                <a:gd name="T45" fmla="*/ 0 h 718"/>
                <a:gd name="T46" fmla="*/ 2147483647 w 1515"/>
                <a:gd name="T47" fmla="*/ 0 h 718"/>
                <a:gd name="T48" fmla="*/ 2147483647 w 1515"/>
                <a:gd name="T49" fmla="*/ 0 h 7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15"/>
                <a:gd name="T76" fmla="*/ 0 h 718"/>
                <a:gd name="T77" fmla="*/ 1515 w 1515"/>
                <a:gd name="T78" fmla="*/ 718 h 71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15" h="718">
                  <a:moveTo>
                    <a:pt x="138" y="0"/>
                  </a:moveTo>
                  <a:lnTo>
                    <a:pt x="84" y="15"/>
                  </a:lnTo>
                  <a:lnTo>
                    <a:pt x="39" y="46"/>
                  </a:lnTo>
                  <a:lnTo>
                    <a:pt x="16" y="84"/>
                  </a:lnTo>
                  <a:lnTo>
                    <a:pt x="0" y="137"/>
                  </a:lnTo>
                  <a:lnTo>
                    <a:pt x="0" y="359"/>
                  </a:lnTo>
                  <a:lnTo>
                    <a:pt x="0" y="581"/>
                  </a:lnTo>
                  <a:lnTo>
                    <a:pt x="16" y="634"/>
                  </a:lnTo>
                  <a:lnTo>
                    <a:pt x="39" y="672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470" y="46"/>
                  </a:lnTo>
                  <a:lnTo>
                    <a:pt x="1431" y="15"/>
                  </a:lnTo>
                  <a:lnTo>
                    <a:pt x="1378" y="0"/>
                  </a:lnTo>
                  <a:lnTo>
                    <a:pt x="758" y="0"/>
                  </a:lnTo>
                  <a:lnTo>
                    <a:pt x="138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5" name="Freeform 155">
              <a:extLst>
                <a:ext uri="{FF2B5EF4-FFF2-40B4-BE49-F238E27FC236}">
                  <a16:creationId xmlns:a16="http://schemas.microsoft.com/office/drawing/2014/main" id="{9C182D70-A187-2BAF-A31F-0C89EA4F2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17763" cy="1152525"/>
            </a:xfrm>
            <a:custGeom>
              <a:avLst/>
              <a:gdLst>
                <a:gd name="T0" fmla="*/ 2147483647 w 1523"/>
                <a:gd name="T1" fmla="*/ 2147483647 h 726"/>
                <a:gd name="T2" fmla="*/ 2147483647 w 1523"/>
                <a:gd name="T3" fmla="*/ 2147483647 h 726"/>
                <a:gd name="T4" fmla="*/ 2147483647 w 1523"/>
                <a:gd name="T5" fmla="*/ 2147483647 h 726"/>
                <a:gd name="T6" fmla="*/ 2147483647 w 1523"/>
                <a:gd name="T7" fmla="*/ 2147483647 h 726"/>
                <a:gd name="T8" fmla="*/ 2147483647 w 1523"/>
                <a:gd name="T9" fmla="*/ 2147483647 h 726"/>
                <a:gd name="T10" fmla="*/ 2147483647 w 1523"/>
                <a:gd name="T11" fmla="*/ 2147483647 h 726"/>
                <a:gd name="T12" fmla="*/ 2147483647 w 1523"/>
                <a:gd name="T13" fmla="*/ 2147483647 h 726"/>
                <a:gd name="T14" fmla="*/ 2147483647 w 1523"/>
                <a:gd name="T15" fmla="*/ 2147483647 h 726"/>
                <a:gd name="T16" fmla="*/ 2147483647 w 1523"/>
                <a:gd name="T17" fmla="*/ 2147483647 h 726"/>
                <a:gd name="T18" fmla="*/ 2147483647 w 1523"/>
                <a:gd name="T19" fmla="*/ 2147483647 h 726"/>
                <a:gd name="T20" fmla="*/ 2147483647 w 1523"/>
                <a:gd name="T21" fmla="*/ 2147483647 h 726"/>
                <a:gd name="T22" fmla="*/ 2147483647 w 1523"/>
                <a:gd name="T23" fmla="*/ 2147483647 h 726"/>
                <a:gd name="T24" fmla="*/ 2147483647 w 1523"/>
                <a:gd name="T25" fmla="*/ 2147483647 h 726"/>
                <a:gd name="T26" fmla="*/ 2147483647 w 1523"/>
                <a:gd name="T27" fmla="*/ 2147483647 h 726"/>
                <a:gd name="T28" fmla="*/ 2147483647 w 1523"/>
                <a:gd name="T29" fmla="*/ 2147483647 h 726"/>
                <a:gd name="T30" fmla="*/ 2147483647 w 1523"/>
                <a:gd name="T31" fmla="*/ 2147483647 h 726"/>
                <a:gd name="T32" fmla="*/ 2147483647 w 1523"/>
                <a:gd name="T33" fmla="*/ 2147483647 h 726"/>
                <a:gd name="T34" fmla="*/ 2147483647 w 1523"/>
                <a:gd name="T35" fmla="*/ 2147483647 h 726"/>
                <a:gd name="T36" fmla="*/ 2147483647 w 1523"/>
                <a:gd name="T37" fmla="*/ 2147483647 h 726"/>
                <a:gd name="T38" fmla="*/ 2147483647 w 1523"/>
                <a:gd name="T39" fmla="*/ 2147483647 h 726"/>
                <a:gd name="T40" fmla="*/ 2147483647 w 1523"/>
                <a:gd name="T41" fmla="*/ 2147483647 h 726"/>
                <a:gd name="T42" fmla="*/ 2147483647 w 1523"/>
                <a:gd name="T43" fmla="*/ 2147483647 h 726"/>
                <a:gd name="T44" fmla="*/ 2147483647 w 1523"/>
                <a:gd name="T45" fmla="*/ 2147483647 h 726"/>
                <a:gd name="T46" fmla="*/ 2147483647 w 1523"/>
                <a:gd name="T47" fmla="*/ 2147483647 h 726"/>
                <a:gd name="T48" fmla="*/ 2147483647 w 1523"/>
                <a:gd name="T49" fmla="*/ 0 h 726"/>
                <a:gd name="T50" fmla="*/ 2147483647 w 1523"/>
                <a:gd name="T51" fmla="*/ 0 h 726"/>
                <a:gd name="T52" fmla="*/ 2147483647 w 1523"/>
                <a:gd name="T53" fmla="*/ 2147483647 h 726"/>
                <a:gd name="T54" fmla="*/ 2147483647 w 1523"/>
                <a:gd name="T55" fmla="*/ 2147483647 h 726"/>
                <a:gd name="T56" fmla="*/ 2147483647 w 1523"/>
                <a:gd name="T57" fmla="*/ 2147483647 h 726"/>
                <a:gd name="T58" fmla="*/ 2147483647 w 1523"/>
                <a:gd name="T59" fmla="*/ 2147483647 h 726"/>
                <a:gd name="T60" fmla="*/ 2147483647 w 1523"/>
                <a:gd name="T61" fmla="*/ 2147483647 h 726"/>
                <a:gd name="T62" fmla="*/ 2147483647 w 1523"/>
                <a:gd name="T63" fmla="*/ 2147483647 h 726"/>
                <a:gd name="T64" fmla="*/ 2147483647 w 1523"/>
                <a:gd name="T65" fmla="*/ 2147483647 h 726"/>
                <a:gd name="T66" fmla="*/ 2147483647 w 1523"/>
                <a:gd name="T67" fmla="*/ 2147483647 h 726"/>
                <a:gd name="T68" fmla="*/ 2147483647 w 1523"/>
                <a:gd name="T69" fmla="*/ 2147483647 h 726"/>
                <a:gd name="T70" fmla="*/ 2147483647 w 1523"/>
                <a:gd name="T71" fmla="*/ 2147483647 h 726"/>
                <a:gd name="T72" fmla="*/ 2147483647 w 1523"/>
                <a:gd name="T73" fmla="*/ 2147483647 h 726"/>
                <a:gd name="T74" fmla="*/ 2147483647 w 1523"/>
                <a:gd name="T75" fmla="*/ 2147483647 h 726"/>
                <a:gd name="T76" fmla="*/ 2147483647 w 1523"/>
                <a:gd name="T77" fmla="*/ 2147483647 h 726"/>
                <a:gd name="T78" fmla="*/ 2147483647 w 1523"/>
                <a:gd name="T79" fmla="*/ 2147483647 h 726"/>
                <a:gd name="T80" fmla="*/ 2147483647 w 1523"/>
                <a:gd name="T81" fmla="*/ 2147483647 h 726"/>
                <a:gd name="T82" fmla="*/ 0 w 1523"/>
                <a:gd name="T83" fmla="*/ 2147483647 h 726"/>
                <a:gd name="T84" fmla="*/ 0 w 1523"/>
                <a:gd name="T85" fmla="*/ 2147483647 h 726"/>
                <a:gd name="T86" fmla="*/ 0 w 1523"/>
                <a:gd name="T87" fmla="*/ 2147483647 h 726"/>
                <a:gd name="T88" fmla="*/ 2147483647 w 1523"/>
                <a:gd name="T89" fmla="*/ 2147483647 h 726"/>
                <a:gd name="T90" fmla="*/ 2147483647 w 1523"/>
                <a:gd name="T91" fmla="*/ 2147483647 h 726"/>
                <a:gd name="T92" fmla="*/ 2147483647 w 1523"/>
                <a:gd name="T93" fmla="*/ 2147483647 h 726"/>
                <a:gd name="T94" fmla="*/ 2147483647 w 1523"/>
                <a:gd name="T95" fmla="*/ 0 h 7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523"/>
                <a:gd name="T145" fmla="*/ 0 h 726"/>
                <a:gd name="T146" fmla="*/ 1523 w 1523"/>
                <a:gd name="T147" fmla="*/ 726 h 72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523" h="726">
                  <a:moveTo>
                    <a:pt x="138" y="7"/>
                  </a:moveTo>
                  <a:lnTo>
                    <a:pt x="84" y="23"/>
                  </a:lnTo>
                  <a:lnTo>
                    <a:pt x="92" y="23"/>
                  </a:lnTo>
                  <a:lnTo>
                    <a:pt x="46" y="53"/>
                  </a:lnTo>
                  <a:lnTo>
                    <a:pt x="23" y="91"/>
                  </a:lnTo>
                  <a:lnTo>
                    <a:pt x="23" y="84"/>
                  </a:lnTo>
                  <a:lnTo>
                    <a:pt x="8" y="137"/>
                  </a:lnTo>
                  <a:lnTo>
                    <a:pt x="8" y="359"/>
                  </a:lnTo>
                  <a:lnTo>
                    <a:pt x="8" y="581"/>
                  </a:lnTo>
                  <a:lnTo>
                    <a:pt x="23" y="634"/>
                  </a:lnTo>
                  <a:lnTo>
                    <a:pt x="46" y="672"/>
                  </a:lnTo>
                  <a:lnTo>
                    <a:pt x="92" y="703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500" y="91"/>
                  </a:lnTo>
                  <a:lnTo>
                    <a:pt x="1470" y="53"/>
                  </a:lnTo>
                  <a:lnTo>
                    <a:pt x="1431" y="23"/>
                  </a:lnTo>
                  <a:lnTo>
                    <a:pt x="1378" y="7"/>
                  </a:lnTo>
                  <a:lnTo>
                    <a:pt x="758" y="7"/>
                  </a:lnTo>
                  <a:lnTo>
                    <a:pt x="138" y="7"/>
                  </a:lnTo>
                  <a:lnTo>
                    <a:pt x="138" y="0"/>
                  </a:lnTo>
                  <a:lnTo>
                    <a:pt x="758" y="0"/>
                  </a:lnTo>
                  <a:lnTo>
                    <a:pt x="1378" y="0"/>
                  </a:lnTo>
                  <a:lnTo>
                    <a:pt x="1431" y="15"/>
                  </a:lnTo>
                  <a:lnTo>
                    <a:pt x="1439" y="15"/>
                  </a:lnTo>
                  <a:lnTo>
                    <a:pt x="1477" y="46"/>
                  </a:lnTo>
                  <a:lnTo>
                    <a:pt x="1508" y="84"/>
                  </a:lnTo>
                  <a:lnTo>
                    <a:pt x="1523" y="137"/>
                  </a:lnTo>
                  <a:lnTo>
                    <a:pt x="1523" y="359"/>
                  </a:lnTo>
                  <a:lnTo>
                    <a:pt x="1523" y="581"/>
                  </a:lnTo>
                  <a:lnTo>
                    <a:pt x="1508" y="634"/>
                  </a:lnTo>
                  <a:lnTo>
                    <a:pt x="1508" y="642"/>
                  </a:lnTo>
                  <a:lnTo>
                    <a:pt x="1477" y="680"/>
                  </a:lnTo>
                  <a:lnTo>
                    <a:pt x="1439" y="710"/>
                  </a:lnTo>
                  <a:lnTo>
                    <a:pt x="1431" y="710"/>
                  </a:lnTo>
                  <a:lnTo>
                    <a:pt x="1378" y="726"/>
                  </a:lnTo>
                  <a:lnTo>
                    <a:pt x="758" y="726"/>
                  </a:lnTo>
                  <a:lnTo>
                    <a:pt x="138" y="726"/>
                  </a:lnTo>
                  <a:lnTo>
                    <a:pt x="84" y="710"/>
                  </a:lnTo>
                  <a:lnTo>
                    <a:pt x="39" y="680"/>
                  </a:lnTo>
                  <a:lnTo>
                    <a:pt x="16" y="642"/>
                  </a:lnTo>
                  <a:lnTo>
                    <a:pt x="16" y="634"/>
                  </a:lnTo>
                  <a:lnTo>
                    <a:pt x="0" y="581"/>
                  </a:lnTo>
                  <a:lnTo>
                    <a:pt x="0" y="359"/>
                  </a:lnTo>
                  <a:lnTo>
                    <a:pt x="0" y="137"/>
                  </a:lnTo>
                  <a:lnTo>
                    <a:pt x="16" y="84"/>
                  </a:lnTo>
                  <a:lnTo>
                    <a:pt x="39" y="46"/>
                  </a:lnTo>
                  <a:lnTo>
                    <a:pt x="84" y="15"/>
                  </a:lnTo>
                  <a:lnTo>
                    <a:pt x="138" y="0"/>
                  </a:lnTo>
                  <a:lnTo>
                    <a:pt x="13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6" name="Freeform 156">
              <a:extLst>
                <a:ext uri="{FF2B5EF4-FFF2-40B4-BE49-F238E27FC236}">
                  <a16:creationId xmlns:a16="http://schemas.microsoft.com/office/drawing/2014/main" id="{36B8D9E9-FFEA-E939-2A63-AF9BDDB48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9288" y="4664422"/>
              <a:ext cx="1588" cy="11113"/>
            </a:xfrm>
            <a:custGeom>
              <a:avLst/>
              <a:gdLst>
                <a:gd name="T0" fmla="*/ 0 w 1"/>
                <a:gd name="T1" fmla="*/ 2147483647 h 7"/>
                <a:gd name="T2" fmla="*/ 0 w 1"/>
                <a:gd name="T3" fmla="*/ 2147483647 h 7"/>
                <a:gd name="T4" fmla="*/ 0 w 1"/>
                <a:gd name="T5" fmla="*/ 2147483647 h 7"/>
                <a:gd name="T6" fmla="*/ 0 w 1"/>
                <a:gd name="T7" fmla="*/ 0 h 7"/>
                <a:gd name="T8" fmla="*/ 0 w 1"/>
                <a:gd name="T9" fmla="*/ 0 h 7"/>
                <a:gd name="T10" fmla="*/ 0 w 1"/>
                <a:gd name="T11" fmla="*/ 0 h 7"/>
                <a:gd name="T12" fmla="*/ 0 w 1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7"/>
                <a:gd name="T23" fmla="*/ 1 w 1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7">
                  <a:moveTo>
                    <a:pt x="0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7" name="Freeform 157">
              <a:extLst>
                <a:ext uri="{FF2B5EF4-FFF2-40B4-BE49-F238E27FC236}">
                  <a16:creationId xmlns:a16="http://schemas.microsoft.com/office/drawing/2014/main" id="{6C7E12B8-BF38-C5F7-8AB6-0A8D56453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41300"/>
            </a:xfrm>
            <a:custGeom>
              <a:avLst/>
              <a:gdLst>
                <a:gd name="T0" fmla="*/ 0 w 375"/>
                <a:gd name="T1" fmla="*/ 2147483647 h 152"/>
                <a:gd name="T2" fmla="*/ 0 w 375"/>
                <a:gd name="T3" fmla="*/ 0 h 152"/>
                <a:gd name="T4" fmla="*/ 2147483647 w 375"/>
                <a:gd name="T5" fmla="*/ 0 h 152"/>
                <a:gd name="T6" fmla="*/ 0 w 375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152"/>
                <a:gd name="T14" fmla="*/ 375 w 375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152">
                  <a:moveTo>
                    <a:pt x="0" y="152"/>
                  </a:moveTo>
                  <a:lnTo>
                    <a:pt x="0" y="0"/>
                  </a:lnTo>
                  <a:lnTo>
                    <a:pt x="375" y="0"/>
                  </a:lnTo>
                  <a:lnTo>
                    <a:pt x="0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8" name="Rectangle 158">
              <a:extLst>
                <a:ext uri="{FF2B5EF4-FFF2-40B4-BE49-F238E27FC236}">
                  <a16:creationId xmlns:a16="http://schemas.microsoft.com/office/drawing/2014/main" id="{1A79EADE-977F-857E-041A-F615E243C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80384"/>
              <a:ext cx="11113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59" name="Freeform 159">
              <a:extLst>
                <a:ext uri="{FF2B5EF4-FFF2-40B4-BE49-F238E27FC236}">
                  <a16:creationId xmlns:a16="http://schemas.microsoft.com/office/drawing/2014/main" id="{DAA239C9-99DF-E3CF-BA70-BC19A9F5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54000"/>
            </a:xfrm>
            <a:custGeom>
              <a:avLst/>
              <a:gdLst>
                <a:gd name="T0" fmla="*/ 0 w 375"/>
                <a:gd name="T1" fmla="*/ 0 h 160"/>
                <a:gd name="T2" fmla="*/ 2147483647 w 375"/>
                <a:gd name="T3" fmla="*/ 0 h 160"/>
                <a:gd name="T4" fmla="*/ 2147483647 w 375"/>
                <a:gd name="T5" fmla="*/ 2147483647 h 160"/>
                <a:gd name="T6" fmla="*/ 2147483647 w 375"/>
                <a:gd name="T7" fmla="*/ 2147483647 h 160"/>
                <a:gd name="T8" fmla="*/ 0 w 375"/>
                <a:gd name="T9" fmla="*/ 2147483647 h 160"/>
                <a:gd name="T10" fmla="*/ 0 w 375"/>
                <a:gd name="T11" fmla="*/ 2147483647 h 160"/>
                <a:gd name="T12" fmla="*/ 0 w 375"/>
                <a:gd name="T13" fmla="*/ 2147483647 h 160"/>
                <a:gd name="T14" fmla="*/ 0 w 375"/>
                <a:gd name="T15" fmla="*/ 2147483647 h 160"/>
                <a:gd name="T16" fmla="*/ 2147483647 w 375"/>
                <a:gd name="T17" fmla="*/ 0 h 160"/>
                <a:gd name="T18" fmla="*/ 2147483647 w 375"/>
                <a:gd name="T19" fmla="*/ 0 h 160"/>
                <a:gd name="T20" fmla="*/ 2147483647 w 375"/>
                <a:gd name="T21" fmla="*/ 2147483647 h 160"/>
                <a:gd name="T22" fmla="*/ 0 w 375"/>
                <a:gd name="T23" fmla="*/ 2147483647 h 160"/>
                <a:gd name="T24" fmla="*/ 0 w 375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5"/>
                <a:gd name="T40" fmla="*/ 0 h 160"/>
                <a:gd name="T41" fmla="*/ 375 w 375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5" h="160">
                  <a:moveTo>
                    <a:pt x="0" y="0"/>
                  </a:moveTo>
                  <a:lnTo>
                    <a:pt x="375" y="0"/>
                  </a:lnTo>
                  <a:lnTo>
                    <a:pt x="375" y="7"/>
                  </a:lnTo>
                  <a:lnTo>
                    <a:pt x="0" y="160"/>
                  </a:lnTo>
                  <a:lnTo>
                    <a:pt x="0" y="152"/>
                  </a:lnTo>
                  <a:lnTo>
                    <a:pt x="375" y="0"/>
                  </a:lnTo>
                  <a:lnTo>
                    <a:pt x="375" y="7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0" name="Freeform 160">
              <a:extLst>
                <a:ext uri="{FF2B5EF4-FFF2-40B4-BE49-F238E27FC236}">
                  <a16:creationId xmlns:a16="http://schemas.microsoft.com/office/drawing/2014/main" id="{91EE6489-52D7-C1EF-810D-8B97F5E19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67684"/>
              <a:ext cx="606425" cy="266700"/>
            </a:xfrm>
            <a:custGeom>
              <a:avLst/>
              <a:gdLst>
                <a:gd name="T0" fmla="*/ 0 w 382"/>
                <a:gd name="T1" fmla="*/ 2147483647 h 168"/>
                <a:gd name="T2" fmla="*/ 2147483647 w 382"/>
                <a:gd name="T3" fmla="*/ 2147483647 h 168"/>
                <a:gd name="T4" fmla="*/ 2147483647 w 382"/>
                <a:gd name="T5" fmla="*/ 2147483647 h 168"/>
                <a:gd name="T6" fmla="*/ 2147483647 w 382"/>
                <a:gd name="T7" fmla="*/ 2147483647 h 168"/>
                <a:gd name="T8" fmla="*/ 2147483647 w 382"/>
                <a:gd name="T9" fmla="*/ 2147483647 h 168"/>
                <a:gd name="T10" fmla="*/ 2147483647 w 382"/>
                <a:gd name="T11" fmla="*/ 0 h 168"/>
                <a:gd name="T12" fmla="*/ 0 w 38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2"/>
                <a:gd name="T22" fmla="*/ 0 h 168"/>
                <a:gd name="T23" fmla="*/ 382 w 38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2" h="168">
                  <a:moveTo>
                    <a:pt x="0" y="168"/>
                  </a:moveTo>
                  <a:lnTo>
                    <a:pt x="222" y="168"/>
                  </a:lnTo>
                  <a:lnTo>
                    <a:pt x="336" y="145"/>
                  </a:lnTo>
                  <a:lnTo>
                    <a:pt x="359" y="130"/>
                  </a:lnTo>
                  <a:lnTo>
                    <a:pt x="375" y="99"/>
                  </a:lnTo>
                  <a:lnTo>
                    <a:pt x="382" y="0"/>
                  </a:lnTo>
                  <a:lnTo>
                    <a:pt x="0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1" name="Freeform 161">
              <a:extLst>
                <a:ext uri="{FF2B5EF4-FFF2-40B4-BE49-F238E27FC236}">
                  <a16:creationId xmlns:a16="http://schemas.microsoft.com/office/drawing/2014/main" id="{ADE052D1-BC06-46BB-5630-18161FAE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574059"/>
              <a:ext cx="582613" cy="73025"/>
            </a:xfrm>
            <a:custGeom>
              <a:avLst/>
              <a:gdLst>
                <a:gd name="T0" fmla="*/ 0 w 367"/>
                <a:gd name="T1" fmla="*/ 2147483647 h 46"/>
                <a:gd name="T2" fmla="*/ 2147483647 w 367"/>
                <a:gd name="T3" fmla="*/ 2147483647 h 46"/>
                <a:gd name="T4" fmla="*/ 2147483647 w 367"/>
                <a:gd name="T5" fmla="*/ 2147483647 h 46"/>
                <a:gd name="T6" fmla="*/ 2147483647 w 367"/>
                <a:gd name="T7" fmla="*/ 2147483647 h 46"/>
                <a:gd name="T8" fmla="*/ 2147483647 w 367"/>
                <a:gd name="T9" fmla="*/ 2147483647 h 46"/>
                <a:gd name="T10" fmla="*/ 2147483647 w 367"/>
                <a:gd name="T11" fmla="*/ 2147483647 h 46"/>
                <a:gd name="T12" fmla="*/ 2147483647 w 367"/>
                <a:gd name="T13" fmla="*/ 2147483647 h 46"/>
                <a:gd name="T14" fmla="*/ 2147483647 w 367"/>
                <a:gd name="T15" fmla="*/ 0 h 46"/>
                <a:gd name="T16" fmla="*/ 2147483647 w 367"/>
                <a:gd name="T17" fmla="*/ 0 h 46"/>
                <a:gd name="T18" fmla="*/ 2147483647 w 367"/>
                <a:gd name="T19" fmla="*/ 0 h 46"/>
                <a:gd name="T20" fmla="*/ 2147483647 w 367"/>
                <a:gd name="T21" fmla="*/ 2147483647 h 46"/>
                <a:gd name="T22" fmla="*/ 2147483647 w 367"/>
                <a:gd name="T23" fmla="*/ 2147483647 h 46"/>
                <a:gd name="T24" fmla="*/ 2147483647 w 367"/>
                <a:gd name="T25" fmla="*/ 2147483647 h 46"/>
                <a:gd name="T26" fmla="*/ 2147483647 w 367"/>
                <a:gd name="T27" fmla="*/ 2147483647 h 46"/>
                <a:gd name="T28" fmla="*/ 2147483647 w 367"/>
                <a:gd name="T29" fmla="*/ 2147483647 h 46"/>
                <a:gd name="T30" fmla="*/ 2147483647 w 367"/>
                <a:gd name="T31" fmla="*/ 2147483647 h 46"/>
                <a:gd name="T32" fmla="*/ 2147483647 w 367"/>
                <a:gd name="T33" fmla="*/ 2147483647 h 46"/>
                <a:gd name="T34" fmla="*/ 0 w 367"/>
                <a:gd name="T35" fmla="*/ 2147483647 h 46"/>
                <a:gd name="T36" fmla="*/ 0 w 367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67"/>
                <a:gd name="T58" fmla="*/ 0 h 46"/>
                <a:gd name="T59" fmla="*/ 367 w 367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67" h="46">
                  <a:moveTo>
                    <a:pt x="0" y="38"/>
                  </a:moveTo>
                  <a:lnTo>
                    <a:pt x="222" y="38"/>
                  </a:lnTo>
                  <a:lnTo>
                    <a:pt x="336" y="15"/>
                  </a:lnTo>
                  <a:lnTo>
                    <a:pt x="359" y="0"/>
                  </a:lnTo>
                  <a:lnTo>
                    <a:pt x="367" y="0"/>
                  </a:lnTo>
                  <a:lnTo>
                    <a:pt x="367" y="8"/>
                  </a:lnTo>
                  <a:lnTo>
                    <a:pt x="344" y="23"/>
                  </a:lnTo>
                  <a:lnTo>
                    <a:pt x="336" y="23"/>
                  </a:lnTo>
                  <a:lnTo>
                    <a:pt x="222" y="46"/>
                  </a:lnTo>
                  <a:lnTo>
                    <a:pt x="0" y="46"/>
                  </a:lnTo>
                  <a:lnTo>
                    <a:pt x="0" y="3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2" name="Freeform 162">
              <a:extLst>
                <a:ext uri="{FF2B5EF4-FFF2-40B4-BE49-F238E27FC236}">
                  <a16:creationId xmlns:a16="http://schemas.microsoft.com/office/drawing/2014/main" id="{7B29A028-FE93-0428-D85A-1663CB6D9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5524847"/>
              <a:ext cx="36513" cy="49213"/>
            </a:xfrm>
            <a:custGeom>
              <a:avLst/>
              <a:gdLst>
                <a:gd name="T0" fmla="*/ 0 w 23"/>
                <a:gd name="T1" fmla="*/ 2147483647 h 31"/>
                <a:gd name="T2" fmla="*/ 2147483647 w 23"/>
                <a:gd name="T3" fmla="*/ 0 h 31"/>
                <a:gd name="T4" fmla="*/ 2147483647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0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0" y="31"/>
                  </a:moveTo>
                  <a:lnTo>
                    <a:pt x="16" y="0"/>
                  </a:lnTo>
                  <a:lnTo>
                    <a:pt x="23" y="0"/>
                  </a:lnTo>
                  <a:lnTo>
                    <a:pt x="8" y="31"/>
                  </a:lnTo>
                  <a:lnTo>
                    <a:pt x="0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3" name="Freeform 163">
              <a:extLst>
                <a:ext uri="{FF2B5EF4-FFF2-40B4-BE49-F238E27FC236}">
                  <a16:creationId xmlns:a16="http://schemas.microsoft.com/office/drawing/2014/main" id="{5428DE44-783B-20DF-5830-90BE291B9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0788" y="5367684"/>
              <a:ext cx="23813" cy="157163"/>
            </a:xfrm>
            <a:custGeom>
              <a:avLst/>
              <a:gdLst>
                <a:gd name="T0" fmla="*/ 0 w 15"/>
                <a:gd name="T1" fmla="*/ 2147483647 h 99"/>
                <a:gd name="T2" fmla="*/ 2147483647 w 15"/>
                <a:gd name="T3" fmla="*/ 2147483647 h 99"/>
                <a:gd name="T4" fmla="*/ 2147483647 w 15"/>
                <a:gd name="T5" fmla="*/ 0 h 99"/>
                <a:gd name="T6" fmla="*/ 2147483647 w 15"/>
                <a:gd name="T7" fmla="*/ 0 h 99"/>
                <a:gd name="T8" fmla="*/ 0 w 15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9"/>
                <a:gd name="T17" fmla="*/ 15 w 15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9">
                  <a:moveTo>
                    <a:pt x="0" y="99"/>
                  </a:moveTo>
                  <a:lnTo>
                    <a:pt x="7" y="99"/>
                  </a:lnTo>
                  <a:lnTo>
                    <a:pt x="15" y="0"/>
                  </a:lnTo>
                  <a:lnTo>
                    <a:pt x="7" y="0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4" name="Freeform 164">
              <a:extLst>
                <a:ext uri="{FF2B5EF4-FFF2-40B4-BE49-F238E27FC236}">
                  <a16:creationId xmlns:a16="http://schemas.microsoft.com/office/drawing/2014/main" id="{38BB1808-48C9-977F-B2BE-CEE51AE0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558800" cy="266700"/>
            </a:xfrm>
            <a:custGeom>
              <a:avLst/>
              <a:gdLst>
                <a:gd name="T0" fmla="*/ 2147483647 w 352"/>
                <a:gd name="T1" fmla="*/ 2147483647 h 168"/>
                <a:gd name="T2" fmla="*/ 2147483647 w 352"/>
                <a:gd name="T3" fmla="*/ 2147483647 h 168"/>
                <a:gd name="T4" fmla="*/ 2147483647 w 352"/>
                <a:gd name="T5" fmla="*/ 2147483647 h 168"/>
                <a:gd name="T6" fmla="*/ 2147483647 w 352"/>
                <a:gd name="T7" fmla="*/ 2147483647 h 168"/>
                <a:gd name="T8" fmla="*/ 2147483647 w 352"/>
                <a:gd name="T9" fmla="*/ 2147483647 h 168"/>
                <a:gd name="T10" fmla="*/ 0 w 352"/>
                <a:gd name="T11" fmla="*/ 0 h 168"/>
                <a:gd name="T12" fmla="*/ 2147483647 w 35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2"/>
                <a:gd name="T22" fmla="*/ 0 h 168"/>
                <a:gd name="T23" fmla="*/ 352 w 35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2" h="168">
                  <a:moveTo>
                    <a:pt x="352" y="168"/>
                  </a:moveTo>
                  <a:lnTo>
                    <a:pt x="153" y="168"/>
                  </a:lnTo>
                  <a:lnTo>
                    <a:pt x="46" y="145"/>
                  </a:lnTo>
                  <a:lnTo>
                    <a:pt x="23" y="130"/>
                  </a:lnTo>
                  <a:lnTo>
                    <a:pt x="8" y="99"/>
                  </a:lnTo>
                  <a:lnTo>
                    <a:pt x="0" y="0"/>
                  </a:lnTo>
                  <a:lnTo>
                    <a:pt x="352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5" name="Freeform 165">
              <a:extLst>
                <a:ext uri="{FF2B5EF4-FFF2-40B4-BE49-F238E27FC236}">
                  <a16:creationId xmlns:a16="http://schemas.microsoft.com/office/drawing/2014/main" id="{5D29F77F-E88C-2D4A-CA4B-D557305E2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6613" y="5574059"/>
              <a:ext cx="522288" cy="73025"/>
            </a:xfrm>
            <a:custGeom>
              <a:avLst/>
              <a:gdLst>
                <a:gd name="T0" fmla="*/ 2147483647 w 329"/>
                <a:gd name="T1" fmla="*/ 2147483647 h 46"/>
                <a:gd name="T2" fmla="*/ 2147483647 w 329"/>
                <a:gd name="T3" fmla="*/ 2147483647 h 46"/>
                <a:gd name="T4" fmla="*/ 2147483647 w 329"/>
                <a:gd name="T5" fmla="*/ 2147483647 h 46"/>
                <a:gd name="T6" fmla="*/ 2147483647 w 329"/>
                <a:gd name="T7" fmla="*/ 2147483647 h 46"/>
                <a:gd name="T8" fmla="*/ 2147483647 w 329"/>
                <a:gd name="T9" fmla="*/ 2147483647 h 46"/>
                <a:gd name="T10" fmla="*/ 2147483647 w 329"/>
                <a:gd name="T11" fmla="*/ 2147483647 h 46"/>
                <a:gd name="T12" fmla="*/ 2147483647 w 329"/>
                <a:gd name="T13" fmla="*/ 2147483647 h 46"/>
                <a:gd name="T14" fmla="*/ 0 w 329"/>
                <a:gd name="T15" fmla="*/ 2147483647 h 46"/>
                <a:gd name="T16" fmla="*/ 0 w 329"/>
                <a:gd name="T17" fmla="*/ 0 h 46"/>
                <a:gd name="T18" fmla="*/ 2147483647 w 329"/>
                <a:gd name="T19" fmla="*/ 0 h 46"/>
                <a:gd name="T20" fmla="*/ 2147483647 w 329"/>
                <a:gd name="T21" fmla="*/ 0 h 46"/>
                <a:gd name="T22" fmla="*/ 2147483647 w 329"/>
                <a:gd name="T23" fmla="*/ 2147483647 h 46"/>
                <a:gd name="T24" fmla="*/ 2147483647 w 329"/>
                <a:gd name="T25" fmla="*/ 2147483647 h 46"/>
                <a:gd name="T26" fmla="*/ 2147483647 w 329"/>
                <a:gd name="T27" fmla="*/ 2147483647 h 46"/>
                <a:gd name="T28" fmla="*/ 2147483647 w 329"/>
                <a:gd name="T29" fmla="*/ 2147483647 h 46"/>
                <a:gd name="T30" fmla="*/ 2147483647 w 329"/>
                <a:gd name="T31" fmla="*/ 2147483647 h 46"/>
                <a:gd name="T32" fmla="*/ 2147483647 w 329"/>
                <a:gd name="T33" fmla="*/ 2147483647 h 46"/>
                <a:gd name="T34" fmla="*/ 2147483647 w 329"/>
                <a:gd name="T35" fmla="*/ 2147483647 h 46"/>
                <a:gd name="T36" fmla="*/ 2147483647 w 329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46"/>
                <a:gd name="T59" fmla="*/ 329 w 329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46">
                  <a:moveTo>
                    <a:pt x="329" y="46"/>
                  </a:moveTo>
                  <a:lnTo>
                    <a:pt x="130" y="46"/>
                  </a:lnTo>
                  <a:lnTo>
                    <a:pt x="23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31" y="15"/>
                  </a:lnTo>
                  <a:lnTo>
                    <a:pt x="23" y="15"/>
                  </a:lnTo>
                  <a:lnTo>
                    <a:pt x="130" y="38"/>
                  </a:lnTo>
                  <a:lnTo>
                    <a:pt x="329" y="38"/>
                  </a:lnTo>
                  <a:lnTo>
                    <a:pt x="329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6" name="Freeform 166">
              <a:extLst>
                <a:ext uri="{FF2B5EF4-FFF2-40B4-BE49-F238E27FC236}">
                  <a16:creationId xmlns:a16="http://schemas.microsoft.com/office/drawing/2014/main" id="{C521673E-9643-5D15-CAAA-D08DB838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0" y="5524847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0 w 23"/>
                <a:gd name="T3" fmla="*/ 0 h 31"/>
                <a:gd name="T4" fmla="*/ 0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2147483647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15" y="31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23" y="31"/>
                  </a:lnTo>
                  <a:lnTo>
                    <a:pt x="15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7" name="Freeform 167">
              <a:extLst>
                <a:ext uri="{FF2B5EF4-FFF2-40B4-BE49-F238E27FC236}">
                  <a16:creationId xmlns:a16="http://schemas.microsoft.com/office/drawing/2014/main" id="{42398A49-097F-B6C5-9900-1ACD5702D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25400" cy="157163"/>
            </a:xfrm>
            <a:custGeom>
              <a:avLst/>
              <a:gdLst>
                <a:gd name="T0" fmla="*/ 2147483647 w 16"/>
                <a:gd name="T1" fmla="*/ 2147483647 h 99"/>
                <a:gd name="T2" fmla="*/ 2147483647 w 16"/>
                <a:gd name="T3" fmla="*/ 2147483647 h 99"/>
                <a:gd name="T4" fmla="*/ 2147483647 w 16"/>
                <a:gd name="T5" fmla="*/ 0 h 99"/>
                <a:gd name="T6" fmla="*/ 0 w 16"/>
                <a:gd name="T7" fmla="*/ 0 h 99"/>
                <a:gd name="T8" fmla="*/ 2147483647 w 16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99"/>
                <a:gd name="T17" fmla="*/ 16 w 16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99">
                  <a:moveTo>
                    <a:pt x="8" y="99"/>
                  </a:moveTo>
                  <a:lnTo>
                    <a:pt x="16" y="99"/>
                  </a:lnTo>
                  <a:lnTo>
                    <a:pt x="8" y="0"/>
                  </a:lnTo>
                  <a:lnTo>
                    <a:pt x="0" y="0"/>
                  </a:lnTo>
                  <a:lnTo>
                    <a:pt x="8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8" name="Freeform 168">
              <a:extLst>
                <a:ext uri="{FF2B5EF4-FFF2-40B4-BE49-F238E27FC236}">
                  <a16:creationId xmlns:a16="http://schemas.microsoft.com/office/drawing/2014/main" id="{7F56F153-0CE8-28E9-6FC8-B3B5CA185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33400" cy="241300"/>
            </a:xfrm>
            <a:custGeom>
              <a:avLst/>
              <a:gdLst>
                <a:gd name="T0" fmla="*/ 2147483647 w 336"/>
                <a:gd name="T1" fmla="*/ 2147483647 h 152"/>
                <a:gd name="T2" fmla="*/ 2147483647 w 336"/>
                <a:gd name="T3" fmla="*/ 0 h 152"/>
                <a:gd name="T4" fmla="*/ 0 w 336"/>
                <a:gd name="T5" fmla="*/ 0 h 152"/>
                <a:gd name="T6" fmla="*/ 2147483647 w 336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6"/>
                <a:gd name="T13" fmla="*/ 0 h 152"/>
                <a:gd name="T14" fmla="*/ 336 w 336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6" h="152">
                  <a:moveTo>
                    <a:pt x="336" y="152"/>
                  </a:moveTo>
                  <a:lnTo>
                    <a:pt x="336" y="0"/>
                  </a:lnTo>
                  <a:lnTo>
                    <a:pt x="0" y="0"/>
                  </a:lnTo>
                  <a:lnTo>
                    <a:pt x="336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9" name="Rectangle 169">
              <a:extLst>
                <a:ext uri="{FF2B5EF4-FFF2-40B4-BE49-F238E27FC236}">
                  <a16:creationId xmlns:a16="http://schemas.microsoft.com/office/drawing/2014/main" id="{72B725A4-31F3-E91D-792E-49CEB2606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8900" y="5380384"/>
              <a:ext cx="12700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0" name="Freeform 170">
              <a:extLst>
                <a:ext uri="{FF2B5EF4-FFF2-40B4-BE49-F238E27FC236}">
                  <a16:creationId xmlns:a16="http://schemas.microsoft.com/office/drawing/2014/main" id="{90A4F808-7D29-75AD-25BF-029A21FB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46100" cy="254000"/>
            </a:xfrm>
            <a:custGeom>
              <a:avLst/>
              <a:gdLst>
                <a:gd name="T0" fmla="*/ 2147483647 w 344"/>
                <a:gd name="T1" fmla="*/ 2147483647 h 160"/>
                <a:gd name="T2" fmla="*/ 0 w 344"/>
                <a:gd name="T3" fmla="*/ 2147483647 h 160"/>
                <a:gd name="T4" fmla="*/ 0 w 344"/>
                <a:gd name="T5" fmla="*/ 0 h 160"/>
                <a:gd name="T6" fmla="*/ 0 w 344"/>
                <a:gd name="T7" fmla="*/ 0 h 160"/>
                <a:gd name="T8" fmla="*/ 2147483647 w 344"/>
                <a:gd name="T9" fmla="*/ 2147483647 h 160"/>
                <a:gd name="T10" fmla="*/ 2147483647 w 344"/>
                <a:gd name="T11" fmla="*/ 2147483647 h 160"/>
                <a:gd name="T12" fmla="*/ 2147483647 w 344"/>
                <a:gd name="T13" fmla="*/ 2147483647 h 160"/>
                <a:gd name="T14" fmla="*/ 2147483647 w 344"/>
                <a:gd name="T15" fmla="*/ 2147483647 h 160"/>
                <a:gd name="T16" fmla="*/ 0 w 344"/>
                <a:gd name="T17" fmla="*/ 2147483647 h 160"/>
                <a:gd name="T18" fmla="*/ 0 w 344"/>
                <a:gd name="T19" fmla="*/ 2147483647 h 160"/>
                <a:gd name="T20" fmla="*/ 0 w 344"/>
                <a:gd name="T21" fmla="*/ 0 h 160"/>
                <a:gd name="T22" fmla="*/ 2147483647 w 344"/>
                <a:gd name="T23" fmla="*/ 0 h 160"/>
                <a:gd name="T24" fmla="*/ 2147483647 w 344"/>
                <a:gd name="T25" fmla="*/ 2147483647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4"/>
                <a:gd name="T40" fmla="*/ 0 h 160"/>
                <a:gd name="T41" fmla="*/ 344 w 344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4" h="160">
                  <a:moveTo>
                    <a:pt x="336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336" y="152"/>
                  </a:lnTo>
                  <a:lnTo>
                    <a:pt x="344" y="152"/>
                  </a:lnTo>
                  <a:lnTo>
                    <a:pt x="344" y="160"/>
                  </a:lnTo>
                  <a:lnTo>
                    <a:pt x="336" y="160"/>
                  </a:lnTo>
                  <a:lnTo>
                    <a:pt x="0" y="7"/>
                  </a:lnTo>
                  <a:lnTo>
                    <a:pt x="0" y="0"/>
                  </a:lnTo>
                  <a:lnTo>
                    <a:pt x="336" y="0"/>
                  </a:lnTo>
                  <a:lnTo>
                    <a:pt x="336" y="7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1" name="Rectangle 171">
              <a:extLst>
                <a:ext uri="{FF2B5EF4-FFF2-40B4-BE49-F238E27FC236}">
                  <a16:creationId xmlns:a16="http://schemas.microsoft.com/office/drawing/2014/main" id="{9D37C711-52F3-A535-6DB6-CCB5CC800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984250" cy="109538"/>
            </a:xfrm>
            <a:prstGeom prst="rect">
              <a:avLst/>
            </a:prstGeom>
            <a:blipFill dpi="0" rotWithShape="0">
              <a:blip r:embed="rId5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2" name="Rectangle 172">
              <a:extLst>
                <a:ext uri="{FF2B5EF4-FFF2-40B4-BE49-F238E27FC236}">
                  <a16:creationId xmlns:a16="http://schemas.microsoft.com/office/drawing/2014/main" id="{0929AA6C-53F9-9755-8AF3-46D32567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2013" y="5258147"/>
              <a:ext cx="11113" cy="1222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3" name="Rectangle 173">
              <a:extLst>
                <a:ext uri="{FF2B5EF4-FFF2-40B4-BE49-F238E27FC236}">
                  <a16:creationId xmlns:a16="http://schemas.microsoft.com/office/drawing/2014/main" id="{288B89EC-83DA-D626-ABFC-D011A6E7C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367684"/>
              <a:ext cx="9842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4" name="Rectangle 174">
              <a:extLst>
                <a:ext uri="{FF2B5EF4-FFF2-40B4-BE49-F238E27FC236}">
                  <a16:creationId xmlns:a16="http://schemas.microsoft.com/office/drawing/2014/main" id="{94F83145-402E-6C72-C8F7-577DF20A4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5" name="Freeform 175">
              <a:extLst>
                <a:ext uri="{FF2B5EF4-FFF2-40B4-BE49-F238E27FC236}">
                  <a16:creationId xmlns:a16="http://schemas.microsoft.com/office/drawing/2014/main" id="{40B985A1-A4BE-9E4E-BF16-6EAD38FB4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995363" cy="133350"/>
            </a:xfrm>
            <a:custGeom>
              <a:avLst/>
              <a:gdLst>
                <a:gd name="T0" fmla="*/ 0 w 627"/>
                <a:gd name="T1" fmla="*/ 2147483647 h 84"/>
                <a:gd name="T2" fmla="*/ 2147483647 w 627"/>
                <a:gd name="T3" fmla="*/ 0 h 84"/>
                <a:gd name="T4" fmla="*/ 2147483647 w 627"/>
                <a:gd name="T5" fmla="*/ 0 h 84"/>
                <a:gd name="T6" fmla="*/ 2147483647 w 627"/>
                <a:gd name="T7" fmla="*/ 2147483647 h 84"/>
                <a:gd name="T8" fmla="*/ 0 w 627"/>
                <a:gd name="T9" fmla="*/ 214748364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7"/>
                <a:gd name="T16" fmla="*/ 0 h 84"/>
                <a:gd name="T17" fmla="*/ 627 w 627"/>
                <a:gd name="T18" fmla="*/ 84 h 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7" h="84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627" y="84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6" name="Freeform 176">
              <a:extLst>
                <a:ext uri="{FF2B5EF4-FFF2-40B4-BE49-F238E27FC236}">
                  <a16:creationId xmlns:a16="http://schemas.microsoft.com/office/drawing/2014/main" id="{60A31CA0-F8EA-F580-5AF9-4A6D331A7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1020763" cy="144463"/>
            </a:xfrm>
            <a:custGeom>
              <a:avLst/>
              <a:gdLst>
                <a:gd name="T0" fmla="*/ 0 w 643"/>
                <a:gd name="T1" fmla="*/ 2147483647 h 91"/>
                <a:gd name="T2" fmla="*/ 2147483647 w 643"/>
                <a:gd name="T3" fmla="*/ 0 h 91"/>
                <a:gd name="T4" fmla="*/ 2147483647 w 643"/>
                <a:gd name="T5" fmla="*/ 0 h 91"/>
                <a:gd name="T6" fmla="*/ 2147483647 w 643"/>
                <a:gd name="T7" fmla="*/ 0 h 91"/>
                <a:gd name="T8" fmla="*/ 2147483647 w 643"/>
                <a:gd name="T9" fmla="*/ 0 h 91"/>
                <a:gd name="T10" fmla="*/ 2147483647 w 643"/>
                <a:gd name="T11" fmla="*/ 0 h 91"/>
                <a:gd name="T12" fmla="*/ 2147483647 w 643"/>
                <a:gd name="T13" fmla="*/ 0 h 91"/>
                <a:gd name="T14" fmla="*/ 2147483647 w 643"/>
                <a:gd name="T15" fmla="*/ 2147483647 h 91"/>
                <a:gd name="T16" fmla="*/ 2147483647 w 643"/>
                <a:gd name="T17" fmla="*/ 2147483647 h 91"/>
                <a:gd name="T18" fmla="*/ 2147483647 w 643"/>
                <a:gd name="T19" fmla="*/ 2147483647 h 91"/>
                <a:gd name="T20" fmla="*/ 2147483647 w 643"/>
                <a:gd name="T21" fmla="*/ 2147483647 h 91"/>
                <a:gd name="T22" fmla="*/ 2147483647 w 643"/>
                <a:gd name="T23" fmla="*/ 2147483647 h 91"/>
                <a:gd name="T24" fmla="*/ 2147483647 w 643"/>
                <a:gd name="T25" fmla="*/ 0 h 91"/>
                <a:gd name="T26" fmla="*/ 2147483647 w 643"/>
                <a:gd name="T27" fmla="*/ 2147483647 h 91"/>
                <a:gd name="T28" fmla="*/ 2147483647 w 643"/>
                <a:gd name="T29" fmla="*/ 2147483647 h 91"/>
                <a:gd name="T30" fmla="*/ 2147483647 w 643"/>
                <a:gd name="T31" fmla="*/ 0 h 91"/>
                <a:gd name="T32" fmla="*/ 2147483647 w 643"/>
                <a:gd name="T33" fmla="*/ 2147483647 h 91"/>
                <a:gd name="T34" fmla="*/ 2147483647 w 643"/>
                <a:gd name="T35" fmla="*/ 2147483647 h 91"/>
                <a:gd name="T36" fmla="*/ 0 w 643"/>
                <a:gd name="T37" fmla="*/ 214748364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43"/>
                <a:gd name="T58" fmla="*/ 0 h 91"/>
                <a:gd name="T59" fmla="*/ 643 w 643"/>
                <a:gd name="T60" fmla="*/ 91 h 9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43" h="91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581" y="0"/>
                  </a:lnTo>
                  <a:lnTo>
                    <a:pt x="635" y="84"/>
                  </a:lnTo>
                  <a:lnTo>
                    <a:pt x="643" y="91"/>
                  </a:lnTo>
                  <a:lnTo>
                    <a:pt x="627" y="91"/>
                  </a:lnTo>
                  <a:lnTo>
                    <a:pt x="574" y="7"/>
                  </a:lnTo>
                  <a:lnTo>
                    <a:pt x="581" y="0"/>
                  </a:lnTo>
                  <a:lnTo>
                    <a:pt x="574" y="7"/>
                  </a:lnTo>
                  <a:lnTo>
                    <a:pt x="61" y="7"/>
                  </a:lnTo>
                  <a:lnTo>
                    <a:pt x="61" y="0"/>
                  </a:lnTo>
                  <a:lnTo>
                    <a:pt x="69" y="7"/>
                  </a:lnTo>
                  <a:lnTo>
                    <a:pt x="7" y="91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7" name="Freeform 177">
              <a:extLst>
                <a:ext uri="{FF2B5EF4-FFF2-40B4-BE49-F238E27FC236}">
                  <a16:creationId xmlns:a16="http://schemas.microsoft.com/office/drawing/2014/main" id="{64B23C39-7B10-71FB-AB0A-FA1385CE2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063" y="5270847"/>
              <a:ext cx="1008063" cy="11113"/>
            </a:xfrm>
            <a:custGeom>
              <a:avLst/>
              <a:gdLst>
                <a:gd name="T0" fmla="*/ 2147483647 w 635"/>
                <a:gd name="T1" fmla="*/ 2147483647 h 7"/>
                <a:gd name="T2" fmla="*/ 2147483647 w 635"/>
                <a:gd name="T3" fmla="*/ 2147483647 h 7"/>
                <a:gd name="T4" fmla="*/ 0 w 635"/>
                <a:gd name="T5" fmla="*/ 2147483647 h 7"/>
                <a:gd name="T6" fmla="*/ 2147483647 w 635"/>
                <a:gd name="T7" fmla="*/ 0 h 7"/>
                <a:gd name="T8" fmla="*/ 2147483647 w 635"/>
                <a:gd name="T9" fmla="*/ 0 h 7"/>
                <a:gd name="T10" fmla="*/ 2147483647 w 635"/>
                <a:gd name="T11" fmla="*/ 0 h 7"/>
                <a:gd name="T12" fmla="*/ 2147483647 w 635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5"/>
                <a:gd name="T22" fmla="*/ 0 h 7"/>
                <a:gd name="T23" fmla="*/ 635 w 63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5" h="7">
                  <a:moveTo>
                    <a:pt x="635" y="7"/>
                  </a:moveTo>
                  <a:lnTo>
                    <a:pt x="8" y="7"/>
                  </a:lnTo>
                  <a:lnTo>
                    <a:pt x="0" y="7"/>
                  </a:lnTo>
                  <a:lnTo>
                    <a:pt x="8" y="0"/>
                  </a:lnTo>
                  <a:lnTo>
                    <a:pt x="635" y="0"/>
                  </a:lnTo>
                  <a:lnTo>
                    <a:pt x="635" y="7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8" name="Rectangle 178">
              <a:extLst>
                <a:ext uri="{FF2B5EF4-FFF2-40B4-BE49-F238E27FC236}">
                  <a16:creationId xmlns:a16="http://schemas.microsoft.com/office/drawing/2014/main" id="{44F924A6-7BEB-B82F-7897-33A35C434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688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9" name="Rectangle 179">
              <a:extLst>
                <a:ext uri="{FF2B5EF4-FFF2-40B4-BE49-F238E27FC236}">
                  <a16:creationId xmlns:a16="http://schemas.microsoft.com/office/drawing/2014/main" id="{3CC6D143-C3B1-5EF7-54A8-45407341B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8363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0" name="Rectangle 180">
              <a:extLst>
                <a:ext uri="{FF2B5EF4-FFF2-40B4-BE49-F238E27FC236}">
                  <a16:creationId xmlns:a16="http://schemas.microsoft.com/office/drawing/2014/main" id="{BCC68415-672B-A81C-78D9-711C75174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8038" y="5161309"/>
              <a:ext cx="9207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1" name="Rectangle 181">
              <a:extLst>
                <a:ext uri="{FF2B5EF4-FFF2-40B4-BE49-F238E27FC236}">
                  <a16:creationId xmlns:a16="http://schemas.microsoft.com/office/drawing/2014/main" id="{FD7123EC-4BCE-3A5F-F424-A30AEFFDA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3863" y="4942234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2" name="Rectangle 182">
              <a:extLst>
                <a:ext uri="{FF2B5EF4-FFF2-40B4-BE49-F238E27FC236}">
                  <a16:creationId xmlns:a16="http://schemas.microsoft.com/office/drawing/2014/main" id="{E508CD76-E164-FAD6-180E-637E63E83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0838" y="4931122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3" name="Freeform 183">
              <a:extLst>
                <a:ext uri="{FF2B5EF4-FFF2-40B4-BE49-F238E27FC236}">
                  <a16:creationId xmlns:a16="http://schemas.microsoft.com/office/drawing/2014/main" id="{981F9B59-E401-5BB5-B2DB-721075F60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5" y="4858097"/>
              <a:ext cx="73025" cy="84138"/>
            </a:xfrm>
            <a:custGeom>
              <a:avLst/>
              <a:gdLst>
                <a:gd name="T0" fmla="*/ 2147483647 w 46"/>
                <a:gd name="T1" fmla="*/ 2147483647 h 53"/>
                <a:gd name="T2" fmla="*/ 2147483647 w 46"/>
                <a:gd name="T3" fmla="*/ 2147483647 h 53"/>
                <a:gd name="T4" fmla="*/ 2147483647 w 46"/>
                <a:gd name="T5" fmla="*/ 2147483647 h 53"/>
                <a:gd name="T6" fmla="*/ 2147483647 w 46"/>
                <a:gd name="T7" fmla="*/ 2147483647 h 53"/>
                <a:gd name="T8" fmla="*/ 2147483647 w 46"/>
                <a:gd name="T9" fmla="*/ 2147483647 h 53"/>
                <a:gd name="T10" fmla="*/ 2147483647 w 46"/>
                <a:gd name="T11" fmla="*/ 2147483647 h 53"/>
                <a:gd name="T12" fmla="*/ 2147483647 w 46"/>
                <a:gd name="T13" fmla="*/ 2147483647 h 53"/>
                <a:gd name="T14" fmla="*/ 2147483647 w 46"/>
                <a:gd name="T15" fmla="*/ 2147483647 h 53"/>
                <a:gd name="T16" fmla="*/ 2147483647 w 46"/>
                <a:gd name="T17" fmla="*/ 2147483647 h 53"/>
                <a:gd name="T18" fmla="*/ 2147483647 w 46"/>
                <a:gd name="T19" fmla="*/ 2147483647 h 53"/>
                <a:gd name="T20" fmla="*/ 2147483647 w 46"/>
                <a:gd name="T21" fmla="*/ 2147483647 h 53"/>
                <a:gd name="T22" fmla="*/ 2147483647 w 46"/>
                <a:gd name="T23" fmla="*/ 2147483647 h 53"/>
                <a:gd name="T24" fmla="*/ 2147483647 w 46"/>
                <a:gd name="T25" fmla="*/ 2147483647 h 53"/>
                <a:gd name="T26" fmla="*/ 2147483647 w 46"/>
                <a:gd name="T27" fmla="*/ 2147483647 h 53"/>
                <a:gd name="T28" fmla="*/ 2147483647 w 46"/>
                <a:gd name="T29" fmla="*/ 2147483647 h 53"/>
                <a:gd name="T30" fmla="*/ 2147483647 w 46"/>
                <a:gd name="T31" fmla="*/ 2147483647 h 53"/>
                <a:gd name="T32" fmla="*/ 2147483647 w 46"/>
                <a:gd name="T33" fmla="*/ 2147483647 h 53"/>
                <a:gd name="T34" fmla="*/ 2147483647 w 46"/>
                <a:gd name="T35" fmla="*/ 2147483647 h 53"/>
                <a:gd name="T36" fmla="*/ 2147483647 w 46"/>
                <a:gd name="T37" fmla="*/ 2147483647 h 53"/>
                <a:gd name="T38" fmla="*/ 2147483647 w 46"/>
                <a:gd name="T39" fmla="*/ 2147483647 h 53"/>
                <a:gd name="T40" fmla="*/ 2147483647 w 46"/>
                <a:gd name="T41" fmla="*/ 2147483647 h 53"/>
                <a:gd name="T42" fmla="*/ 2147483647 w 46"/>
                <a:gd name="T43" fmla="*/ 2147483647 h 53"/>
                <a:gd name="T44" fmla="*/ 2147483647 w 46"/>
                <a:gd name="T45" fmla="*/ 2147483647 h 53"/>
                <a:gd name="T46" fmla="*/ 2147483647 w 46"/>
                <a:gd name="T47" fmla="*/ 2147483647 h 53"/>
                <a:gd name="T48" fmla="*/ 2147483647 w 46"/>
                <a:gd name="T49" fmla="*/ 2147483647 h 53"/>
                <a:gd name="T50" fmla="*/ 2147483647 w 46"/>
                <a:gd name="T51" fmla="*/ 2147483647 h 53"/>
                <a:gd name="T52" fmla="*/ 2147483647 w 46"/>
                <a:gd name="T53" fmla="*/ 2147483647 h 53"/>
                <a:gd name="T54" fmla="*/ 2147483647 w 46"/>
                <a:gd name="T55" fmla="*/ 2147483647 h 53"/>
                <a:gd name="T56" fmla="*/ 2147483647 w 46"/>
                <a:gd name="T57" fmla="*/ 2147483647 h 53"/>
                <a:gd name="T58" fmla="*/ 2147483647 w 46"/>
                <a:gd name="T59" fmla="*/ 2147483647 h 53"/>
                <a:gd name="T60" fmla="*/ 2147483647 w 46"/>
                <a:gd name="T61" fmla="*/ 2147483647 h 53"/>
                <a:gd name="T62" fmla="*/ 2147483647 w 46"/>
                <a:gd name="T63" fmla="*/ 2147483647 h 53"/>
                <a:gd name="T64" fmla="*/ 2147483647 w 46"/>
                <a:gd name="T65" fmla="*/ 2147483647 h 53"/>
                <a:gd name="T66" fmla="*/ 2147483647 w 46"/>
                <a:gd name="T67" fmla="*/ 2147483647 h 53"/>
                <a:gd name="T68" fmla="*/ 2147483647 w 46"/>
                <a:gd name="T69" fmla="*/ 2147483647 h 53"/>
                <a:gd name="T70" fmla="*/ 0 w 46"/>
                <a:gd name="T71" fmla="*/ 2147483647 h 53"/>
                <a:gd name="T72" fmla="*/ 0 w 46"/>
                <a:gd name="T73" fmla="*/ 2147483647 h 53"/>
                <a:gd name="T74" fmla="*/ 0 w 46"/>
                <a:gd name="T75" fmla="*/ 2147483647 h 53"/>
                <a:gd name="T76" fmla="*/ 2147483647 w 46"/>
                <a:gd name="T77" fmla="*/ 2147483647 h 53"/>
                <a:gd name="T78" fmla="*/ 2147483647 w 46"/>
                <a:gd name="T79" fmla="*/ 2147483647 h 53"/>
                <a:gd name="T80" fmla="*/ 2147483647 w 46"/>
                <a:gd name="T81" fmla="*/ 2147483647 h 53"/>
                <a:gd name="T82" fmla="*/ 2147483647 w 46"/>
                <a:gd name="T83" fmla="*/ 0 h 53"/>
                <a:gd name="T84" fmla="*/ 2147483647 w 46"/>
                <a:gd name="T85" fmla="*/ 0 h 53"/>
                <a:gd name="T86" fmla="*/ 2147483647 w 46"/>
                <a:gd name="T87" fmla="*/ 0 h 53"/>
                <a:gd name="T88" fmla="*/ 2147483647 w 46"/>
                <a:gd name="T89" fmla="*/ 2147483647 h 53"/>
                <a:gd name="T90" fmla="*/ 2147483647 w 46"/>
                <a:gd name="T91" fmla="*/ 2147483647 h 53"/>
                <a:gd name="T92" fmla="*/ 2147483647 w 46"/>
                <a:gd name="T93" fmla="*/ 2147483647 h 53"/>
                <a:gd name="T94" fmla="*/ 2147483647 w 46"/>
                <a:gd name="T95" fmla="*/ 2147483647 h 53"/>
                <a:gd name="T96" fmla="*/ 2147483647 w 46"/>
                <a:gd name="T97" fmla="*/ 2147483647 h 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3"/>
                <a:gd name="T149" fmla="*/ 46 w 46"/>
                <a:gd name="T150" fmla="*/ 53 h 5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3">
                  <a:moveTo>
                    <a:pt x="38" y="23"/>
                  </a:moveTo>
                  <a:lnTo>
                    <a:pt x="31" y="8"/>
                  </a:lnTo>
                  <a:lnTo>
                    <a:pt x="31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8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1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1" y="46"/>
                  </a:lnTo>
                  <a:lnTo>
                    <a:pt x="15" y="53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15" y="0"/>
                  </a:lnTo>
                  <a:lnTo>
                    <a:pt x="31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4" name="Freeform 184">
              <a:extLst>
                <a:ext uri="{FF2B5EF4-FFF2-40B4-BE49-F238E27FC236}">
                  <a16:creationId xmlns:a16="http://schemas.microsoft.com/office/drawing/2014/main" id="{5715DDBE-B9DA-CBFD-C073-620E9B24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7350" y="4894609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5" name="Rectangle 185">
              <a:extLst>
                <a:ext uri="{FF2B5EF4-FFF2-40B4-BE49-F238E27FC236}">
                  <a16:creationId xmlns:a16="http://schemas.microsoft.com/office/drawing/2014/main" id="{E25AD3D5-1924-B09D-A3FE-AC66DD545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67684"/>
              <a:ext cx="20161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6" name="Rectangle 186">
              <a:extLst>
                <a:ext uri="{FF2B5EF4-FFF2-40B4-BE49-F238E27FC236}">
                  <a16:creationId xmlns:a16="http://schemas.microsoft.com/office/drawing/2014/main" id="{A17E3078-EEA8-0064-7118-F13D7476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7" name="Freeform 187">
              <a:extLst>
                <a:ext uri="{FF2B5EF4-FFF2-40B4-BE49-F238E27FC236}">
                  <a16:creationId xmlns:a16="http://schemas.microsoft.com/office/drawing/2014/main" id="{5EE6F353-EDB0-C244-71A2-A0F03CE1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7925" y="5088284"/>
              <a:ext cx="71438" cy="85725"/>
            </a:xfrm>
            <a:custGeom>
              <a:avLst/>
              <a:gdLst>
                <a:gd name="T0" fmla="*/ 2147483647 w 45"/>
                <a:gd name="T1" fmla="*/ 2147483647 h 54"/>
                <a:gd name="T2" fmla="*/ 2147483647 w 45"/>
                <a:gd name="T3" fmla="*/ 2147483647 h 54"/>
                <a:gd name="T4" fmla="*/ 2147483647 w 45"/>
                <a:gd name="T5" fmla="*/ 2147483647 h 54"/>
                <a:gd name="T6" fmla="*/ 2147483647 w 45"/>
                <a:gd name="T7" fmla="*/ 2147483647 h 54"/>
                <a:gd name="T8" fmla="*/ 2147483647 w 45"/>
                <a:gd name="T9" fmla="*/ 2147483647 h 54"/>
                <a:gd name="T10" fmla="*/ 2147483647 w 45"/>
                <a:gd name="T11" fmla="*/ 2147483647 h 54"/>
                <a:gd name="T12" fmla="*/ 2147483647 w 45"/>
                <a:gd name="T13" fmla="*/ 2147483647 h 54"/>
                <a:gd name="T14" fmla="*/ 2147483647 w 45"/>
                <a:gd name="T15" fmla="*/ 2147483647 h 54"/>
                <a:gd name="T16" fmla="*/ 2147483647 w 45"/>
                <a:gd name="T17" fmla="*/ 2147483647 h 54"/>
                <a:gd name="T18" fmla="*/ 2147483647 w 45"/>
                <a:gd name="T19" fmla="*/ 2147483647 h 54"/>
                <a:gd name="T20" fmla="*/ 2147483647 w 45"/>
                <a:gd name="T21" fmla="*/ 2147483647 h 54"/>
                <a:gd name="T22" fmla="*/ 2147483647 w 45"/>
                <a:gd name="T23" fmla="*/ 2147483647 h 54"/>
                <a:gd name="T24" fmla="*/ 2147483647 w 45"/>
                <a:gd name="T25" fmla="*/ 2147483647 h 54"/>
                <a:gd name="T26" fmla="*/ 2147483647 w 45"/>
                <a:gd name="T27" fmla="*/ 2147483647 h 54"/>
                <a:gd name="T28" fmla="*/ 2147483647 w 45"/>
                <a:gd name="T29" fmla="*/ 2147483647 h 54"/>
                <a:gd name="T30" fmla="*/ 2147483647 w 45"/>
                <a:gd name="T31" fmla="*/ 2147483647 h 54"/>
                <a:gd name="T32" fmla="*/ 2147483647 w 45"/>
                <a:gd name="T33" fmla="*/ 2147483647 h 54"/>
                <a:gd name="T34" fmla="*/ 2147483647 w 45"/>
                <a:gd name="T35" fmla="*/ 2147483647 h 54"/>
                <a:gd name="T36" fmla="*/ 2147483647 w 45"/>
                <a:gd name="T37" fmla="*/ 2147483647 h 54"/>
                <a:gd name="T38" fmla="*/ 2147483647 w 45"/>
                <a:gd name="T39" fmla="*/ 2147483647 h 54"/>
                <a:gd name="T40" fmla="*/ 2147483647 w 45"/>
                <a:gd name="T41" fmla="*/ 2147483647 h 54"/>
                <a:gd name="T42" fmla="*/ 2147483647 w 45"/>
                <a:gd name="T43" fmla="*/ 2147483647 h 54"/>
                <a:gd name="T44" fmla="*/ 2147483647 w 45"/>
                <a:gd name="T45" fmla="*/ 2147483647 h 54"/>
                <a:gd name="T46" fmla="*/ 2147483647 w 45"/>
                <a:gd name="T47" fmla="*/ 2147483647 h 54"/>
                <a:gd name="T48" fmla="*/ 2147483647 w 45"/>
                <a:gd name="T49" fmla="*/ 2147483647 h 54"/>
                <a:gd name="T50" fmla="*/ 2147483647 w 45"/>
                <a:gd name="T51" fmla="*/ 2147483647 h 54"/>
                <a:gd name="T52" fmla="*/ 2147483647 w 45"/>
                <a:gd name="T53" fmla="*/ 2147483647 h 54"/>
                <a:gd name="T54" fmla="*/ 2147483647 w 45"/>
                <a:gd name="T55" fmla="*/ 2147483647 h 54"/>
                <a:gd name="T56" fmla="*/ 2147483647 w 45"/>
                <a:gd name="T57" fmla="*/ 2147483647 h 54"/>
                <a:gd name="T58" fmla="*/ 2147483647 w 45"/>
                <a:gd name="T59" fmla="*/ 2147483647 h 54"/>
                <a:gd name="T60" fmla="*/ 2147483647 w 45"/>
                <a:gd name="T61" fmla="*/ 2147483647 h 54"/>
                <a:gd name="T62" fmla="*/ 2147483647 w 45"/>
                <a:gd name="T63" fmla="*/ 2147483647 h 54"/>
                <a:gd name="T64" fmla="*/ 2147483647 w 45"/>
                <a:gd name="T65" fmla="*/ 2147483647 h 54"/>
                <a:gd name="T66" fmla="*/ 2147483647 w 45"/>
                <a:gd name="T67" fmla="*/ 2147483647 h 54"/>
                <a:gd name="T68" fmla="*/ 2147483647 w 45"/>
                <a:gd name="T69" fmla="*/ 2147483647 h 54"/>
                <a:gd name="T70" fmla="*/ 0 w 45"/>
                <a:gd name="T71" fmla="*/ 2147483647 h 54"/>
                <a:gd name="T72" fmla="*/ 0 w 45"/>
                <a:gd name="T73" fmla="*/ 2147483647 h 54"/>
                <a:gd name="T74" fmla="*/ 0 w 45"/>
                <a:gd name="T75" fmla="*/ 2147483647 h 54"/>
                <a:gd name="T76" fmla="*/ 2147483647 w 45"/>
                <a:gd name="T77" fmla="*/ 2147483647 h 54"/>
                <a:gd name="T78" fmla="*/ 2147483647 w 45"/>
                <a:gd name="T79" fmla="*/ 2147483647 h 54"/>
                <a:gd name="T80" fmla="*/ 2147483647 w 45"/>
                <a:gd name="T81" fmla="*/ 2147483647 h 54"/>
                <a:gd name="T82" fmla="*/ 2147483647 w 45"/>
                <a:gd name="T83" fmla="*/ 0 h 54"/>
                <a:gd name="T84" fmla="*/ 2147483647 w 45"/>
                <a:gd name="T85" fmla="*/ 0 h 54"/>
                <a:gd name="T86" fmla="*/ 2147483647 w 45"/>
                <a:gd name="T87" fmla="*/ 0 h 54"/>
                <a:gd name="T88" fmla="*/ 2147483647 w 45"/>
                <a:gd name="T89" fmla="*/ 2147483647 h 54"/>
                <a:gd name="T90" fmla="*/ 2147483647 w 45"/>
                <a:gd name="T91" fmla="*/ 2147483647 h 54"/>
                <a:gd name="T92" fmla="*/ 2147483647 w 45"/>
                <a:gd name="T93" fmla="*/ 2147483647 h 54"/>
                <a:gd name="T94" fmla="*/ 2147483647 w 45"/>
                <a:gd name="T95" fmla="*/ 2147483647 h 54"/>
                <a:gd name="T96" fmla="*/ 2147483647 w 45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54"/>
                <a:gd name="T149" fmla="*/ 45 w 45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7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5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7" y="46"/>
                  </a:lnTo>
                  <a:lnTo>
                    <a:pt x="7" y="38"/>
                  </a:lnTo>
                  <a:lnTo>
                    <a:pt x="0" y="23"/>
                  </a:lnTo>
                  <a:lnTo>
                    <a:pt x="7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5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8" name="Freeform 188">
              <a:extLst>
                <a:ext uri="{FF2B5EF4-FFF2-40B4-BE49-F238E27FC236}">
                  <a16:creationId xmlns:a16="http://schemas.microsoft.com/office/drawing/2014/main" id="{D1961A80-E263-CF84-7632-8C777F32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8250" y="5124797"/>
              <a:ext cx="11113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0 w 7"/>
                <a:gd name="T5" fmla="*/ 0 h 1"/>
                <a:gd name="T6" fmla="*/ 2147483647 w 7"/>
                <a:gd name="T7" fmla="*/ 0 h 1"/>
                <a:gd name="T8" fmla="*/ 2147483647 w 7"/>
                <a:gd name="T9" fmla="*/ 0 h 1"/>
                <a:gd name="T10" fmla="*/ 2147483647 w 7"/>
                <a:gd name="T11" fmla="*/ 0 h 1"/>
                <a:gd name="T12" fmla="*/ 0 w 7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"/>
                <a:gd name="T23" fmla="*/ 7 w 7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9" name="Rectangle 189">
              <a:extLst>
                <a:ext uri="{FF2B5EF4-FFF2-40B4-BE49-F238E27FC236}">
                  <a16:creationId xmlns:a16="http://schemas.microsoft.com/office/drawing/2014/main" id="{2120A452-5CC7-4DF3-00A5-105767BE1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2063" y="5124797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0" name="Rectangle 190">
              <a:extLst>
                <a:ext uri="{FF2B5EF4-FFF2-40B4-BE49-F238E27FC236}">
                  <a16:creationId xmlns:a16="http://schemas.microsoft.com/office/drawing/2014/main" id="{5EB3D8DA-811E-B274-4369-43F7E748D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5200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1" name="Freeform 191">
              <a:extLst>
                <a:ext uri="{FF2B5EF4-FFF2-40B4-BE49-F238E27FC236}">
                  <a16:creationId xmlns:a16="http://schemas.microsoft.com/office/drawing/2014/main" id="{F1A1ED7B-0CF2-070D-763C-4CECAF30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5088284"/>
              <a:ext cx="73025" cy="85725"/>
            </a:xfrm>
            <a:custGeom>
              <a:avLst/>
              <a:gdLst>
                <a:gd name="T0" fmla="*/ 2147483647 w 46"/>
                <a:gd name="T1" fmla="*/ 2147483647 h 54"/>
                <a:gd name="T2" fmla="*/ 2147483647 w 46"/>
                <a:gd name="T3" fmla="*/ 2147483647 h 54"/>
                <a:gd name="T4" fmla="*/ 2147483647 w 46"/>
                <a:gd name="T5" fmla="*/ 2147483647 h 54"/>
                <a:gd name="T6" fmla="*/ 2147483647 w 46"/>
                <a:gd name="T7" fmla="*/ 2147483647 h 54"/>
                <a:gd name="T8" fmla="*/ 2147483647 w 46"/>
                <a:gd name="T9" fmla="*/ 2147483647 h 54"/>
                <a:gd name="T10" fmla="*/ 2147483647 w 46"/>
                <a:gd name="T11" fmla="*/ 2147483647 h 54"/>
                <a:gd name="T12" fmla="*/ 2147483647 w 46"/>
                <a:gd name="T13" fmla="*/ 2147483647 h 54"/>
                <a:gd name="T14" fmla="*/ 0 w 46"/>
                <a:gd name="T15" fmla="*/ 2147483647 h 54"/>
                <a:gd name="T16" fmla="*/ 2147483647 w 46"/>
                <a:gd name="T17" fmla="*/ 2147483647 h 54"/>
                <a:gd name="T18" fmla="*/ 2147483647 w 46"/>
                <a:gd name="T19" fmla="*/ 2147483647 h 54"/>
                <a:gd name="T20" fmla="*/ 2147483647 w 46"/>
                <a:gd name="T21" fmla="*/ 2147483647 h 54"/>
                <a:gd name="T22" fmla="*/ 2147483647 w 46"/>
                <a:gd name="T23" fmla="*/ 2147483647 h 54"/>
                <a:gd name="T24" fmla="*/ 2147483647 w 46"/>
                <a:gd name="T25" fmla="*/ 2147483647 h 54"/>
                <a:gd name="T26" fmla="*/ 2147483647 w 46"/>
                <a:gd name="T27" fmla="*/ 2147483647 h 54"/>
                <a:gd name="T28" fmla="*/ 0 w 46"/>
                <a:gd name="T29" fmla="*/ 2147483647 h 54"/>
                <a:gd name="T30" fmla="*/ 0 w 46"/>
                <a:gd name="T31" fmla="*/ 2147483647 h 54"/>
                <a:gd name="T32" fmla="*/ 2147483647 w 46"/>
                <a:gd name="T33" fmla="*/ 2147483647 h 54"/>
                <a:gd name="T34" fmla="*/ 2147483647 w 46"/>
                <a:gd name="T35" fmla="*/ 2147483647 h 54"/>
                <a:gd name="T36" fmla="*/ 2147483647 w 46"/>
                <a:gd name="T37" fmla="*/ 2147483647 h 54"/>
                <a:gd name="T38" fmla="*/ 2147483647 w 46"/>
                <a:gd name="T39" fmla="*/ 2147483647 h 54"/>
                <a:gd name="T40" fmla="*/ 2147483647 w 46"/>
                <a:gd name="T41" fmla="*/ 2147483647 h 54"/>
                <a:gd name="T42" fmla="*/ 2147483647 w 46"/>
                <a:gd name="T43" fmla="*/ 2147483647 h 54"/>
                <a:gd name="T44" fmla="*/ 2147483647 w 46"/>
                <a:gd name="T45" fmla="*/ 2147483647 h 54"/>
                <a:gd name="T46" fmla="*/ 2147483647 w 46"/>
                <a:gd name="T47" fmla="*/ 2147483647 h 54"/>
                <a:gd name="T48" fmla="*/ 2147483647 w 46"/>
                <a:gd name="T49" fmla="*/ 2147483647 h 54"/>
                <a:gd name="T50" fmla="*/ 2147483647 w 46"/>
                <a:gd name="T51" fmla="*/ 2147483647 h 54"/>
                <a:gd name="T52" fmla="*/ 2147483647 w 46"/>
                <a:gd name="T53" fmla="*/ 2147483647 h 54"/>
                <a:gd name="T54" fmla="*/ 2147483647 w 46"/>
                <a:gd name="T55" fmla="*/ 2147483647 h 54"/>
                <a:gd name="T56" fmla="*/ 2147483647 w 46"/>
                <a:gd name="T57" fmla="*/ 2147483647 h 54"/>
                <a:gd name="T58" fmla="*/ 2147483647 w 46"/>
                <a:gd name="T59" fmla="*/ 2147483647 h 54"/>
                <a:gd name="T60" fmla="*/ 2147483647 w 46"/>
                <a:gd name="T61" fmla="*/ 2147483647 h 54"/>
                <a:gd name="T62" fmla="*/ 2147483647 w 46"/>
                <a:gd name="T63" fmla="*/ 2147483647 h 54"/>
                <a:gd name="T64" fmla="*/ 0 w 46"/>
                <a:gd name="T65" fmla="*/ 2147483647 h 54"/>
                <a:gd name="T66" fmla="*/ 0 w 46"/>
                <a:gd name="T67" fmla="*/ 2147483647 h 54"/>
                <a:gd name="T68" fmla="*/ 0 w 46"/>
                <a:gd name="T69" fmla="*/ 2147483647 h 54"/>
                <a:gd name="T70" fmla="*/ 0 w 46"/>
                <a:gd name="T71" fmla="*/ 2147483647 h 54"/>
                <a:gd name="T72" fmla="*/ 0 w 46"/>
                <a:gd name="T73" fmla="*/ 2147483647 h 54"/>
                <a:gd name="T74" fmla="*/ 0 w 46"/>
                <a:gd name="T75" fmla="*/ 2147483647 h 54"/>
                <a:gd name="T76" fmla="*/ 0 w 46"/>
                <a:gd name="T77" fmla="*/ 2147483647 h 54"/>
                <a:gd name="T78" fmla="*/ 0 w 46"/>
                <a:gd name="T79" fmla="*/ 2147483647 h 54"/>
                <a:gd name="T80" fmla="*/ 0 w 46"/>
                <a:gd name="T81" fmla="*/ 2147483647 h 54"/>
                <a:gd name="T82" fmla="*/ 2147483647 w 46"/>
                <a:gd name="T83" fmla="*/ 0 h 54"/>
                <a:gd name="T84" fmla="*/ 2147483647 w 46"/>
                <a:gd name="T85" fmla="*/ 0 h 54"/>
                <a:gd name="T86" fmla="*/ 2147483647 w 46"/>
                <a:gd name="T87" fmla="*/ 0 h 54"/>
                <a:gd name="T88" fmla="*/ 2147483647 w 46"/>
                <a:gd name="T89" fmla="*/ 2147483647 h 54"/>
                <a:gd name="T90" fmla="*/ 2147483647 w 46"/>
                <a:gd name="T91" fmla="*/ 2147483647 h 54"/>
                <a:gd name="T92" fmla="*/ 2147483647 w 46"/>
                <a:gd name="T93" fmla="*/ 2147483647 h 54"/>
                <a:gd name="T94" fmla="*/ 2147483647 w 46"/>
                <a:gd name="T95" fmla="*/ 2147483647 h 54"/>
                <a:gd name="T96" fmla="*/ 2147483647 w 46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4"/>
                <a:gd name="T149" fmla="*/ 46 w 46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0" y="15"/>
                  </a:lnTo>
                  <a:lnTo>
                    <a:pt x="7" y="8"/>
                  </a:lnTo>
                  <a:lnTo>
                    <a:pt x="7" y="23"/>
                  </a:lnTo>
                  <a:lnTo>
                    <a:pt x="7" y="38"/>
                  </a:lnTo>
                  <a:lnTo>
                    <a:pt x="0" y="38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0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2" name="Freeform 192">
              <a:extLst>
                <a:ext uri="{FF2B5EF4-FFF2-40B4-BE49-F238E27FC236}">
                  <a16:creationId xmlns:a16="http://schemas.microsoft.com/office/drawing/2014/main" id="{1CC73A68-F346-C847-823A-EEA38495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512479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3" name="Rectangle 193">
              <a:extLst>
                <a:ext uri="{FF2B5EF4-FFF2-40B4-BE49-F238E27FC236}">
                  <a16:creationId xmlns:a16="http://schemas.microsoft.com/office/drawing/2014/main" id="{2AEF13DC-AF1E-6089-0FF9-9C4ACC1AC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578697"/>
              <a:ext cx="12700" cy="3159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4" name="Rectangle 194">
              <a:extLst>
                <a:ext uri="{FF2B5EF4-FFF2-40B4-BE49-F238E27FC236}">
                  <a16:creationId xmlns:a16="http://schemas.microsoft.com/office/drawing/2014/main" id="{5C4F0747-0EB5-8893-CCB5-A549C7307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8453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5" name="Rectangle 195">
              <a:extLst>
                <a:ext uri="{FF2B5EF4-FFF2-40B4-BE49-F238E27FC236}">
                  <a16:creationId xmlns:a16="http://schemas.microsoft.com/office/drawing/2014/main" id="{DD100346-AEAF-D2C5-D1EC-6F72D9EE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6" name="Rectangle 196">
              <a:extLst>
                <a:ext uri="{FF2B5EF4-FFF2-40B4-BE49-F238E27FC236}">
                  <a16:creationId xmlns:a16="http://schemas.microsoft.com/office/drawing/2014/main" id="{C21A08B1-0944-CA71-F932-5A61AFE06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7" name="Rectangle 197">
              <a:extLst>
                <a:ext uri="{FF2B5EF4-FFF2-40B4-BE49-F238E27FC236}">
                  <a16:creationId xmlns:a16="http://schemas.microsoft.com/office/drawing/2014/main" id="{0E534CB3-F56D-CE48-8BB2-912050DC8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518372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8" name="Rectangle 198">
              <a:extLst>
                <a:ext uri="{FF2B5EF4-FFF2-40B4-BE49-F238E27FC236}">
                  <a16:creationId xmlns:a16="http://schemas.microsoft.com/office/drawing/2014/main" id="{80B42A67-D9D8-EFA0-122F-03719D70C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845397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9" name="Rectangle 199">
              <a:extLst>
                <a:ext uri="{FF2B5EF4-FFF2-40B4-BE49-F238E27FC236}">
                  <a16:creationId xmlns:a16="http://schemas.microsoft.com/office/drawing/2014/main" id="{33538821-B6E9-CCF5-0EDB-F3776C8CC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0" name="Rectangle 200">
              <a:extLst>
                <a:ext uri="{FF2B5EF4-FFF2-40B4-BE49-F238E27FC236}">
                  <a16:creationId xmlns:a16="http://schemas.microsoft.com/office/drawing/2014/main" id="{DCB20BEE-D1BD-3274-E53B-45E347B64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550" y="4748559"/>
              <a:ext cx="968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1" name="Rectangle 201">
              <a:extLst>
                <a:ext uri="{FF2B5EF4-FFF2-40B4-BE49-F238E27FC236}">
                  <a16:creationId xmlns:a16="http://schemas.microsoft.com/office/drawing/2014/main" id="{0DD5BF63-484E-C1CD-FC6B-FB289D643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3984972"/>
              <a:ext cx="12700" cy="3143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2" name="Rectangle 202">
              <a:extLst>
                <a:ext uri="{FF2B5EF4-FFF2-40B4-BE49-F238E27FC236}">
                  <a16:creationId xmlns:a16="http://schemas.microsoft.com/office/drawing/2014/main" id="{E2F2FB70-DAEE-48C0-0853-42C846578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251672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3" name="Rectangle 203">
              <a:extLst>
                <a:ext uri="{FF2B5EF4-FFF2-40B4-BE49-F238E27FC236}">
                  <a16:creationId xmlns:a16="http://schemas.microsoft.com/office/drawing/2014/main" id="{FB6CFD5E-E738-F8D0-4CEE-235E3BF93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4" name="Rectangle 204">
              <a:extLst>
                <a:ext uri="{FF2B5EF4-FFF2-40B4-BE49-F238E27FC236}">
                  <a16:creationId xmlns:a16="http://schemas.microsoft.com/office/drawing/2014/main" id="{5FDD345A-0B6B-698B-EB4B-E665BB61E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5" name="Rectangle 205">
              <a:extLst>
                <a:ext uri="{FF2B5EF4-FFF2-40B4-BE49-F238E27FC236}">
                  <a16:creationId xmlns:a16="http://schemas.microsoft.com/office/drawing/2014/main" id="{EF74BF85-3784-9241-1B2C-5DEDCD9F1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923059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6" name="Rectangle 206">
              <a:extLst>
                <a:ext uri="{FF2B5EF4-FFF2-40B4-BE49-F238E27FC236}">
                  <a16:creationId xmlns:a16="http://schemas.microsoft.com/office/drawing/2014/main" id="{8FC38C0A-F87B-7FB1-1A0D-35EEE90AD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251672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7" name="Rectangle 207">
              <a:extLst>
                <a:ext uri="{FF2B5EF4-FFF2-40B4-BE49-F238E27FC236}">
                  <a16:creationId xmlns:a16="http://schemas.microsoft.com/office/drawing/2014/main" id="{4DC79E13-7339-9574-B2D7-2C6DF4396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8" name="Freeform 208">
              <a:extLst>
                <a:ext uri="{FF2B5EF4-FFF2-40B4-BE49-F238E27FC236}">
                  <a16:creationId xmlns:a16="http://schemas.microsoft.com/office/drawing/2014/main" id="{3018DCCF-239D-A32B-93A5-114E9D27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363" y="4105622"/>
              <a:ext cx="85725" cy="85725"/>
            </a:xfrm>
            <a:custGeom>
              <a:avLst/>
              <a:gdLst>
                <a:gd name="T0" fmla="*/ 2147483647 w 54"/>
                <a:gd name="T1" fmla="*/ 2147483647 h 54"/>
                <a:gd name="T2" fmla="*/ 2147483647 w 54"/>
                <a:gd name="T3" fmla="*/ 2147483647 h 54"/>
                <a:gd name="T4" fmla="*/ 2147483647 w 54"/>
                <a:gd name="T5" fmla="*/ 2147483647 h 54"/>
                <a:gd name="T6" fmla="*/ 2147483647 w 54"/>
                <a:gd name="T7" fmla="*/ 2147483647 h 54"/>
                <a:gd name="T8" fmla="*/ 2147483647 w 54"/>
                <a:gd name="T9" fmla="*/ 2147483647 h 54"/>
                <a:gd name="T10" fmla="*/ 2147483647 w 54"/>
                <a:gd name="T11" fmla="*/ 2147483647 h 54"/>
                <a:gd name="T12" fmla="*/ 2147483647 w 54"/>
                <a:gd name="T13" fmla="*/ 2147483647 h 54"/>
                <a:gd name="T14" fmla="*/ 2147483647 w 54"/>
                <a:gd name="T15" fmla="*/ 2147483647 h 54"/>
                <a:gd name="T16" fmla="*/ 2147483647 w 54"/>
                <a:gd name="T17" fmla="*/ 2147483647 h 54"/>
                <a:gd name="T18" fmla="*/ 2147483647 w 54"/>
                <a:gd name="T19" fmla="*/ 2147483647 h 54"/>
                <a:gd name="T20" fmla="*/ 2147483647 w 54"/>
                <a:gd name="T21" fmla="*/ 2147483647 h 54"/>
                <a:gd name="T22" fmla="*/ 2147483647 w 54"/>
                <a:gd name="T23" fmla="*/ 2147483647 h 54"/>
                <a:gd name="T24" fmla="*/ 2147483647 w 54"/>
                <a:gd name="T25" fmla="*/ 2147483647 h 54"/>
                <a:gd name="T26" fmla="*/ 2147483647 w 54"/>
                <a:gd name="T27" fmla="*/ 2147483647 h 54"/>
                <a:gd name="T28" fmla="*/ 2147483647 w 54"/>
                <a:gd name="T29" fmla="*/ 2147483647 h 54"/>
                <a:gd name="T30" fmla="*/ 2147483647 w 54"/>
                <a:gd name="T31" fmla="*/ 2147483647 h 54"/>
                <a:gd name="T32" fmla="*/ 2147483647 w 54"/>
                <a:gd name="T33" fmla="*/ 2147483647 h 54"/>
                <a:gd name="T34" fmla="*/ 2147483647 w 54"/>
                <a:gd name="T35" fmla="*/ 2147483647 h 54"/>
                <a:gd name="T36" fmla="*/ 2147483647 w 54"/>
                <a:gd name="T37" fmla="*/ 2147483647 h 54"/>
                <a:gd name="T38" fmla="*/ 2147483647 w 54"/>
                <a:gd name="T39" fmla="*/ 2147483647 h 54"/>
                <a:gd name="T40" fmla="*/ 2147483647 w 54"/>
                <a:gd name="T41" fmla="*/ 2147483647 h 54"/>
                <a:gd name="T42" fmla="*/ 2147483647 w 54"/>
                <a:gd name="T43" fmla="*/ 2147483647 h 54"/>
                <a:gd name="T44" fmla="*/ 2147483647 w 54"/>
                <a:gd name="T45" fmla="*/ 2147483647 h 54"/>
                <a:gd name="T46" fmla="*/ 2147483647 w 54"/>
                <a:gd name="T47" fmla="*/ 2147483647 h 54"/>
                <a:gd name="T48" fmla="*/ 2147483647 w 54"/>
                <a:gd name="T49" fmla="*/ 2147483647 h 54"/>
                <a:gd name="T50" fmla="*/ 2147483647 w 54"/>
                <a:gd name="T51" fmla="*/ 2147483647 h 54"/>
                <a:gd name="T52" fmla="*/ 2147483647 w 54"/>
                <a:gd name="T53" fmla="*/ 2147483647 h 54"/>
                <a:gd name="T54" fmla="*/ 2147483647 w 54"/>
                <a:gd name="T55" fmla="*/ 2147483647 h 54"/>
                <a:gd name="T56" fmla="*/ 2147483647 w 54"/>
                <a:gd name="T57" fmla="*/ 2147483647 h 54"/>
                <a:gd name="T58" fmla="*/ 2147483647 w 54"/>
                <a:gd name="T59" fmla="*/ 2147483647 h 54"/>
                <a:gd name="T60" fmla="*/ 2147483647 w 54"/>
                <a:gd name="T61" fmla="*/ 2147483647 h 54"/>
                <a:gd name="T62" fmla="*/ 2147483647 w 54"/>
                <a:gd name="T63" fmla="*/ 2147483647 h 54"/>
                <a:gd name="T64" fmla="*/ 2147483647 w 54"/>
                <a:gd name="T65" fmla="*/ 2147483647 h 54"/>
                <a:gd name="T66" fmla="*/ 2147483647 w 54"/>
                <a:gd name="T67" fmla="*/ 2147483647 h 54"/>
                <a:gd name="T68" fmla="*/ 2147483647 w 54"/>
                <a:gd name="T69" fmla="*/ 2147483647 h 54"/>
                <a:gd name="T70" fmla="*/ 0 w 54"/>
                <a:gd name="T71" fmla="*/ 2147483647 h 54"/>
                <a:gd name="T72" fmla="*/ 0 w 54"/>
                <a:gd name="T73" fmla="*/ 2147483647 h 54"/>
                <a:gd name="T74" fmla="*/ 0 w 54"/>
                <a:gd name="T75" fmla="*/ 2147483647 h 54"/>
                <a:gd name="T76" fmla="*/ 2147483647 w 54"/>
                <a:gd name="T77" fmla="*/ 2147483647 h 54"/>
                <a:gd name="T78" fmla="*/ 2147483647 w 54"/>
                <a:gd name="T79" fmla="*/ 2147483647 h 54"/>
                <a:gd name="T80" fmla="*/ 2147483647 w 54"/>
                <a:gd name="T81" fmla="*/ 2147483647 h 54"/>
                <a:gd name="T82" fmla="*/ 2147483647 w 54"/>
                <a:gd name="T83" fmla="*/ 0 h 54"/>
                <a:gd name="T84" fmla="*/ 2147483647 w 54"/>
                <a:gd name="T85" fmla="*/ 0 h 54"/>
                <a:gd name="T86" fmla="*/ 2147483647 w 54"/>
                <a:gd name="T87" fmla="*/ 0 h 54"/>
                <a:gd name="T88" fmla="*/ 2147483647 w 54"/>
                <a:gd name="T89" fmla="*/ 2147483647 h 54"/>
                <a:gd name="T90" fmla="*/ 2147483647 w 54"/>
                <a:gd name="T91" fmla="*/ 2147483647 h 54"/>
                <a:gd name="T92" fmla="*/ 2147483647 w 54"/>
                <a:gd name="T93" fmla="*/ 2147483647 h 54"/>
                <a:gd name="T94" fmla="*/ 2147483647 w 54"/>
                <a:gd name="T95" fmla="*/ 2147483647 h 54"/>
                <a:gd name="T96" fmla="*/ 2147483647 w 54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4"/>
                <a:gd name="T148" fmla="*/ 0 h 54"/>
                <a:gd name="T149" fmla="*/ 54 w 54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4" h="54">
                  <a:moveTo>
                    <a:pt x="46" y="23"/>
                  </a:moveTo>
                  <a:lnTo>
                    <a:pt x="39" y="8"/>
                  </a:lnTo>
                  <a:lnTo>
                    <a:pt x="39" y="15"/>
                  </a:lnTo>
                  <a:lnTo>
                    <a:pt x="23" y="8"/>
                  </a:lnTo>
                  <a:lnTo>
                    <a:pt x="8" y="15"/>
                  </a:lnTo>
                  <a:lnTo>
                    <a:pt x="16" y="8"/>
                  </a:lnTo>
                  <a:lnTo>
                    <a:pt x="8" y="23"/>
                  </a:lnTo>
                  <a:lnTo>
                    <a:pt x="16" y="38"/>
                  </a:lnTo>
                  <a:lnTo>
                    <a:pt x="8" y="38"/>
                  </a:lnTo>
                  <a:lnTo>
                    <a:pt x="23" y="46"/>
                  </a:lnTo>
                  <a:lnTo>
                    <a:pt x="39" y="38"/>
                  </a:lnTo>
                  <a:lnTo>
                    <a:pt x="46" y="23"/>
                  </a:lnTo>
                  <a:lnTo>
                    <a:pt x="54" y="23"/>
                  </a:lnTo>
                  <a:lnTo>
                    <a:pt x="46" y="38"/>
                  </a:lnTo>
                  <a:lnTo>
                    <a:pt x="39" y="46"/>
                  </a:lnTo>
                  <a:lnTo>
                    <a:pt x="23" y="54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23" y="0"/>
                  </a:lnTo>
                  <a:lnTo>
                    <a:pt x="39" y="8"/>
                  </a:lnTo>
                  <a:lnTo>
                    <a:pt x="46" y="8"/>
                  </a:lnTo>
                  <a:lnTo>
                    <a:pt x="54" y="23"/>
                  </a:lnTo>
                  <a:lnTo>
                    <a:pt x="46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09" name="Freeform 209">
              <a:extLst>
                <a:ext uri="{FF2B5EF4-FFF2-40B4-BE49-F238E27FC236}">
                  <a16:creationId xmlns:a16="http://schemas.microsoft.com/office/drawing/2014/main" id="{C24EFC34-6132-2F79-5427-F9D54562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4142134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0" name="Rectangle 210">
              <a:extLst>
                <a:ext uri="{FF2B5EF4-FFF2-40B4-BE49-F238E27FC236}">
                  <a16:creationId xmlns:a16="http://schemas.microsoft.com/office/drawing/2014/main" id="{C2C87CED-C614-101B-2237-413F775D8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714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1" name="Rectangle 211">
              <a:extLst>
                <a:ext uri="{FF2B5EF4-FFF2-40B4-BE49-F238E27FC236}">
                  <a16:creationId xmlns:a16="http://schemas.microsoft.com/office/drawing/2014/main" id="{9C2A7608-A7B9-4399-D35B-BCE0FBB48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57869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2" name="Rectangle 212">
              <a:extLst>
                <a:ext uri="{FF2B5EF4-FFF2-40B4-BE49-F238E27FC236}">
                  <a16:creationId xmlns:a16="http://schemas.microsoft.com/office/drawing/2014/main" id="{1685C95B-AB6A-5EDA-8A8B-7B7B2CABF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213" y="4578697"/>
              <a:ext cx="2174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3" name="Rectangle 213">
              <a:extLst>
                <a:ext uri="{FF2B5EF4-FFF2-40B4-BE49-F238E27FC236}">
                  <a16:creationId xmlns:a16="http://schemas.microsoft.com/office/drawing/2014/main" id="{FF4E009E-B82A-5D70-F052-96782777B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44534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4" name="Freeform 214">
              <a:extLst>
                <a:ext uri="{FF2B5EF4-FFF2-40B4-BE49-F238E27FC236}">
                  <a16:creationId xmlns:a16="http://schemas.microsoft.com/office/drawing/2014/main" id="{9260BF0F-D5F5-0B0F-408F-12ED5AF25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275" y="5015259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5" name="Freeform 215">
              <a:extLst>
                <a:ext uri="{FF2B5EF4-FFF2-40B4-BE49-F238E27FC236}">
                  <a16:creationId xmlns:a16="http://schemas.microsoft.com/office/drawing/2014/main" id="{21399D11-5FCE-F987-6234-561B42CBC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325" y="50152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6" name="Rectangle 216">
              <a:extLst>
                <a:ext uri="{FF2B5EF4-FFF2-40B4-BE49-F238E27FC236}">
                  <a16:creationId xmlns:a16="http://schemas.microsoft.com/office/drawing/2014/main" id="{395C21C0-77D2-8AC4-ED4A-C5287FD76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5015259"/>
              <a:ext cx="1079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7" name="Freeform 217">
              <a:extLst>
                <a:ext uri="{FF2B5EF4-FFF2-40B4-BE49-F238E27FC236}">
                  <a16:creationId xmlns:a16="http://schemas.microsoft.com/office/drawing/2014/main" id="{B9527965-233B-0846-6596-D1D44A72D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188" y="49787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8" name="Freeform 218">
              <a:extLst>
                <a:ext uri="{FF2B5EF4-FFF2-40B4-BE49-F238E27FC236}">
                  <a16:creationId xmlns:a16="http://schemas.microsoft.com/office/drawing/2014/main" id="{DC036E36-170C-8763-2E87-6ED4A1885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113" y="49787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9" name="Rectangle 219">
              <a:extLst>
                <a:ext uri="{FF2B5EF4-FFF2-40B4-BE49-F238E27FC236}">
                  <a16:creationId xmlns:a16="http://schemas.microsoft.com/office/drawing/2014/main" id="{68484D2B-6FA5-2082-EE0B-EB3CBB16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3" y="4978747"/>
              <a:ext cx="219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0" name="Freeform 220">
              <a:extLst>
                <a:ext uri="{FF2B5EF4-FFF2-40B4-BE49-F238E27FC236}">
                  <a16:creationId xmlns:a16="http://schemas.microsoft.com/office/drawing/2014/main" id="{C3A4D617-21D3-DA88-DF9A-DB71EF93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942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1" name="Freeform 221">
              <a:extLst>
                <a:ext uri="{FF2B5EF4-FFF2-40B4-BE49-F238E27FC236}">
                  <a16:creationId xmlns:a16="http://schemas.microsoft.com/office/drawing/2014/main" id="{06918C4B-D11E-3294-725C-08B42F4A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788" y="4942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2" name="Rectangle 222">
              <a:extLst>
                <a:ext uri="{FF2B5EF4-FFF2-40B4-BE49-F238E27FC236}">
                  <a16:creationId xmlns:a16="http://schemas.microsoft.com/office/drawing/2014/main" id="{1D3FF636-7E59-B65E-0A5A-38ED9B5CA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788" y="4942234"/>
              <a:ext cx="3270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3" name="Freeform 223">
              <a:extLst>
                <a:ext uri="{FF2B5EF4-FFF2-40B4-BE49-F238E27FC236}">
                  <a16:creationId xmlns:a16="http://schemas.microsoft.com/office/drawing/2014/main" id="{A072E5FC-F76C-3815-C5E8-FCE345FEB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75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4" name="Freeform 224">
              <a:extLst>
                <a:ext uri="{FF2B5EF4-FFF2-40B4-BE49-F238E27FC236}">
                  <a16:creationId xmlns:a16="http://schemas.microsoft.com/office/drawing/2014/main" id="{762F61BD-8E2B-65AB-D709-3F6529A7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538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5" name="Rectangle 225">
              <a:extLst>
                <a:ext uri="{FF2B5EF4-FFF2-40B4-BE49-F238E27FC236}">
                  <a16:creationId xmlns:a16="http://schemas.microsoft.com/office/drawing/2014/main" id="{0D76C4DE-AC2D-447A-F998-6F9CCEFFB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4737447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6" name="Freeform 226">
              <a:extLst>
                <a:ext uri="{FF2B5EF4-FFF2-40B4-BE49-F238E27FC236}">
                  <a16:creationId xmlns:a16="http://schemas.microsoft.com/office/drawing/2014/main" id="{CB077FC7-90B7-01EE-7BC0-0120A7E84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47120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7" name="Freeform 227">
              <a:extLst>
                <a:ext uri="{FF2B5EF4-FFF2-40B4-BE49-F238E27FC236}">
                  <a16:creationId xmlns:a16="http://schemas.microsoft.com/office/drawing/2014/main" id="{324B0110-BFD8-8159-173A-3E8B19A6F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7120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8" name="Rectangle 228">
              <a:extLst>
                <a:ext uri="{FF2B5EF4-FFF2-40B4-BE49-F238E27FC236}">
                  <a16:creationId xmlns:a16="http://schemas.microsoft.com/office/drawing/2014/main" id="{01F04D30-AE45-7509-91F6-6D51FC1F5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025" y="4712047"/>
              <a:ext cx="1825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9" name="Freeform 229">
              <a:extLst>
                <a:ext uri="{FF2B5EF4-FFF2-40B4-BE49-F238E27FC236}">
                  <a16:creationId xmlns:a16="http://schemas.microsoft.com/office/drawing/2014/main" id="{6B07D16F-CD93-BEF0-97B7-733F902EE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0" y="4688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0" name="Freeform 230">
              <a:extLst>
                <a:ext uri="{FF2B5EF4-FFF2-40B4-BE49-F238E27FC236}">
                  <a16:creationId xmlns:a16="http://schemas.microsoft.com/office/drawing/2014/main" id="{D9B67A7E-4BEA-64D9-B7BF-2F93C0C5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688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1" name="Rectangle 231">
              <a:extLst>
                <a:ext uri="{FF2B5EF4-FFF2-40B4-BE49-F238E27FC236}">
                  <a16:creationId xmlns:a16="http://schemas.microsoft.com/office/drawing/2014/main" id="{27756F85-6FC8-BF21-6856-2CCE58986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813" y="4688234"/>
              <a:ext cx="2682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2" name="Rectangle 232">
              <a:extLst>
                <a:ext uri="{FF2B5EF4-FFF2-40B4-BE49-F238E27FC236}">
                  <a16:creationId xmlns:a16="http://schemas.microsoft.com/office/drawing/2014/main" id="{C3CF958B-2172-FC2C-439A-36C2F8AAB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445347"/>
              <a:ext cx="473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3" name="Rectangle 233">
              <a:extLst>
                <a:ext uri="{FF2B5EF4-FFF2-40B4-BE49-F238E27FC236}">
                  <a16:creationId xmlns:a16="http://schemas.microsoft.com/office/drawing/2014/main" id="{31CAE8A4-E483-5BB8-5DF9-84173BA54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335809"/>
              <a:ext cx="11113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4" name="Rectangle 234">
              <a:extLst>
                <a:ext uri="{FF2B5EF4-FFF2-40B4-BE49-F238E27FC236}">
                  <a16:creationId xmlns:a16="http://schemas.microsoft.com/office/drawing/2014/main" id="{409A394C-2453-2CFA-86EC-9524950E5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7485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5" name="Rectangle 235">
              <a:extLst>
                <a:ext uri="{FF2B5EF4-FFF2-40B4-BE49-F238E27FC236}">
                  <a16:creationId xmlns:a16="http://schemas.microsoft.com/office/drawing/2014/main" id="{639D73A0-B9CF-6264-5B02-413F01A41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11113" cy="6064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6" name="Rectangle 236">
              <a:extLst>
                <a:ext uri="{FF2B5EF4-FFF2-40B4-BE49-F238E27FC236}">
                  <a16:creationId xmlns:a16="http://schemas.microsoft.com/office/drawing/2014/main" id="{377E4511-B9D0-1C3E-CEAA-F089A2367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663" y="4445347"/>
              <a:ext cx="1952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7" name="Rectangle 237">
              <a:extLst>
                <a:ext uri="{FF2B5EF4-FFF2-40B4-BE49-F238E27FC236}">
                  <a16:creationId xmlns:a16="http://schemas.microsoft.com/office/drawing/2014/main" id="{E12A4B2B-7460-D3A2-363A-3C85356F4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5" y="3923059"/>
              <a:ext cx="1571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8" name="Freeform 238">
              <a:extLst>
                <a:ext uri="{FF2B5EF4-FFF2-40B4-BE49-F238E27FC236}">
                  <a16:creationId xmlns:a16="http://schemas.microsoft.com/office/drawing/2014/main" id="{21BA15F2-64E5-BC0B-A869-B7B8640C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9" name="Freeform 239">
              <a:extLst>
                <a:ext uri="{FF2B5EF4-FFF2-40B4-BE49-F238E27FC236}">
                  <a16:creationId xmlns:a16="http://schemas.microsoft.com/office/drawing/2014/main" id="{233EA3CC-13C3-579B-57C4-A4BE8A13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0" name="Freeform 240">
              <a:extLst>
                <a:ext uri="{FF2B5EF4-FFF2-40B4-BE49-F238E27FC236}">
                  <a16:creationId xmlns:a16="http://schemas.microsoft.com/office/drawing/2014/main" id="{6E1E42F3-70D9-29C5-02F0-09E0788D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1" name="Freeform 241">
              <a:extLst>
                <a:ext uri="{FF2B5EF4-FFF2-40B4-BE49-F238E27FC236}">
                  <a16:creationId xmlns:a16="http://schemas.microsoft.com/office/drawing/2014/main" id="{F6699840-4E60-FEDE-9F26-1141209E0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2" name="Freeform 242">
              <a:extLst>
                <a:ext uri="{FF2B5EF4-FFF2-40B4-BE49-F238E27FC236}">
                  <a16:creationId xmlns:a16="http://schemas.microsoft.com/office/drawing/2014/main" id="{6733E837-DA55-5E4E-E527-2918B58D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3" name="Freeform 243">
              <a:extLst>
                <a:ext uri="{FF2B5EF4-FFF2-40B4-BE49-F238E27FC236}">
                  <a16:creationId xmlns:a16="http://schemas.microsoft.com/office/drawing/2014/main" id="{4EB22293-797C-BDBE-A92A-B4586E3B6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038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4" name="Freeform 244">
              <a:extLst>
                <a:ext uri="{FF2B5EF4-FFF2-40B4-BE49-F238E27FC236}">
                  <a16:creationId xmlns:a16="http://schemas.microsoft.com/office/drawing/2014/main" id="{75F3ACD2-14E3-24FD-D962-861464DB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5" name="Freeform 245">
              <a:extLst>
                <a:ext uri="{FF2B5EF4-FFF2-40B4-BE49-F238E27FC236}">
                  <a16:creationId xmlns:a16="http://schemas.microsoft.com/office/drawing/2014/main" id="{44852E79-769E-6C97-E4A7-EA324365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6" name="Freeform 246">
              <a:extLst>
                <a:ext uri="{FF2B5EF4-FFF2-40B4-BE49-F238E27FC236}">
                  <a16:creationId xmlns:a16="http://schemas.microsoft.com/office/drawing/2014/main" id="{29C62F56-CC56-54CF-C93F-6614BD49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8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7" name="Freeform 247">
              <a:extLst>
                <a:ext uri="{FF2B5EF4-FFF2-40B4-BE49-F238E27FC236}">
                  <a16:creationId xmlns:a16="http://schemas.microsoft.com/office/drawing/2014/main" id="{A7B2E414-BCB2-E5B9-5B54-089889621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25400" cy="25400"/>
            </a:xfrm>
            <a:custGeom>
              <a:avLst/>
              <a:gdLst>
                <a:gd name="T0" fmla="*/ 2147483647 w 16"/>
                <a:gd name="T1" fmla="*/ 2147483647 h 16"/>
                <a:gd name="T2" fmla="*/ 2147483647 w 16"/>
                <a:gd name="T3" fmla="*/ 2147483647 h 16"/>
                <a:gd name="T4" fmla="*/ 2147483647 w 16"/>
                <a:gd name="T5" fmla="*/ 0 h 16"/>
                <a:gd name="T6" fmla="*/ 0 w 16"/>
                <a:gd name="T7" fmla="*/ 2147483647 h 16"/>
                <a:gd name="T8" fmla="*/ 0 w 16"/>
                <a:gd name="T9" fmla="*/ 2147483647 h 16"/>
                <a:gd name="T10" fmla="*/ 0 w 16"/>
                <a:gd name="T11" fmla="*/ 2147483647 h 16"/>
                <a:gd name="T12" fmla="*/ 2147483647 w 16"/>
                <a:gd name="T13" fmla="*/ 2147483647 h 16"/>
                <a:gd name="T14" fmla="*/ 2147483647 w 16"/>
                <a:gd name="T15" fmla="*/ 2147483647 h 16"/>
                <a:gd name="T16" fmla="*/ 2147483647 w 16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16"/>
                <a:gd name="T29" fmla="*/ 16 w 16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16">
                  <a:moveTo>
                    <a:pt x="16" y="8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8" name="Freeform 248">
              <a:extLst>
                <a:ext uri="{FF2B5EF4-FFF2-40B4-BE49-F238E27FC236}">
                  <a16:creationId xmlns:a16="http://schemas.microsoft.com/office/drawing/2014/main" id="{D2199361-0624-4B26-D3B1-586A853E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0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16" y="16"/>
                  </a:moveTo>
                  <a:lnTo>
                    <a:pt x="8" y="16"/>
                  </a:lnTo>
                  <a:lnTo>
                    <a:pt x="8" y="8"/>
                  </a:lnTo>
                  <a:lnTo>
                    <a:pt x="8" y="0"/>
                  </a:lnTo>
                  <a:lnTo>
                    <a:pt x="16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23" y="16"/>
                  </a:lnTo>
                  <a:lnTo>
                    <a:pt x="16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6" y="0"/>
                  </a:lnTo>
                  <a:lnTo>
                    <a:pt x="16" y="8"/>
                  </a:lnTo>
                  <a:lnTo>
                    <a:pt x="8" y="8"/>
                  </a:lnTo>
                  <a:lnTo>
                    <a:pt x="16" y="8"/>
                  </a:lnTo>
                  <a:lnTo>
                    <a:pt x="16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9" name="Freeform 249">
              <a:extLst>
                <a:ext uri="{FF2B5EF4-FFF2-40B4-BE49-F238E27FC236}">
                  <a16:creationId xmlns:a16="http://schemas.microsoft.com/office/drawing/2014/main" id="{E9F518A6-9235-EF85-A5A0-0CEC035AD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125" y="4445347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0 w 7"/>
                <a:gd name="T5" fmla="*/ 2147483647 h 8"/>
                <a:gd name="T6" fmla="*/ 0 w 7"/>
                <a:gd name="T7" fmla="*/ 0 h 8"/>
                <a:gd name="T8" fmla="*/ 2147483647 w 7"/>
                <a:gd name="T9" fmla="*/ 2147483647 h 8"/>
                <a:gd name="T10" fmla="*/ 2147483647 w 7"/>
                <a:gd name="T11" fmla="*/ 2147483647 h 8"/>
                <a:gd name="T12" fmla="*/ 0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0" name="Freeform 250">
              <a:extLst>
                <a:ext uri="{FF2B5EF4-FFF2-40B4-BE49-F238E27FC236}">
                  <a16:creationId xmlns:a16="http://schemas.microsoft.com/office/drawing/2014/main" id="{C4C56791-524A-4B43-0B81-E0413593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1" name="Freeform 251">
              <a:extLst>
                <a:ext uri="{FF2B5EF4-FFF2-40B4-BE49-F238E27FC236}">
                  <a16:creationId xmlns:a16="http://schemas.microsoft.com/office/drawing/2014/main" id="{AF7DF9E6-680C-55B0-CB38-E2547514C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2" name="Rectangle 252">
              <a:extLst>
                <a:ext uri="{FF2B5EF4-FFF2-40B4-BE49-F238E27FC236}">
                  <a16:creationId xmlns:a16="http://schemas.microsoft.com/office/drawing/2014/main" id="{83E53073-C1FE-3868-4D2F-6F328970E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3" name="Freeform 253">
              <a:extLst>
                <a:ext uri="{FF2B5EF4-FFF2-40B4-BE49-F238E27FC236}">
                  <a16:creationId xmlns:a16="http://schemas.microsoft.com/office/drawing/2014/main" id="{A6C60B41-36FC-5C6E-1237-38E9289D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49263" cy="642938"/>
            </a:xfrm>
            <a:custGeom>
              <a:avLst/>
              <a:gdLst>
                <a:gd name="T0" fmla="*/ 0 w 283"/>
                <a:gd name="T1" fmla="*/ 0 h 405"/>
                <a:gd name="T2" fmla="*/ 2147483647 w 283"/>
                <a:gd name="T3" fmla="*/ 2147483647 h 405"/>
                <a:gd name="T4" fmla="*/ 2147483647 w 283"/>
                <a:gd name="T5" fmla="*/ 2147483647 h 405"/>
                <a:gd name="T6" fmla="*/ 2147483647 w 283"/>
                <a:gd name="T7" fmla="*/ 2147483647 h 405"/>
                <a:gd name="T8" fmla="*/ 2147483647 w 283"/>
                <a:gd name="T9" fmla="*/ 2147483647 h 405"/>
                <a:gd name="T10" fmla="*/ 2147483647 w 283"/>
                <a:gd name="T11" fmla="*/ 2147483647 h 405"/>
                <a:gd name="T12" fmla="*/ 2147483647 w 283"/>
                <a:gd name="T13" fmla="*/ 2147483647 h 405"/>
                <a:gd name="T14" fmla="*/ 2147483647 w 283"/>
                <a:gd name="T15" fmla="*/ 2147483647 h 405"/>
                <a:gd name="T16" fmla="*/ 2147483647 w 283"/>
                <a:gd name="T17" fmla="*/ 2147483647 h 405"/>
                <a:gd name="T18" fmla="*/ 2147483647 w 283"/>
                <a:gd name="T19" fmla="*/ 2147483647 h 405"/>
                <a:gd name="T20" fmla="*/ 0 w 283"/>
                <a:gd name="T21" fmla="*/ 2147483647 h 405"/>
                <a:gd name="T22" fmla="*/ 0 w 283"/>
                <a:gd name="T23" fmla="*/ 0 h 4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3"/>
                <a:gd name="T37" fmla="*/ 0 h 405"/>
                <a:gd name="T38" fmla="*/ 283 w 283"/>
                <a:gd name="T39" fmla="*/ 405 h 40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3" h="40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37" y="69"/>
                  </a:lnTo>
                  <a:lnTo>
                    <a:pt x="268" y="99"/>
                  </a:lnTo>
                  <a:lnTo>
                    <a:pt x="283" y="206"/>
                  </a:lnTo>
                  <a:lnTo>
                    <a:pt x="268" y="306"/>
                  </a:lnTo>
                  <a:lnTo>
                    <a:pt x="237" y="344"/>
                  </a:lnTo>
                  <a:lnTo>
                    <a:pt x="207" y="367"/>
                  </a:lnTo>
                  <a:lnTo>
                    <a:pt x="122" y="397"/>
                  </a:lnTo>
                  <a:lnTo>
                    <a:pt x="0" y="405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4" name="Freeform 254">
              <a:extLst>
                <a:ext uri="{FF2B5EF4-FFF2-40B4-BE49-F238E27FC236}">
                  <a16:creationId xmlns:a16="http://schemas.microsoft.com/office/drawing/2014/main" id="{2F35D0E9-298B-68C1-D924-C29DE60F7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61963" cy="595313"/>
            </a:xfrm>
            <a:custGeom>
              <a:avLst/>
              <a:gdLst>
                <a:gd name="T0" fmla="*/ 0 w 291"/>
                <a:gd name="T1" fmla="*/ 0 h 375"/>
                <a:gd name="T2" fmla="*/ 2147483647 w 291"/>
                <a:gd name="T3" fmla="*/ 2147483647 h 375"/>
                <a:gd name="T4" fmla="*/ 2147483647 w 291"/>
                <a:gd name="T5" fmla="*/ 2147483647 h 375"/>
                <a:gd name="T6" fmla="*/ 2147483647 w 291"/>
                <a:gd name="T7" fmla="*/ 2147483647 h 375"/>
                <a:gd name="T8" fmla="*/ 2147483647 w 291"/>
                <a:gd name="T9" fmla="*/ 2147483647 h 375"/>
                <a:gd name="T10" fmla="*/ 2147483647 w 291"/>
                <a:gd name="T11" fmla="*/ 2147483647 h 375"/>
                <a:gd name="T12" fmla="*/ 2147483647 w 291"/>
                <a:gd name="T13" fmla="*/ 2147483647 h 375"/>
                <a:gd name="T14" fmla="*/ 2147483647 w 291"/>
                <a:gd name="T15" fmla="*/ 2147483647 h 375"/>
                <a:gd name="T16" fmla="*/ 2147483647 w 291"/>
                <a:gd name="T17" fmla="*/ 2147483647 h 375"/>
                <a:gd name="T18" fmla="*/ 2147483647 w 291"/>
                <a:gd name="T19" fmla="*/ 2147483647 h 375"/>
                <a:gd name="T20" fmla="*/ 2147483647 w 291"/>
                <a:gd name="T21" fmla="*/ 2147483647 h 375"/>
                <a:gd name="T22" fmla="*/ 2147483647 w 291"/>
                <a:gd name="T23" fmla="*/ 2147483647 h 375"/>
                <a:gd name="T24" fmla="*/ 2147483647 w 291"/>
                <a:gd name="T25" fmla="*/ 2147483647 h 375"/>
                <a:gd name="T26" fmla="*/ 2147483647 w 291"/>
                <a:gd name="T27" fmla="*/ 2147483647 h 375"/>
                <a:gd name="T28" fmla="*/ 2147483647 w 291"/>
                <a:gd name="T29" fmla="*/ 2147483647 h 375"/>
                <a:gd name="T30" fmla="*/ 2147483647 w 291"/>
                <a:gd name="T31" fmla="*/ 2147483647 h 375"/>
                <a:gd name="T32" fmla="*/ 2147483647 w 291"/>
                <a:gd name="T33" fmla="*/ 2147483647 h 375"/>
                <a:gd name="T34" fmla="*/ 2147483647 w 291"/>
                <a:gd name="T35" fmla="*/ 2147483647 h 375"/>
                <a:gd name="T36" fmla="*/ 2147483647 w 291"/>
                <a:gd name="T37" fmla="*/ 2147483647 h 375"/>
                <a:gd name="T38" fmla="*/ 2147483647 w 291"/>
                <a:gd name="T39" fmla="*/ 2147483647 h 375"/>
                <a:gd name="T40" fmla="*/ 2147483647 w 291"/>
                <a:gd name="T41" fmla="*/ 2147483647 h 375"/>
                <a:gd name="T42" fmla="*/ 2147483647 w 291"/>
                <a:gd name="T43" fmla="*/ 2147483647 h 375"/>
                <a:gd name="T44" fmla="*/ 2147483647 w 291"/>
                <a:gd name="T45" fmla="*/ 2147483647 h 375"/>
                <a:gd name="T46" fmla="*/ 2147483647 w 291"/>
                <a:gd name="T47" fmla="*/ 2147483647 h 375"/>
                <a:gd name="T48" fmla="*/ 2147483647 w 291"/>
                <a:gd name="T49" fmla="*/ 2147483647 h 375"/>
                <a:gd name="T50" fmla="*/ 2147483647 w 291"/>
                <a:gd name="T51" fmla="*/ 2147483647 h 375"/>
                <a:gd name="T52" fmla="*/ 2147483647 w 291"/>
                <a:gd name="T53" fmla="*/ 2147483647 h 375"/>
                <a:gd name="T54" fmla="*/ 2147483647 w 291"/>
                <a:gd name="T55" fmla="*/ 2147483647 h 375"/>
                <a:gd name="T56" fmla="*/ 2147483647 w 291"/>
                <a:gd name="T57" fmla="*/ 2147483647 h 375"/>
                <a:gd name="T58" fmla="*/ 2147483647 w 291"/>
                <a:gd name="T59" fmla="*/ 2147483647 h 375"/>
                <a:gd name="T60" fmla="*/ 2147483647 w 291"/>
                <a:gd name="T61" fmla="*/ 2147483647 h 375"/>
                <a:gd name="T62" fmla="*/ 2147483647 w 291"/>
                <a:gd name="T63" fmla="*/ 2147483647 h 375"/>
                <a:gd name="T64" fmla="*/ 2147483647 w 291"/>
                <a:gd name="T65" fmla="*/ 2147483647 h 375"/>
                <a:gd name="T66" fmla="*/ 2147483647 w 291"/>
                <a:gd name="T67" fmla="*/ 2147483647 h 375"/>
                <a:gd name="T68" fmla="*/ 2147483647 w 291"/>
                <a:gd name="T69" fmla="*/ 2147483647 h 375"/>
                <a:gd name="T70" fmla="*/ 2147483647 w 291"/>
                <a:gd name="T71" fmla="*/ 2147483647 h 375"/>
                <a:gd name="T72" fmla="*/ 2147483647 w 291"/>
                <a:gd name="T73" fmla="*/ 2147483647 h 375"/>
                <a:gd name="T74" fmla="*/ 2147483647 w 291"/>
                <a:gd name="T75" fmla="*/ 2147483647 h 375"/>
                <a:gd name="T76" fmla="*/ 2147483647 w 291"/>
                <a:gd name="T77" fmla="*/ 2147483647 h 375"/>
                <a:gd name="T78" fmla="*/ 2147483647 w 291"/>
                <a:gd name="T79" fmla="*/ 2147483647 h 375"/>
                <a:gd name="T80" fmla="*/ 2147483647 w 291"/>
                <a:gd name="T81" fmla="*/ 2147483647 h 375"/>
                <a:gd name="T82" fmla="*/ 2147483647 w 291"/>
                <a:gd name="T83" fmla="*/ 2147483647 h 375"/>
                <a:gd name="T84" fmla="*/ 2147483647 w 291"/>
                <a:gd name="T85" fmla="*/ 2147483647 h 375"/>
                <a:gd name="T86" fmla="*/ 2147483647 w 291"/>
                <a:gd name="T87" fmla="*/ 2147483647 h 375"/>
                <a:gd name="T88" fmla="*/ 2147483647 w 291"/>
                <a:gd name="T89" fmla="*/ 2147483647 h 375"/>
                <a:gd name="T90" fmla="*/ 2147483647 w 291"/>
                <a:gd name="T91" fmla="*/ 2147483647 h 375"/>
                <a:gd name="T92" fmla="*/ 2147483647 w 291"/>
                <a:gd name="T93" fmla="*/ 2147483647 h 375"/>
                <a:gd name="T94" fmla="*/ 0 w 291"/>
                <a:gd name="T95" fmla="*/ 2147483647 h 375"/>
                <a:gd name="T96" fmla="*/ 0 w 291"/>
                <a:gd name="T97" fmla="*/ 0 h 3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1"/>
                <a:gd name="T148" fmla="*/ 0 h 375"/>
                <a:gd name="T149" fmla="*/ 291 w 291"/>
                <a:gd name="T150" fmla="*/ 375 h 3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1" h="37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14" y="38"/>
                  </a:lnTo>
                  <a:lnTo>
                    <a:pt x="245" y="69"/>
                  </a:lnTo>
                  <a:lnTo>
                    <a:pt x="275" y="99"/>
                  </a:lnTo>
                  <a:lnTo>
                    <a:pt x="291" y="206"/>
                  </a:lnTo>
                  <a:lnTo>
                    <a:pt x="275" y="306"/>
                  </a:lnTo>
                  <a:lnTo>
                    <a:pt x="275" y="313"/>
                  </a:lnTo>
                  <a:lnTo>
                    <a:pt x="245" y="352"/>
                  </a:lnTo>
                  <a:lnTo>
                    <a:pt x="214" y="375"/>
                  </a:lnTo>
                  <a:lnTo>
                    <a:pt x="207" y="375"/>
                  </a:lnTo>
                  <a:lnTo>
                    <a:pt x="207" y="367"/>
                  </a:lnTo>
                  <a:lnTo>
                    <a:pt x="237" y="344"/>
                  </a:lnTo>
                  <a:lnTo>
                    <a:pt x="268" y="306"/>
                  </a:lnTo>
                  <a:lnTo>
                    <a:pt x="283" y="206"/>
                  </a:lnTo>
                  <a:lnTo>
                    <a:pt x="268" y="99"/>
                  </a:lnTo>
                  <a:lnTo>
                    <a:pt x="268" y="107"/>
                  </a:lnTo>
                  <a:lnTo>
                    <a:pt x="237" y="76"/>
                  </a:lnTo>
                  <a:lnTo>
                    <a:pt x="207" y="46"/>
                  </a:lnTo>
                  <a:lnTo>
                    <a:pt x="122" y="15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5" name="Freeform 255">
              <a:extLst>
                <a:ext uri="{FF2B5EF4-FFF2-40B4-BE49-F238E27FC236}">
                  <a16:creationId xmlns:a16="http://schemas.microsoft.com/office/drawing/2014/main" id="{F001484C-1069-0DFE-556E-1EB6DE86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4008784"/>
              <a:ext cx="134938" cy="60325"/>
            </a:xfrm>
            <a:custGeom>
              <a:avLst/>
              <a:gdLst>
                <a:gd name="T0" fmla="*/ 2147483647 w 85"/>
                <a:gd name="T1" fmla="*/ 2147483647 h 38"/>
                <a:gd name="T2" fmla="*/ 0 w 85"/>
                <a:gd name="T3" fmla="*/ 2147483647 h 38"/>
                <a:gd name="T4" fmla="*/ 0 w 85"/>
                <a:gd name="T5" fmla="*/ 2147483647 h 38"/>
                <a:gd name="T6" fmla="*/ 0 w 85"/>
                <a:gd name="T7" fmla="*/ 2147483647 h 38"/>
                <a:gd name="T8" fmla="*/ 0 w 85"/>
                <a:gd name="T9" fmla="*/ 2147483647 h 38"/>
                <a:gd name="T10" fmla="*/ 2147483647 w 85"/>
                <a:gd name="T11" fmla="*/ 0 h 38"/>
                <a:gd name="T12" fmla="*/ 2147483647 w 85"/>
                <a:gd name="T13" fmla="*/ 21474836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38"/>
                <a:gd name="T23" fmla="*/ 85 w 85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38">
                  <a:moveTo>
                    <a:pt x="85" y="8"/>
                  </a:moveTo>
                  <a:lnTo>
                    <a:pt x="0" y="38"/>
                  </a:lnTo>
                  <a:lnTo>
                    <a:pt x="0" y="30"/>
                  </a:lnTo>
                  <a:lnTo>
                    <a:pt x="85" y="0"/>
                  </a:lnTo>
                  <a:lnTo>
                    <a:pt x="8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6" name="Freeform 256">
              <a:extLst>
                <a:ext uri="{FF2B5EF4-FFF2-40B4-BE49-F238E27FC236}">
                  <a16:creationId xmlns:a16="http://schemas.microsoft.com/office/drawing/2014/main" id="{0CC7A03A-5A58-6590-FD6F-AC159365E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4056409"/>
              <a:ext cx="193675" cy="25400"/>
            </a:xfrm>
            <a:custGeom>
              <a:avLst/>
              <a:gdLst>
                <a:gd name="T0" fmla="*/ 2147483647 w 122"/>
                <a:gd name="T1" fmla="*/ 2147483647 h 16"/>
                <a:gd name="T2" fmla="*/ 2147483647 w 122"/>
                <a:gd name="T3" fmla="*/ 0 h 16"/>
                <a:gd name="T4" fmla="*/ 0 w 122"/>
                <a:gd name="T5" fmla="*/ 2147483647 h 16"/>
                <a:gd name="T6" fmla="*/ 0 w 122"/>
                <a:gd name="T7" fmla="*/ 2147483647 h 16"/>
                <a:gd name="T8" fmla="*/ 2147483647 w 122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2"/>
                <a:gd name="T16" fmla="*/ 0 h 16"/>
                <a:gd name="T17" fmla="*/ 122 w 122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2" h="16">
                  <a:moveTo>
                    <a:pt x="122" y="8"/>
                  </a:moveTo>
                  <a:lnTo>
                    <a:pt x="122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122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7" name="Rectangle 257">
              <a:extLst>
                <a:ext uri="{FF2B5EF4-FFF2-40B4-BE49-F238E27FC236}">
                  <a16:creationId xmlns:a16="http://schemas.microsoft.com/office/drawing/2014/main" id="{0A665FF8-9C84-455A-2A1C-7F768B15F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499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8" name="Rectangle 258">
              <a:extLst>
                <a:ext uri="{FF2B5EF4-FFF2-40B4-BE49-F238E27FC236}">
                  <a16:creationId xmlns:a16="http://schemas.microsoft.com/office/drawing/2014/main" id="{599B4A22-AFD2-2A58-592B-54DB8F2D3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63254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9" name="Rectangle 259">
              <a:extLst>
                <a:ext uri="{FF2B5EF4-FFF2-40B4-BE49-F238E27FC236}">
                  <a16:creationId xmlns:a16="http://schemas.microsoft.com/office/drawing/2014/main" id="{17C513D7-C574-A750-C9EF-AD4F94457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753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0" name="Rectangle 260">
              <a:extLst>
                <a:ext uri="{FF2B5EF4-FFF2-40B4-BE49-F238E27FC236}">
                  <a16:creationId xmlns:a16="http://schemas.microsoft.com/office/drawing/2014/main" id="{D218200F-942D-A58B-5D3D-5E51A63D3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89924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1" name="Rectangle 261">
              <a:extLst>
                <a:ext uri="{FF2B5EF4-FFF2-40B4-BE49-F238E27FC236}">
                  <a16:creationId xmlns:a16="http://schemas.microsoft.com/office/drawing/2014/main" id="{8CFA56B6-87E4-FE7E-DE10-691A24FB2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263" y="3742084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2" name="Rectangle 262">
              <a:extLst>
                <a:ext uri="{FF2B5EF4-FFF2-40B4-BE49-F238E27FC236}">
                  <a16:creationId xmlns:a16="http://schemas.microsoft.com/office/drawing/2014/main" id="{79182EAE-60D6-2DFA-90E0-323833F30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3" name="Rectangle 263">
              <a:extLst>
                <a:ext uri="{FF2B5EF4-FFF2-40B4-BE49-F238E27FC236}">
                  <a16:creationId xmlns:a16="http://schemas.microsoft.com/office/drawing/2014/main" id="{790F59B9-3575-8FE1-6E9B-F0A0F81EA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8988" y="4700934"/>
              <a:ext cx="6397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DEVICE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4" name="Rectangle 264">
              <a:extLst>
                <a:ext uri="{FF2B5EF4-FFF2-40B4-BE49-F238E27FC236}">
                  <a16:creationId xmlns:a16="http://schemas.microsoft.com/office/drawing/2014/main" id="{E6BC79F2-F664-00AB-AD78-6221EB22A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3263" y="3886547"/>
              <a:ext cx="712788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CIRCUIT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5" name="Rectangle 265">
              <a:extLst>
                <a:ext uri="{FF2B5EF4-FFF2-40B4-BE49-F238E27FC236}">
                  <a16:creationId xmlns:a16="http://schemas.microsoft.com/office/drawing/2014/main" id="{6F1215EB-2D9A-F278-2C0E-7AA82229A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9963" y="3269009"/>
              <a:ext cx="4667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GATE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6" name="Rectangle 266">
              <a:extLst>
                <a:ext uri="{FF2B5EF4-FFF2-40B4-BE49-F238E27FC236}">
                  <a16:creationId xmlns:a16="http://schemas.microsoft.com/office/drawing/2014/main" id="{C979A42B-5405-07C8-3930-633D5F5A8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450" y="2430809"/>
              <a:ext cx="7413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MODULE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7" name="Freeform 267">
              <a:extLst>
                <a:ext uri="{FF2B5EF4-FFF2-40B4-BE49-F238E27FC236}">
                  <a16:creationId xmlns:a16="http://schemas.microsoft.com/office/drawing/2014/main" id="{375A88E5-93CA-3196-5CE1-E6B62563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837084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3"/>
                  </a:lnTo>
                  <a:lnTo>
                    <a:pt x="16" y="61"/>
                  </a:lnTo>
                  <a:lnTo>
                    <a:pt x="16" y="107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0" y="53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8" name="Freeform 268">
              <a:extLst>
                <a:ext uri="{FF2B5EF4-FFF2-40B4-BE49-F238E27FC236}">
                  <a16:creationId xmlns:a16="http://schemas.microsoft.com/office/drawing/2014/main" id="{6857D047-CAA0-E28D-6EA2-3AFB3DAF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1837084"/>
              <a:ext cx="23813" cy="107950"/>
            </a:xfrm>
            <a:custGeom>
              <a:avLst/>
              <a:gdLst>
                <a:gd name="T0" fmla="*/ 2147483647 w 15"/>
                <a:gd name="T1" fmla="*/ 0 h 68"/>
                <a:gd name="T2" fmla="*/ 2147483647 w 15"/>
                <a:gd name="T3" fmla="*/ 2147483647 h 68"/>
                <a:gd name="T4" fmla="*/ 2147483647 w 15"/>
                <a:gd name="T5" fmla="*/ 2147483647 h 68"/>
                <a:gd name="T6" fmla="*/ 2147483647 w 15"/>
                <a:gd name="T7" fmla="*/ 2147483647 h 68"/>
                <a:gd name="T8" fmla="*/ 2147483647 w 15"/>
                <a:gd name="T9" fmla="*/ 2147483647 h 68"/>
                <a:gd name="T10" fmla="*/ 0 w 15"/>
                <a:gd name="T11" fmla="*/ 2147483647 h 68"/>
                <a:gd name="T12" fmla="*/ 0 w 15"/>
                <a:gd name="T13" fmla="*/ 2147483647 h 68"/>
                <a:gd name="T14" fmla="*/ 0 w 15"/>
                <a:gd name="T15" fmla="*/ 2147483647 h 68"/>
                <a:gd name="T16" fmla="*/ 2147483647 w 15"/>
                <a:gd name="T17" fmla="*/ 2147483647 h 68"/>
                <a:gd name="T18" fmla="*/ 2147483647 w 15"/>
                <a:gd name="T19" fmla="*/ 2147483647 h 68"/>
                <a:gd name="T20" fmla="*/ 2147483647 w 15"/>
                <a:gd name="T21" fmla="*/ 2147483647 h 68"/>
                <a:gd name="T22" fmla="*/ 2147483647 w 15"/>
                <a:gd name="T23" fmla="*/ 0 h 68"/>
                <a:gd name="T24" fmla="*/ 2147483647 w 15"/>
                <a:gd name="T25" fmla="*/ 0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8"/>
                <a:gd name="T41" fmla="*/ 15 w 15"/>
                <a:gd name="T42" fmla="*/ 68 h 6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8">
                  <a:moveTo>
                    <a:pt x="15" y="0"/>
                  </a:moveTo>
                  <a:lnTo>
                    <a:pt x="15" y="53"/>
                  </a:lnTo>
                  <a:lnTo>
                    <a:pt x="15" y="61"/>
                  </a:lnTo>
                  <a:lnTo>
                    <a:pt x="7" y="68"/>
                  </a:lnTo>
                  <a:lnTo>
                    <a:pt x="0" y="61"/>
                  </a:lnTo>
                  <a:lnTo>
                    <a:pt x="7" y="53"/>
                  </a:lnTo>
                  <a:lnTo>
                    <a:pt x="15" y="61"/>
                  </a:lnTo>
                  <a:lnTo>
                    <a:pt x="7" y="53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9" name="Rectangle 269">
              <a:extLst>
                <a:ext uri="{FF2B5EF4-FFF2-40B4-BE49-F238E27FC236}">
                  <a16:creationId xmlns:a16="http://schemas.microsoft.com/office/drawing/2014/main" id="{735E1F86-0884-5959-6480-52AB2CBAA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638" y="1933922"/>
              <a:ext cx="11113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0" name="Rectangle 270">
              <a:extLst>
                <a:ext uri="{FF2B5EF4-FFF2-40B4-BE49-F238E27FC236}">
                  <a16:creationId xmlns:a16="http://schemas.microsoft.com/office/drawing/2014/main" id="{D88DCEBD-F299-73DC-422F-DA6B32314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938" y="2006947"/>
              <a:ext cx="1270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1" name="Freeform 271">
              <a:extLst>
                <a:ext uri="{FF2B5EF4-FFF2-40B4-BE49-F238E27FC236}">
                  <a16:creationId xmlns:a16="http://schemas.microsoft.com/office/drawing/2014/main" id="{2A3F9BE4-D256-F21A-2F7F-5F3358C0D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921222"/>
              <a:ext cx="25400" cy="85725"/>
            </a:xfrm>
            <a:custGeom>
              <a:avLst/>
              <a:gdLst>
                <a:gd name="T0" fmla="*/ 2147483647 w 16"/>
                <a:gd name="T1" fmla="*/ 2147483647 h 54"/>
                <a:gd name="T2" fmla="*/ 2147483647 w 16"/>
                <a:gd name="T3" fmla="*/ 2147483647 h 54"/>
                <a:gd name="T4" fmla="*/ 2147483647 w 16"/>
                <a:gd name="T5" fmla="*/ 2147483647 h 54"/>
                <a:gd name="T6" fmla="*/ 2147483647 w 16"/>
                <a:gd name="T7" fmla="*/ 2147483647 h 54"/>
                <a:gd name="T8" fmla="*/ 0 w 16"/>
                <a:gd name="T9" fmla="*/ 2147483647 h 54"/>
                <a:gd name="T10" fmla="*/ 0 w 16"/>
                <a:gd name="T11" fmla="*/ 2147483647 h 54"/>
                <a:gd name="T12" fmla="*/ 0 w 16"/>
                <a:gd name="T13" fmla="*/ 0 h 54"/>
                <a:gd name="T14" fmla="*/ 2147483647 w 16"/>
                <a:gd name="T15" fmla="*/ 0 h 54"/>
                <a:gd name="T16" fmla="*/ 2147483647 w 16"/>
                <a:gd name="T17" fmla="*/ 2147483647 h 54"/>
                <a:gd name="T18" fmla="*/ 2147483647 w 16"/>
                <a:gd name="T19" fmla="*/ 2147483647 h 54"/>
                <a:gd name="T20" fmla="*/ 2147483647 w 16"/>
                <a:gd name="T21" fmla="*/ 2147483647 h 54"/>
                <a:gd name="T22" fmla="*/ 2147483647 w 16"/>
                <a:gd name="T23" fmla="*/ 2147483647 h 54"/>
                <a:gd name="T24" fmla="*/ 2147483647 w 16"/>
                <a:gd name="T25" fmla="*/ 2147483647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4"/>
                <a:gd name="T41" fmla="*/ 16 w 16"/>
                <a:gd name="T42" fmla="*/ 54 h 5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4">
                  <a:moveTo>
                    <a:pt x="8" y="54"/>
                  </a:moveTo>
                  <a:lnTo>
                    <a:pt x="8" y="8"/>
                  </a:lnTo>
                  <a:lnTo>
                    <a:pt x="16" y="8"/>
                  </a:lnTo>
                  <a:lnTo>
                    <a:pt x="8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8"/>
                  </a:lnTo>
                  <a:lnTo>
                    <a:pt x="16" y="54"/>
                  </a:lnTo>
                  <a:lnTo>
                    <a:pt x="8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2" name="Rectangle 272">
              <a:extLst>
                <a:ext uri="{FF2B5EF4-FFF2-40B4-BE49-F238E27FC236}">
                  <a16:creationId xmlns:a16="http://schemas.microsoft.com/office/drawing/2014/main" id="{E5483F24-FF41-D3D7-C6F3-93761E00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1837084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3" name="Freeform 273">
              <a:extLst>
                <a:ext uri="{FF2B5EF4-FFF2-40B4-BE49-F238E27FC236}">
                  <a16:creationId xmlns:a16="http://schemas.microsoft.com/office/drawing/2014/main" id="{3D62BE23-F5A8-F1DF-6961-987D5199D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4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4" name="Rectangle 274">
              <a:extLst>
                <a:ext uri="{FF2B5EF4-FFF2-40B4-BE49-F238E27FC236}">
                  <a16:creationId xmlns:a16="http://schemas.microsoft.com/office/drawing/2014/main" id="{81F1A886-98CD-394E-E5CF-2893B354F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492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5" name="Freeform 275">
              <a:extLst>
                <a:ext uri="{FF2B5EF4-FFF2-40B4-BE49-F238E27FC236}">
                  <a16:creationId xmlns:a16="http://schemas.microsoft.com/office/drawing/2014/main" id="{A61BA2AF-A971-F1E1-EC68-9D5EBDB29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49213" cy="169863"/>
            </a:xfrm>
            <a:custGeom>
              <a:avLst/>
              <a:gdLst>
                <a:gd name="T0" fmla="*/ 2147483647 w 31"/>
                <a:gd name="T1" fmla="*/ 0 h 107"/>
                <a:gd name="T2" fmla="*/ 2147483647 w 31"/>
                <a:gd name="T3" fmla="*/ 2147483647 h 107"/>
                <a:gd name="T4" fmla="*/ 2147483647 w 31"/>
                <a:gd name="T5" fmla="*/ 2147483647 h 107"/>
                <a:gd name="T6" fmla="*/ 2147483647 w 31"/>
                <a:gd name="T7" fmla="*/ 2147483647 h 107"/>
                <a:gd name="T8" fmla="*/ 2147483647 w 31"/>
                <a:gd name="T9" fmla="*/ 2147483647 h 107"/>
                <a:gd name="T10" fmla="*/ 2147483647 w 31"/>
                <a:gd name="T11" fmla="*/ 2147483647 h 107"/>
                <a:gd name="T12" fmla="*/ 2147483647 w 31"/>
                <a:gd name="T13" fmla="*/ 2147483647 h 107"/>
                <a:gd name="T14" fmla="*/ 2147483647 w 31"/>
                <a:gd name="T15" fmla="*/ 2147483647 h 107"/>
                <a:gd name="T16" fmla="*/ 2147483647 w 31"/>
                <a:gd name="T17" fmla="*/ 2147483647 h 107"/>
                <a:gd name="T18" fmla="*/ 2147483647 w 31"/>
                <a:gd name="T19" fmla="*/ 2147483647 h 107"/>
                <a:gd name="T20" fmla="*/ 2147483647 w 31"/>
                <a:gd name="T21" fmla="*/ 2147483647 h 107"/>
                <a:gd name="T22" fmla="*/ 2147483647 w 31"/>
                <a:gd name="T23" fmla="*/ 2147483647 h 107"/>
                <a:gd name="T24" fmla="*/ 2147483647 w 31"/>
                <a:gd name="T25" fmla="*/ 2147483647 h 107"/>
                <a:gd name="T26" fmla="*/ 0 w 31"/>
                <a:gd name="T27" fmla="*/ 2147483647 h 107"/>
                <a:gd name="T28" fmla="*/ 0 w 31"/>
                <a:gd name="T29" fmla="*/ 2147483647 h 107"/>
                <a:gd name="T30" fmla="*/ 0 w 31"/>
                <a:gd name="T31" fmla="*/ 2147483647 h 107"/>
                <a:gd name="T32" fmla="*/ 2147483647 w 31"/>
                <a:gd name="T33" fmla="*/ 2147483647 h 107"/>
                <a:gd name="T34" fmla="*/ 2147483647 w 31"/>
                <a:gd name="T35" fmla="*/ 2147483647 h 107"/>
                <a:gd name="T36" fmla="*/ 2147483647 w 31"/>
                <a:gd name="T37" fmla="*/ 2147483647 h 107"/>
                <a:gd name="T38" fmla="*/ 2147483647 w 31"/>
                <a:gd name="T39" fmla="*/ 2147483647 h 107"/>
                <a:gd name="T40" fmla="*/ 2147483647 w 31"/>
                <a:gd name="T41" fmla="*/ 2147483647 h 107"/>
                <a:gd name="T42" fmla="*/ 2147483647 w 31"/>
                <a:gd name="T43" fmla="*/ 2147483647 h 107"/>
                <a:gd name="T44" fmla="*/ 2147483647 w 31"/>
                <a:gd name="T45" fmla="*/ 2147483647 h 107"/>
                <a:gd name="T46" fmla="*/ 2147483647 w 31"/>
                <a:gd name="T47" fmla="*/ 2147483647 h 107"/>
                <a:gd name="T48" fmla="*/ 2147483647 w 31"/>
                <a:gd name="T49" fmla="*/ 2147483647 h 107"/>
                <a:gd name="T50" fmla="*/ 2147483647 w 31"/>
                <a:gd name="T51" fmla="*/ 2147483647 h 107"/>
                <a:gd name="T52" fmla="*/ 2147483647 w 31"/>
                <a:gd name="T53" fmla="*/ 2147483647 h 107"/>
                <a:gd name="T54" fmla="*/ 2147483647 w 31"/>
                <a:gd name="T55" fmla="*/ 2147483647 h 107"/>
                <a:gd name="T56" fmla="*/ 2147483647 w 31"/>
                <a:gd name="T57" fmla="*/ 2147483647 h 107"/>
                <a:gd name="T58" fmla="*/ 2147483647 w 31"/>
                <a:gd name="T59" fmla="*/ 0 h 107"/>
                <a:gd name="T60" fmla="*/ 2147483647 w 31"/>
                <a:gd name="T61" fmla="*/ 0 h 10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"/>
                <a:gd name="T94" fmla="*/ 0 h 107"/>
                <a:gd name="T95" fmla="*/ 31 w 31"/>
                <a:gd name="T96" fmla="*/ 107 h 10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" h="107">
                  <a:moveTo>
                    <a:pt x="31" y="0"/>
                  </a:moveTo>
                  <a:lnTo>
                    <a:pt x="31" y="54"/>
                  </a:lnTo>
                  <a:lnTo>
                    <a:pt x="31" y="61"/>
                  </a:lnTo>
                  <a:lnTo>
                    <a:pt x="23" y="69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9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8" y="54"/>
                  </a:lnTo>
                  <a:lnTo>
                    <a:pt x="15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23" y="54"/>
                  </a:lnTo>
                  <a:lnTo>
                    <a:pt x="31" y="61"/>
                  </a:lnTo>
                  <a:lnTo>
                    <a:pt x="23" y="54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6" name="Rectangle 276">
              <a:extLst>
                <a:ext uri="{FF2B5EF4-FFF2-40B4-BE49-F238E27FC236}">
                  <a16:creationId xmlns:a16="http://schemas.microsoft.com/office/drawing/2014/main" id="{7AD02EDA-ABA3-854B-935B-4BD9DC51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7" name="Freeform 277">
              <a:extLst>
                <a:ext uri="{FF2B5EF4-FFF2-40B4-BE49-F238E27FC236}">
                  <a16:creationId xmlns:a16="http://schemas.microsoft.com/office/drawing/2014/main" id="{A988036A-E467-50EE-B645-2863D3F7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47625" cy="169863"/>
            </a:xfrm>
            <a:custGeom>
              <a:avLst/>
              <a:gdLst>
                <a:gd name="T0" fmla="*/ 0 w 30"/>
                <a:gd name="T1" fmla="*/ 0 h 107"/>
                <a:gd name="T2" fmla="*/ 2147483647 w 30"/>
                <a:gd name="T3" fmla="*/ 0 h 107"/>
                <a:gd name="T4" fmla="*/ 2147483647 w 30"/>
                <a:gd name="T5" fmla="*/ 2147483647 h 107"/>
                <a:gd name="T6" fmla="*/ 2147483647 w 30"/>
                <a:gd name="T7" fmla="*/ 2147483647 h 107"/>
                <a:gd name="T8" fmla="*/ 2147483647 w 30"/>
                <a:gd name="T9" fmla="*/ 2147483647 h 107"/>
                <a:gd name="T10" fmla="*/ 2147483647 w 30"/>
                <a:gd name="T11" fmla="*/ 2147483647 h 107"/>
                <a:gd name="T12" fmla="*/ 2147483647 w 30"/>
                <a:gd name="T13" fmla="*/ 2147483647 h 107"/>
                <a:gd name="T14" fmla="*/ 2147483647 w 30"/>
                <a:gd name="T15" fmla="*/ 2147483647 h 107"/>
                <a:gd name="T16" fmla="*/ 2147483647 w 30"/>
                <a:gd name="T17" fmla="*/ 0 h 107"/>
                <a:gd name="T18" fmla="*/ 0 w 30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107"/>
                <a:gd name="T32" fmla="*/ 30 w 30"/>
                <a:gd name="T33" fmla="*/ 107 h 1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107">
                  <a:moveTo>
                    <a:pt x="0" y="0"/>
                  </a:moveTo>
                  <a:lnTo>
                    <a:pt x="30" y="0"/>
                  </a:lnTo>
                  <a:lnTo>
                    <a:pt x="30" y="54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8" name="Rectangle 278">
              <a:extLst>
                <a:ext uri="{FF2B5EF4-FFF2-40B4-BE49-F238E27FC236}">
                  <a16:creationId xmlns:a16="http://schemas.microsoft.com/office/drawing/2014/main" id="{F6AF6FE7-0F9C-81FE-E623-8C1BB50D9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500" y="17513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9" name="Freeform 279">
              <a:extLst>
                <a:ext uri="{FF2B5EF4-FFF2-40B4-BE49-F238E27FC236}">
                  <a16:creationId xmlns:a16="http://schemas.microsoft.com/office/drawing/2014/main" id="{4233F199-E110-3643-5AD9-6F8639232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1751359"/>
              <a:ext cx="23813" cy="109538"/>
            </a:xfrm>
            <a:custGeom>
              <a:avLst/>
              <a:gdLst>
                <a:gd name="T0" fmla="*/ 2147483647 w 15"/>
                <a:gd name="T1" fmla="*/ 0 h 69"/>
                <a:gd name="T2" fmla="*/ 2147483647 w 15"/>
                <a:gd name="T3" fmla="*/ 2147483647 h 69"/>
                <a:gd name="T4" fmla="*/ 2147483647 w 15"/>
                <a:gd name="T5" fmla="*/ 2147483647 h 69"/>
                <a:gd name="T6" fmla="*/ 2147483647 w 15"/>
                <a:gd name="T7" fmla="*/ 2147483647 h 69"/>
                <a:gd name="T8" fmla="*/ 2147483647 w 15"/>
                <a:gd name="T9" fmla="*/ 2147483647 h 69"/>
                <a:gd name="T10" fmla="*/ 0 w 15"/>
                <a:gd name="T11" fmla="*/ 2147483647 h 69"/>
                <a:gd name="T12" fmla="*/ 0 w 15"/>
                <a:gd name="T13" fmla="*/ 2147483647 h 69"/>
                <a:gd name="T14" fmla="*/ 0 w 15"/>
                <a:gd name="T15" fmla="*/ 2147483647 h 69"/>
                <a:gd name="T16" fmla="*/ 2147483647 w 15"/>
                <a:gd name="T17" fmla="*/ 2147483647 h 69"/>
                <a:gd name="T18" fmla="*/ 2147483647 w 15"/>
                <a:gd name="T19" fmla="*/ 2147483647 h 69"/>
                <a:gd name="T20" fmla="*/ 2147483647 w 15"/>
                <a:gd name="T21" fmla="*/ 2147483647 h 69"/>
                <a:gd name="T22" fmla="*/ 2147483647 w 15"/>
                <a:gd name="T23" fmla="*/ 0 h 69"/>
                <a:gd name="T24" fmla="*/ 2147483647 w 15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9"/>
                <a:gd name="T41" fmla="*/ 15 w 15"/>
                <a:gd name="T42" fmla="*/ 69 h 6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9">
                  <a:moveTo>
                    <a:pt x="15" y="0"/>
                  </a:moveTo>
                  <a:lnTo>
                    <a:pt x="15" y="54"/>
                  </a:lnTo>
                  <a:lnTo>
                    <a:pt x="15" y="61"/>
                  </a:lnTo>
                  <a:lnTo>
                    <a:pt x="7" y="69"/>
                  </a:lnTo>
                  <a:lnTo>
                    <a:pt x="0" y="61"/>
                  </a:lnTo>
                  <a:lnTo>
                    <a:pt x="7" y="54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0" name="Rectangle 280">
              <a:extLst>
                <a:ext uri="{FF2B5EF4-FFF2-40B4-BE49-F238E27FC236}">
                  <a16:creationId xmlns:a16="http://schemas.microsoft.com/office/drawing/2014/main" id="{84B79DD7-492A-4A60-439E-C642FAB32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313" y="1921222"/>
              <a:ext cx="127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1" name="Freeform 281">
              <a:extLst>
                <a:ext uri="{FF2B5EF4-FFF2-40B4-BE49-F238E27FC236}">
                  <a16:creationId xmlns:a16="http://schemas.microsoft.com/office/drawing/2014/main" id="{43C7D534-9B9B-83AF-55C8-5E1CE6E7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837084"/>
              <a:ext cx="25400" cy="84138"/>
            </a:xfrm>
            <a:custGeom>
              <a:avLst/>
              <a:gdLst>
                <a:gd name="T0" fmla="*/ 2147483647 w 16"/>
                <a:gd name="T1" fmla="*/ 2147483647 h 53"/>
                <a:gd name="T2" fmla="*/ 2147483647 w 16"/>
                <a:gd name="T3" fmla="*/ 2147483647 h 53"/>
                <a:gd name="T4" fmla="*/ 2147483647 w 16"/>
                <a:gd name="T5" fmla="*/ 2147483647 h 53"/>
                <a:gd name="T6" fmla="*/ 2147483647 w 16"/>
                <a:gd name="T7" fmla="*/ 2147483647 h 53"/>
                <a:gd name="T8" fmla="*/ 0 w 16"/>
                <a:gd name="T9" fmla="*/ 2147483647 h 53"/>
                <a:gd name="T10" fmla="*/ 0 w 16"/>
                <a:gd name="T11" fmla="*/ 2147483647 h 53"/>
                <a:gd name="T12" fmla="*/ 0 w 16"/>
                <a:gd name="T13" fmla="*/ 0 h 53"/>
                <a:gd name="T14" fmla="*/ 2147483647 w 16"/>
                <a:gd name="T15" fmla="*/ 0 h 53"/>
                <a:gd name="T16" fmla="*/ 2147483647 w 16"/>
                <a:gd name="T17" fmla="*/ 2147483647 h 53"/>
                <a:gd name="T18" fmla="*/ 2147483647 w 16"/>
                <a:gd name="T19" fmla="*/ 2147483647 h 53"/>
                <a:gd name="T20" fmla="*/ 2147483647 w 16"/>
                <a:gd name="T21" fmla="*/ 2147483647 h 53"/>
                <a:gd name="T22" fmla="*/ 2147483647 w 16"/>
                <a:gd name="T23" fmla="*/ 2147483647 h 53"/>
                <a:gd name="T24" fmla="*/ 2147483647 w 16"/>
                <a:gd name="T25" fmla="*/ 2147483647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3"/>
                <a:gd name="T41" fmla="*/ 16 w 16"/>
                <a:gd name="T42" fmla="*/ 53 h 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3">
                  <a:moveTo>
                    <a:pt x="8" y="53"/>
                  </a:moveTo>
                  <a:lnTo>
                    <a:pt x="8" y="7"/>
                  </a:lnTo>
                  <a:lnTo>
                    <a:pt x="16" y="7"/>
                  </a:lnTo>
                  <a:lnTo>
                    <a:pt x="8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7"/>
                  </a:lnTo>
                  <a:lnTo>
                    <a:pt x="16" y="53"/>
                  </a:lnTo>
                  <a:lnTo>
                    <a:pt x="8" y="5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2" name="Rectangle 282">
              <a:extLst>
                <a:ext uri="{FF2B5EF4-FFF2-40B4-BE49-F238E27FC236}">
                  <a16:creationId xmlns:a16="http://schemas.microsoft.com/office/drawing/2014/main" id="{5461A8DB-F7E7-743A-7E67-530EE542E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613" y="175135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3" name="Freeform 283">
              <a:extLst>
                <a:ext uri="{FF2B5EF4-FFF2-40B4-BE49-F238E27FC236}">
                  <a16:creationId xmlns:a16="http://schemas.microsoft.com/office/drawing/2014/main" id="{202C024B-7353-1BCB-7F12-F1EC39AAF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0 w 7"/>
                <a:gd name="T3" fmla="*/ 2147483647 h 8"/>
                <a:gd name="T4" fmla="*/ 0 w 7"/>
                <a:gd name="T5" fmla="*/ 0 h 8"/>
                <a:gd name="T6" fmla="*/ 0 w 7"/>
                <a:gd name="T7" fmla="*/ 2147483647 h 8"/>
                <a:gd name="T8" fmla="*/ 0 w 7"/>
                <a:gd name="T9" fmla="*/ 0 h 8"/>
                <a:gd name="T10" fmla="*/ 2147483647 w 7"/>
                <a:gd name="T11" fmla="*/ 0 h 8"/>
                <a:gd name="T12" fmla="*/ 2147483647 w 7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7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4" name="Freeform 284">
              <a:extLst>
                <a:ext uri="{FF2B5EF4-FFF2-40B4-BE49-F238E27FC236}">
                  <a16:creationId xmlns:a16="http://schemas.microsoft.com/office/drawing/2014/main" id="{DA09642C-C28A-FBF0-983D-2A1E920E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49213" cy="180975"/>
            </a:xfrm>
            <a:custGeom>
              <a:avLst/>
              <a:gdLst>
                <a:gd name="T0" fmla="*/ 0 w 31"/>
                <a:gd name="T1" fmla="*/ 0 h 114"/>
                <a:gd name="T2" fmla="*/ 2147483647 w 31"/>
                <a:gd name="T3" fmla="*/ 0 h 114"/>
                <a:gd name="T4" fmla="*/ 2147483647 w 31"/>
                <a:gd name="T5" fmla="*/ 2147483647 h 114"/>
                <a:gd name="T6" fmla="*/ 2147483647 w 31"/>
                <a:gd name="T7" fmla="*/ 2147483647 h 114"/>
                <a:gd name="T8" fmla="*/ 2147483647 w 31"/>
                <a:gd name="T9" fmla="*/ 2147483647 h 114"/>
                <a:gd name="T10" fmla="*/ 2147483647 w 31"/>
                <a:gd name="T11" fmla="*/ 2147483647 h 114"/>
                <a:gd name="T12" fmla="*/ 2147483647 w 31"/>
                <a:gd name="T13" fmla="*/ 2147483647 h 114"/>
                <a:gd name="T14" fmla="*/ 2147483647 w 31"/>
                <a:gd name="T15" fmla="*/ 2147483647 h 114"/>
                <a:gd name="T16" fmla="*/ 2147483647 w 31"/>
                <a:gd name="T17" fmla="*/ 0 h 114"/>
                <a:gd name="T18" fmla="*/ 0 w 31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1"/>
                <a:gd name="T31" fmla="*/ 0 h 114"/>
                <a:gd name="T32" fmla="*/ 31 w 31"/>
                <a:gd name="T33" fmla="*/ 114 h 1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1" h="114">
                  <a:moveTo>
                    <a:pt x="0" y="0"/>
                  </a:moveTo>
                  <a:lnTo>
                    <a:pt x="31" y="0"/>
                  </a:lnTo>
                  <a:lnTo>
                    <a:pt x="31" y="53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16" y="107"/>
                  </a:lnTo>
                  <a:lnTo>
                    <a:pt x="16" y="61"/>
                  </a:lnTo>
                  <a:lnTo>
                    <a:pt x="8" y="53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5" name="Rectangle 285">
              <a:extLst>
                <a:ext uri="{FF2B5EF4-FFF2-40B4-BE49-F238E27FC236}">
                  <a16:creationId xmlns:a16="http://schemas.microsoft.com/office/drawing/2014/main" id="{2C8DED2D-49F0-59DF-BE57-6331E3A67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788" y="2006947"/>
              <a:ext cx="61913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6" name="Freeform 286">
              <a:extLst>
                <a:ext uri="{FF2B5EF4-FFF2-40B4-BE49-F238E27FC236}">
                  <a16:creationId xmlns:a16="http://schemas.microsoft.com/office/drawing/2014/main" id="{A41D9CC1-3EA1-D332-907E-3DF38B903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006947"/>
              <a:ext cx="49213" cy="206375"/>
            </a:xfrm>
            <a:custGeom>
              <a:avLst/>
              <a:gdLst>
                <a:gd name="T0" fmla="*/ 2147483647 w 31"/>
                <a:gd name="T1" fmla="*/ 0 h 130"/>
                <a:gd name="T2" fmla="*/ 2147483647 w 31"/>
                <a:gd name="T3" fmla="*/ 2147483647 h 130"/>
                <a:gd name="T4" fmla="*/ 2147483647 w 31"/>
                <a:gd name="T5" fmla="*/ 2147483647 h 130"/>
                <a:gd name="T6" fmla="*/ 2147483647 w 31"/>
                <a:gd name="T7" fmla="*/ 2147483647 h 130"/>
                <a:gd name="T8" fmla="*/ 2147483647 w 31"/>
                <a:gd name="T9" fmla="*/ 2147483647 h 130"/>
                <a:gd name="T10" fmla="*/ 2147483647 w 31"/>
                <a:gd name="T11" fmla="*/ 2147483647 h 130"/>
                <a:gd name="T12" fmla="*/ 2147483647 w 31"/>
                <a:gd name="T13" fmla="*/ 2147483647 h 130"/>
                <a:gd name="T14" fmla="*/ 2147483647 w 31"/>
                <a:gd name="T15" fmla="*/ 2147483647 h 130"/>
                <a:gd name="T16" fmla="*/ 2147483647 w 31"/>
                <a:gd name="T17" fmla="*/ 2147483647 h 130"/>
                <a:gd name="T18" fmla="*/ 2147483647 w 31"/>
                <a:gd name="T19" fmla="*/ 2147483647 h 130"/>
                <a:gd name="T20" fmla="*/ 2147483647 w 31"/>
                <a:gd name="T21" fmla="*/ 2147483647 h 130"/>
                <a:gd name="T22" fmla="*/ 2147483647 w 31"/>
                <a:gd name="T23" fmla="*/ 2147483647 h 130"/>
                <a:gd name="T24" fmla="*/ 2147483647 w 31"/>
                <a:gd name="T25" fmla="*/ 2147483647 h 130"/>
                <a:gd name="T26" fmla="*/ 2147483647 w 31"/>
                <a:gd name="T27" fmla="*/ 2147483647 h 130"/>
                <a:gd name="T28" fmla="*/ 2147483647 w 31"/>
                <a:gd name="T29" fmla="*/ 2147483647 h 130"/>
                <a:gd name="T30" fmla="*/ 2147483647 w 31"/>
                <a:gd name="T31" fmla="*/ 2147483647 h 130"/>
                <a:gd name="T32" fmla="*/ 0 w 31"/>
                <a:gd name="T33" fmla="*/ 2147483647 h 130"/>
                <a:gd name="T34" fmla="*/ 0 w 31"/>
                <a:gd name="T35" fmla="*/ 2147483647 h 130"/>
                <a:gd name="T36" fmla="*/ 0 w 31"/>
                <a:gd name="T37" fmla="*/ 2147483647 h 130"/>
                <a:gd name="T38" fmla="*/ 2147483647 w 31"/>
                <a:gd name="T39" fmla="*/ 2147483647 h 130"/>
                <a:gd name="T40" fmla="*/ 2147483647 w 31"/>
                <a:gd name="T41" fmla="*/ 2147483647 h 130"/>
                <a:gd name="T42" fmla="*/ 2147483647 w 31"/>
                <a:gd name="T43" fmla="*/ 2147483647 h 130"/>
                <a:gd name="T44" fmla="*/ 2147483647 w 31"/>
                <a:gd name="T45" fmla="*/ 2147483647 h 130"/>
                <a:gd name="T46" fmla="*/ 2147483647 w 31"/>
                <a:gd name="T47" fmla="*/ 2147483647 h 130"/>
                <a:gd name="T48" fmla="*/ 2147483647 w 31"/>
                <a:gd name="T49" fmla="*/ 2147483647 h 130"/>
                <a:gd name="T50" fmla="*/ 2147483647 w 31"/>
                <a:gd name="T51" fmla="*/ 2147483647 h 130"/>
                <a:gd name="T52" fmla="*/ 2147483647 w 31"/>
                <a:gd name="T53" fmla="*/ 2147483647 h 130"/>
                <a:gd name="T54" fmla="*/ 2147483647 w 31"/>
                <a:gd name="T55" fmla="*/ 2147483647 h 130"/>
                <a:gd name="T56" fmla="*/ 2147483647 w 31"/>
                <a:gd name="T57" fmla="*/ 2147483647 h 130"/>
                <a:gd name="T58" fmla="*/ 2147483647 w 31"/>
                <a:gd name="T59" fmla="*/ 2147483647 h 130"/>
                <a:gd name="T60" fmla="*/ 2147483647 w 31"/>
                <a:gd name="T61" fmla="*/ 2147483647 h 130"/>
                <a:gd name="T62" fmla="*/ 2147483647 w 31"/>
                <a:gd name="T63" fmla="*/ 2147483647 h 130"/>
                <a:gd name="T64" fmla="*/ 2147483647 w 31"/>
                <a:gd name="T65" fmla="*/ 2147483647 h 130"/>
                <a:gd name="T66" fmla="*/ 2147483647 w 31"/>
                <a:gd name="T67" fmla="*/ 2147483647 h 130"/>
                <a:gd name="T68" fmla="*/ 2147483647 w 31"/>
                <a:gd name="T69" fmla="*/ 2147483647 h 130"/>
                <a:gd name="T70" fmla="*/ 2147483647 w 31"/>
                <a:gd name="T71" fmla="*/ 0 h 130"/>
                <a:gd name="T72" fmla="*/ 2147483647 w 31"/>
                <a:gd name="T73" fmla="*/ 0 h 1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"/>
                <a:gd name="T112" fmla="*/ 0 h 130"/>
                <a:gd name="T113" fmla="*/ 31 w 31"/>
                <a:gd name="T114" fmla="*/ 130 h 13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" h="130">
                  <a:moveTo>
                    <a:pt x="31" y="0"/>
                  </a:moveTo>
                  <a:lnTo>
                    <a:pt x="31" y="53"/>
                  </a:lnTo>
                  <a:lnTo>
                    <a:pt x="31" y="61"/>
                  </a:lnTo>
                  <a:lnTo>
                    <a:pt x="23" y="68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23" y="130"/>
                  </a:lnTo>
                  <a:lnTo>
                    <a:pt x="15" y="122"/>
                  </a:lnTo>
                  <a:lnTo>
                    <a:pt x="8" y="114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8" y="53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107"/>
                  </a:lnTo>
                  <a:lnTo>
                    <a:pt x="15" y="107"/>
                  </a:lnTo>
                  <a:lnTo>
                    <a:pt x="23" y="114"/>
                  </a:lnTo>
                  <a:lnTo>
                    <a:pt x="15" y="122"/>
                  </a:lnTo>
                  <a:lnTo>
                    <a:pt x="15" y="114"/>
                  </a:lnTo>
                  <a:lnTo>
                    <a:pt x="15" y="61"/>
                  </a:lnTo>
                  <a:lnTo>
                    <a:pt x="23" y="53"/>
                  </a:lnTo>
                  <a:lnTo>
                    <a:pt x="31" y="61"/>
                  </a:lnTo>
                  <a:lnTo>
                    <a:pt x="23" y="53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7" name="Rectangle 287">
              <a:extLst>
                <a:ext uri="{FF2B5EF4-FFF2-40B4-BE49-F238E27FC236}">
                  <a16:creationId xmlns:a16="http://schemas.microsoft.com/office/drawing/2014/main" id="{F71E50E1-E06D-AC58-D593-95C5B6BF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2006947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8" name="Freeform 288">
              <a:extLst>
                <a:ext uri="{FF2B5EF4-FFF2-40B4-BE49-F238E27FC236}">
                  <a16:creationId xmlns:a16="http://schemas.microsoft.com/office/drawing/2014/main" id="{85991D79-0282-AE29-7A8A-C410382C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0 w 8"/>
                <a:gd name="T3" fmla="*/ 2147483647 h 7"/>
                <a:gd name="T4" fmla="*/ 0 w 8"/>
                <a:gd name="T5" fmla="*/ 0 h 7"/>
                <a:gd name="T6" fmla="*/ 0 w 8"/>
                <a:gd name="T7" fmla="*/ 2147483647 h 7"/>
                <a:gd name="T8" fmla="*/ 0 w 8"/>
                <a:gd name="T9" fmla="*/ 0 h 7"/>
                <a:gd name="T10" fmla="*/ 2147483647 w 8"/>
                <a:gd name="T11" fmla="*/ 0 h 7"/>
                <a:gd name="T12" fmla="*/ 2147483647 w 8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7"/>
                <a:gd name="T23" fmla="*/ 8 w 8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7">
                  <a:moveTo>
                    <a:pt x="8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9" name="Freeform 289">
              <a:extLst>
                <a:ext uri="{FF2B5EF4-FFF2-40B4-BE49-F238E27FC236}">
                  <a16:creationId xmlns:a16="http://schemas.microsoft.com/office/drawing/2014/main" id="{89AFE667-3DA5-515A-1900-1A83247A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50950" cy="436563"/>
            </a:xfrm>
            <a:custGeom>
              <a:avLst/>
              <a:gdLst>
                <a:gd name="T0" fmla="*/ 0 w 788"/>
                <a:gd name="T1" fmla="*/ 2147483647 h 275"/>
                <a:gd name="T2" fmla="*/ 2147483647 w 788"/>
                <a:gd name="T3" fmla="*/ 0 h 275"/>
                <a:gd name="T4" fmla="*/ 2147483647 w 788"/>
                <a:gd name="T5" fmla="*/ 2147483647 h 275"/>
                <a:gd name="T6" fmla="*/ 2147483647 w 788"/>
                <a:gd name="T7" fmla="*/ 2147483647 h 275"/>
                <a:gd name="T8" fmla="*/ 0 w 788"/>
                <a:gd name="T9" fmla="*/ 2147483647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8"/>
                <a:gd name="T16" fmla="*/ 0 h 275"/>
                <a:gd name="T17" fmla="*/ 788 w 788"/>
                <a:gd name="T18" fmla="*/ 275 h 2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8" h="275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512" y="275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0" name="Freeform 290">
              <a:extLst>
                <a:ext uri="{FF2B5EF4-FFF2-40B4-BE49-F238E27FC236}">
                  <a16:creationId xmlns:a16="http://schemas.microsoft.com/office/drawing/2014/main" id="{D2B1000E-65AF-B3D1-8FD8-72D9A223F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74763" cy="449263"/>
            </a:xfrm>
            <a:custGeom>
              <a:avLst/>
              <a:gdLst>
                <a:gd name="T0" fmla="*/ 0 w 803"/>
                <a:gd name="T1" fmla="*/ 2147483647 h 283"/>
                <a:gd name="T2" fmla="*/ 2147483647 w 803"/>
                <a:gd name="T3" fmla="*/ 0 h 283"/>
                <a:gd name="T4" fmla="*/ 2147483647 w 803"/>
                <a:gd name="T5" fmla="*/ 0 h 283"/>
                <a:gd name="T6" fmla="*/ 2147483647 w 803"/>
                <a:gd name="T7" fmla="*/ 0 h 283"/>
                <a:gd name="T8" fmla="*/ 2147483647 w 803"/>
                <a:gd name="T9" fmla="*/ 2147483647 h 283"/>
                <a:gd name="T10" fmla="*/ 2147483647 w 803"/>
                <a:gd name="T11" fmla="*/ 2147483647 h 283"/>
                <a:gd name="T12" fmla="*/ 2147483647 w 803"/>
                <a:gd name="T13" fmla="*/ 2147483647 h 283"/>
                <a:gd name="T14" fmla="*/ 2147483647 w 803"/>
                <a:gd name="T15" fmla="*/ 2147483647 h 283"/>
                <a:gd name="T16" fmla="*/ 2147483647 w 803"/>
                <a:gd name="T17" fmla="*/ 2147483647 h 283"/>
                <a:gd name="T18" fmla="*/ 2147483647 w 803"/>
                <a:gd name="T19" fmla="*/ 2147483647 h 283"/>
                <a:gd name="T20" fmla="*/ 2147483647 w 803"/>
                <a:gd name="T21" fmla="*/ 2147483647 h 283"/>
                <a:gd name="T22" fmla="*/ 2147483647 w 803"/>
                <a:gd name="T23" fmla="*/ 2147483647 h 283"/>
                <a:gd name="T24" fmla="*/ 2147483647 w 803"/>
                <a:gd name="T25" fmla="*/ 2147483647 h 283"/>
                <a:gd name="T26" fmla="*/ 2147483647 w 803"/>
                <a:gd name="T27" fmla="*/ 2147483647 h 283"/>
                <a:gd name="T28" fmla="*/ 2147483647 w 803"/>
                <a:gd name="T29" fmla="*/ 2147483647 h 283"/>
                <a:gd name="T30" fmla="*/ 2147483647 w 803"/>
                <a:gd name="T31" fmla="*/ 0 h 283"/>
                <a:gd name="T32" fmla="*/ 2147483647 w 803"/>
                <a:gd name="T33" fmla="*/ 2147483647 h 283"/>
                <a:gd name="T34" fmla="*/ 0 w 803"/>
                <a:gd name="T35" fmla="*/ 2147483647 h 283"/>
                <a:gd name="T36" fmla="*/ 0 w 803"/>
                <a:gd name="T37" fmla="*/ 2147483647 h 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3"/>
                <a:gd name="T58" fmla="*/ 0 h 283"/>
                <a:gd name="T59" fmla="*/ 803 w 803"/>
                <a:gd name="T60" fmla="*/ 283 h 28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3" h="283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803" y="153"/>
                  </a:lnTo>
                  <a:lnTo>
                    <a:pt x="788" y="161"/>
                  </a:lnTo>
                  <a:lnTo>
                    <a:pt x="512" y="283"/>
                  </a:lnTo>
                  <a:lnTo>
                    <a:pt x="512" y="275"/>
                  </a:lnTo>
                  <a:lnTo>
                    <a:pt x="788" y="153"/>
                  </a:lnTo>
                  <a:lnTo>
                    <a:pt x="788" y="161"/>
                  </a:lnTo>
                  <a:lnTo>
                    <a:pt x="290" y="8"/>
                  </a:lnTo>
                  <a:lnTo>
                    <a:pt x="290" y="0"/>
                  </a:lnTo>
                  <a:lnTo>
                    <a:pt x="290" y="8"/>
                  </a:lnTo>
                  <a:lnTo>
                    <a:pt x="0" y="107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1" name="Freeform 291">
              <a:extLst>
                <a:ext uri="{FF2B5EF4-FFF2-40B4-BE49-F238E27FC236}">
                  <a16:creationId xmlns:a16="http://schemas.microsoft.com/office/drawing/2014/main" id="{C7E3B7A2-3C9A-86CE-DA42-20C0D4B7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641822"/>
              <a:ext cx="812800" cy="292100"/>
            </a:xfrm>
            <a:custGeom>
              <a:avLst/>
              <a:gdLst>
                <a:gd name="T0" fmla="*/ 2147483647 w 512"/>
                <a:gd name="T1" fmla="*/ 2147483647 h 184"/>
                <a:gd name="T2" fmla="*/ 0 w 512"/>
                <a:gd name="T3" fmla="*/ 2147483647 h 184"/>
                <a:gd name="T4" fmla="*/ 0 w 512"/>
                <a:gd name="T5" fmla="*/ 0 h 184"/>
                <a:gd name="T6" fmla="*/ 0 w 512"/>
                <a:gd name="T7" fmla="*/ 0 h 184"/>
                <a:gd name="T8" fmla="*/ 0 w 512"/>
                <a:gd name="T9" fmla="*/ 0 h 184"/>
                <a:gd name="T10" fmla="*/ 2147483647 w 512"/>
                <a:gd name="T11" fmla="*/ 2147483647 h 184"/>
                <a:gd name="T12" fmla="*/ 2147483647 w 512"/>
                <a:gd name="T13" fmla="*/ 2147483647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2"/>
                <a:gd name="T22" fmla="*/ 0 h 184"/>
                <a:gd name="T23" fmla="*/ 512 w 512"/>
                <a:gd name="T24" fmla="*/ 184 h 1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2" h="184">
                  <a:moveTo>
                    <a:pt x="512" y="18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12" y="176"/>
                  </a:lnTo>
                  <a:lnTo>
                    <a:pt x="512" y="1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2" name="Freeform 292">
              <a:extLst>
                <a:ext uri="{FF2B5EF4-FFF2-40B4-BE49-F238E27FC236}">
                  <a16:creationId xmlns:a16="http://schemas.microsoft.com/office/drawing/2014/main" id="{CF1EC5C8-2950-AC8D-CD9A-45319E7BC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12750" cy="303213"/>
            </a:xfrm>
            <a:custGeom>
              <a:avLst/>
              <a:gdLst>
                <a:gd name="T0" fmla="*/ 2147483647 w 260"/>
                <a:gd name="T1" fmla="*/ 0 h 191"/>
                <a:gd name="T2" fmla="*/ 2147483647 w 260"/>
                <a:gd name="T3" fmla="*/ 2147483647 h 191"/>
                <a:gd name="T4" fmla="*/ 0 w 260"/>
                <a:gd name="T5" fmla="*/ 2147483647 h 191"/>
                <a:gd name="T6" fmla="*/ 0 w 260"/>
                <a:gd name="T7" fmla="*/ 2147483647 h 191"/>
                <a:gd name="T8" fmla="*/ 2147483647 w 260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191"/>
                <a:gd name="T17" fmla="*/ 260 w 260"/>
                <a:gd name="T18" fmla="*/ 191 h 1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191">
                  <a:moveTo>
                    <a:pt x="260" y="0"/>
                  </a:moveTo>
                  <a:lnTo>
                    <a:pt x="260" y="6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26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3" name="Freeform 293">
              <a:extLst>
                <a:ext uri="{FF2B5EF4-FFF2-40B4-BE49-F238E27FC236}">
                  <a16:creationId xmlns:a16="http://schemas.microsoft.com/office/drawing/2014/main" id="{63B7FE4E-5139-B92F-2129-8B9B12DB6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315913"/>
            </a:xfrm>
            <a:custGeom>
              <a:avLst/>
              <a:gdLst>
                <a:gd name="T0" fmla="*/ 2147483647 w 268"/>
                <a:gd name="T1" fmla="*/ 0 h 199"/>
                <a:gd name="T2" fmla="*/ 2147483647 w 268"/>
                <a:gd name="T3" fmla="*/ 2147483647 h 199"/>
                <a:gd name="T4" fmla="*/ 2147483647 w 268"/>
                <a:gd name="T5" fmla="*/ 2147483647 h 199"/>
                <a:gd name="T6" fmla="*/ 2147483647 w 268"/>
                <a:gd name="T7" fmla="*/ 2147483647 h 199"/>
                <a:gd name="T8" fmla="*/ 0 w 268"/>
                <a:gd name="T9" fmla="*/ 2147483647 h 199"/>
                <a:gd name="T10" fmla="*/ 0 w 268"/>
                <a:gd name="T11" fmla="*/ 2147483647 h 199"/>
                <a:gd name="T12" fmla="*/ 0 w 268"/>
                <a:gd name="T13" fmla="*/ 2147483647 h 199"/>
                <a:gd name="T14" fmla="*/ 0 w 268"/>
                <a:gd name="T15" fmla="*/ 2147483647 h 199"/>
                <a:gd name="T16" fmla="*/ 0 w 268"/>
                <a:gd name="T17" fmla="*/ 2147483647 h 199"/>
                <a:gd name="T18" fmla="*/ 0 w 268"/>
                <a:gd name="T19" fmla="*/ 2147483647 h 199"/>
                <a:gd name="T20" fmla="*/ 2147483647 w 268"/>
                <a:gd name="T21" fmla="*/ 2147483647 h 199"/>
                <a:gd name="T22" fmla="*/ 2147483647 w 268"/>
                <a:gd name="T23" fmla="*/ 2147483647 h 199"/>
                <a:gd name="T24" fmla="*/ 0 w 268"/>
                <a:gd name="T25" fmla="*/ 2147483647 h 199"/>
                <a:gd name="T26" fmla="*/ 0 w 268"/>
                <a:gd name="T27" fmla="*/ 2147483647 h 199"/>
                <a:gd name="T28" fmla="*/ 2147483647 w 268"/>
                <a:gd name="T29" fmla="*/ 2147483647 h 199"/>
                <a:gd name="T30" fmla="*/ 2147483647 w 268"/>
                <a:gd name="T31" fmla="*/ 2147483647 h 199"/>
                <a:gd name="T32" fmla="*/ 2147483647 w 268"/>
                <a:gd name="T33" fmla="*/ 2147483647 h 199"/>
                <a:gd name="T34" fmla="*/ 2147483647 w 268"/>
                <a:gd name="T35" fmla="*/ 0 h 199"/>
                <a:gd name="T36" fmla="*/ 2147483647 w 268"/>
                <a:gd name="T37" fmla="*/ 0 h 1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68"/>
                <a:gd name="T58" fmla="*/ 0 h 199"/>
                <a:gd name="T59" fmla="*/ 268 w 268"/>
                <a:gd name="T60" fmla="*/ 199 h 1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68" h="199">
                  <a:moveTo>
                    <a:pt x="268" y="0"/>
                  </a:moveTo>
                  <a:lnTo>
                    <a:pt x="268" y="69"/>
                  </a:lnTo>
                  <a:lnTo>
                    <a:pt x="268" y="76"/>
                  </a:lnTo>
                  <a:lnTo>
                    <a:pt x="260" y="76"/>
                  </a:lnTo>
                  <a:lnTo>
                    <a:pt x="0" y="19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8" y="122"/>
                  </a:lnTo>
                  <a:lnTo>
                    <a:pt x="8" y="191"/>
                  </a:lnTo>
                  <a:lnTo>
                    <a:pt x="0" y="191"/>
                  </a:lnTo>
                  <a:lnTo>
                    <a:pt x="260" y="69"/>
                  </a:lnTo>
                  <a:lnTo>
                    <a:pt x="260" y="76"/>
                  </a:lnTo>
                  <a:lnTo>
                    <a:pt x="260" y="69"/>
                  </a:lnTo>
                  <a:lnTo>
                    <a:pt x="260" y="0"/>
                  </a:lnTo>
                  <a:lnTo>
                    <a:pt x="268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4" name="Freeform 294">
              <a:extLst>
                <a:ext uri="{FF2B5EF4-FFF2-40B4-BE49-F238E27FC236}">
                  <a16:creationId xmlns:a16="http://schemas.microsoft.com/office/drawing/2014/main" id="{754958D3-0671-CE61-7894-3B7437AD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206375"/>
            </a:xfrm>
            <a:custGeom>
              <a:avLst/>
              <a:gdLst>
                <a:gd name="T0" fmla="*/ 0 w 268"/>
                <a:gd name="T1" fmla="*/ 2147483647 h 130"/>
                <a:gd name="T2" fmla="*/ 2147483647 w 268"/>
                <a:gd name="T3" fmla="*/ 0 h 130"/>
                <a:gd name="T4" fmla="*/ 2147483647 w 268"/>
                <a:gd name="T5" fmla="*/ 0 h 130"/>
                <a:gd name="T6" fmla="*/ 2147483647 w 268"/>
                <a:gd name="T7" fmla="*/ 0 h 130"/>
                <a:gd name="T8" fmla="*/ 2147483647 w 268"/>
                <a:gd name="T9" fmla="*/ 2147483647 h 130"/>
                <a:gd name="T10" fmla="*/ 0 w 268"/>
                <a:gd name="T11" fmla="*/ 2147483647 h 130"/>
                <a:gd name="T12" fmla="*/ 0 w 268"/>
                <a:gd name="T13" fmla="*/ 21474836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8"/>
                <a:gd name="T22" fmla="*/ 0 h 130"/>
                <a:gd name="T23" fmla="*/ 268 w 268"/>
                <a:gd name="T24" fmla="*/ 130 h 1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8" h="130">
                  <a:moveTo>
                    <a:pt x="0" y="122"/>
                  </a:moveTo>
                  <a:lnTo>
                    <a:pt x="260" y="0"/>
                  </a:lnTo>
                  <a:lnTo>
                    <a:pt x="268" y="0"/>
                  </a:lnTo>
                  <a:lnTo>
                    <a:pt x="260" y="8"/>
                  </a:lnTo>
                  <a:lnTo>
                    <a:pt x="0" y="130"/>
                  </a:lnTo>
                  <a:lnTo>
                    <a:pt x="0" y="12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5" name="Freeform 295">
              <a:extLst>
                <a:ext uri="{FF2B5EF4-FFF2-40B4-BE49-F238E27FC236}">
                  <a16:creationId xmlns:a16="http://schemas.microsoft.com/office/drawing/2014/main" id="{07892445-C6CC-6C0F-E26C-A0C4E8C0B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14388" cy="388938"/>
            </a:xfrm>
            <a:custGeom>
              <a:avLst/>
              <a:gdLst>
                <a:gd name="T0" fmla="*/ 0 w 513"/>
                <a:gd name="T1" fmla="*/ 0 h 245"/>
                <a:gd name="T2" fmla="*/ 2147483647 w 513"/>
                <a:gd name="T3" fmla="*/ 2147483647 h 245"/>
                <a:gd name="T4" fmla="*/ 2147483647 w 513"/>
                <a:gd name="T5" fmla="*/ 2147483647 h 245"/>
                <a:gd name="T6" fmla="*/ 0 w 513"/>
                <a:gd name="T7" fmla="*/ 2147483647 h 245"/>
                <a:gd name="T8" fmla="*/ 0 w 513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3"/>
                <a:gd name="T16" fmla="*/ 0 h 245"/>
                <a:gd name="T17" fmla="*/ 513 w 513"/>
                <a:gd name="T18" fmla="*/ 245 h 2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3" h="245">
                  <a:moveTo>
                    <a:pt x="0" y="0"/>
                  </a:moveTo>
                  <a:lnTo>
                    <a:pt x="513" y="176"/>
                  </a:lnTo>
                  <a:lnTo>
                    <a:pt x="513" y="245"/>
                  </a:lnTo>
                  <a:lnTo>
                    <a:pt x="0" y="62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8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6" name="Freeform 296">
              <a:extLst>
                <a:ext uri="{FF2B5EF4-FFF2-40B4-BE49-F238E27FC236}">
                  <a16:creationId xmlns:a16="http://schemas.microsoft.com/office/drawing/2014/main" id="{12CB6CB4-ABB3-9C57-95D3-85B58E4E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27088" cy="401638"/>
            </a:xfrm>
            <a:custGeom>
              <a:avLst/>
              <a:gdLst>
                <a:gd name="T0" fmla="*/ 0 w 521"/>
                <a:gd name="T1" fmla="*/ 0 h 253"/>
                <a:gd name="T2" fmla="*/ 2147483647 w 521"/>
                <a:gd name="T3" fmla="*/ 2147483647 h 253"/>
                <a:gd name="T4" fmla="*/ 2147483647 w 521"/>
                <a:gd name="T5" fmla="*/ 2147483647 h 253"/>
                <a:gd name="T6" fmla="*/ 2147483647 w 521"/>
                <a:gd name="T7" fmla="*/ 2147483647 h 253"/>
                <a:gd name="T8" fmla="*/ 2147483647 w 521"/>
                <a:gd name="T9" fmla="*/ 2147483647 h 253"/>
                <a:gd name="T10" fmla="*/ 2147483647 w 521"/>
                <a:gd name="T11" fmla="*/ 2147483647 h 253"/>
                <a:gd name="T12" fmla="*/ 2147483647 w 521"/>
                <a:gd name="T13" fmla="*/ 2147483647 h 253"/>
                <a:gd name="T14" fmla="*/ 0 w 521"/>
                <a:gd name="T15" fmla="*/ 2147483647 h 253"/>
                <a:gd name="T16" fmla="*/ 0 w 521"/>
                <a:gd name="T17" fmla="*/ 2147483647 h 253"/>
                <a:gd name="T18" fmla="*/ 0 w 521"/>
                <a:gd name="T19" fmla="*/ 2147483647 h 253"/>
                <a:gd name="T20" fmla="*/ 0 w 521"/>
                <a:gd name="T21" fmla="*/ 2147483647 h 253"/>
                <a:gd name="T22" fmla="*/ 2147483647 w 521"/>
                <a:gd name="T23" fmla="*/ 2147483647 h 253"/>
                <a:gd name="T24" fmla="*/ 2147483647 w 521"/>
                <a:gd name="T25" fmla="*/ 2147483647 h 253"/>
                <a:gd name="T26" fmla="*/ 2147483647 w 521"/>
                <a:gd name="T27" fmla="*/ 2147483647 h 253"/>
                <a:gd name="T28" fmla="*/ 2147483647 w 521"/>
                <a:gd name="T29" fmla="*/ 2147483647 h 253"/>
                <a:gd name="T30" fmla="*/ 2147483647 w 521"/>
                <a:gd name="T31" fmla="*/ 2147483647 h 253"/>
                <a:gd name="T32" fmla="*/ 2147483647 w 521"/>
                <a:gd name="T33" fmla="*/ 2147483647 h 253"/>
                <a:gd name="T34" fmla="*/ 0 w 521"/>
                <a:gd name="T35" fmla="*/ 2147483647 h 253"/>
                <a:gd name="T36" fmla="*/ 0 w 521"/>
                <a:gd name="T37" fmla="*/ 0 h 2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1"/>
                <a:gd name="T58" fmla="*/ 0 h 253"/>
                <a:gd name="T59" fmla="*/ 521 w 521"/>
                <a:gd name="T60" fmla="*/ 253 h 25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1" h="253">
                  <a:moveTo>
                    <a:pt x="0" y="0"/>
                  </a:moveTo>
                  <a:lnTo>
                    <a:pt x="513" y="176"/>
                  </a:lnTo>
                  <a:lnTo>
                    <a:pt x="521" y="176"/>
                  </a:lnTo>
                  <a:lnTo>
                    <a:pt x="521" y="245"/>
                  </a:lnTo>
                  <a:lnTo>
                    <a:pt x="521" y="253"/>
                  </a:lnTo>
                  <a:lnTo>
                    <a:pt x="513" y="253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513" y="245"/>
                  </a:lnTo>
                  <a:lnTo>
                    <a:pt x="513" y="253"/>
                  </a:lnTo>
                  <a:lnTo>
                    <a:pt x="513" y="245"/>
                  </a:lnTo>
                  <a:lnTo>
                    <a:pt x="513" y="176"/>
                  </a:lnTo>
                  <a:lnTo>
                    <a:pt x="521" y="176"/>
                  </a:lnTo>
                  <a:lnTo>
                    <a:pt x="513" y="184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7" name="Freeform 297">
              <a:extLst>
                <a:ext uri="{FF2B5EF4-FFF2-40B4-BE49-F238E27FC236}">
                  <a16:creationId xmlns:a16="http://schemas.microsoft.com/office/drawing/2014/main" id="{98C032BD-13F3-4764-25FE-A88F3C19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12700" cy="98425"/>
            </a:xfrm>
            <a:custGeom>
              <a:avLst/>
              <a:gdLst>
                <a:gd name="T0" fmla="*/ 0 w 8"/>
                <a:gd name="T1" fmla="*/ 2147483647 h 62"/>
                <a:gd name="T2" fmla="*/ 0 w 8"/>
                <a:gd name="T3" fmla="*/ 0 h 62"/>
                <a:gd name="T4" fmla="*/ 0 w 8"/>
                <a:gd name="T5" fmla="*/ 0 h 62"/>
                <a:gd name="T6" fmla="*/ 0 w 8"/>
                <a:gd name="T7" fmla="*/ 0 h 62"/>
                <a:gd name="T8" fmla="*/ 2147483647 w 8"/>
                <a:gd name="T9" fmla="*/ 0 h 62"/>
                <a:gd name="T10" fmla="*/ 2147483647 w 8"/>
                <a:gd name="T11" fmla="*/ 2147483647 h 62"/>
                <a:gd name="T12" fmla="*/ 0 w 8"/>
                <a:gd name="T13" fmla="*/ 214748364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62"/>
                <a:gd name="T23" fmla="*/ 8 w 8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62">
                  <a:moveTo>
                    <a:pt x="0" y="62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62"/>
                  </a:lnTo>
                  <a:lnTo>
                    <a:pt x="0" y="6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8" name="Freeform 298">
              <a:extLst>
                <a:ext uri="{FF2B5EF4-FFF2-40B4-BE49-F238E27FC236}">
                  <a16:creationId xmlns:a16="http://schemas.microsoft.com/office/drawing/2014/main" id="{141D2DFF-CF19-EC96-5704-7EF38A522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498475" cy="182563"/>
            </a:xfrm>
            <a:custGeom>
              <a:avLst/>
              <a:gdLst>
                <a:gd name="T0" fmla="*/ 0 w 314"/>
                <a:gd name="T1" fmla="*/ 2147483647 h 115"/>
                <a:gd name="T2" fmla="*/ 2147483647 w 314"/>
                <a:gd name="T3" fmla="*/ 0 h 115"/>
                <a:gd name="T4" fmla="*/ 2147483647 w 314"/>
                <a:gd name="T5" fmla="*/ 2147483647 h 115"/>
                <a:gd name="T6" fmla="*/ 2147483647 w 314"/>
                <a:gd name="T7" fmla="*/ 2147483647 h 115"/>
                <a:gd name="T8" fmla="*/ 0 w 314"/>
                <a:gd name="T9" fmla="*/ 214748364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15"/>
                <a:gd name="T17" fmla="*/ 314 w 314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15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207" y="115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9" name="Freeform 299">
              <a:extLst>
                <a:ext uri="{FF2B5EF4-FFF2-40B4-BE49-F238E27FC236}">
                  <a16:creationId xmlns:a16="http://schemas.microsoft.com/office/drawing/2014/main" id="{449F3115-EDB1-4D29-ADA1-A852568E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522288" cy="195263"/>
            </a:xfrm>
            <a:custGeom>
              <a:avLst/>
              <a:gdLst>
                <a:gd name="T0" fmla="*/ 0 w 329"/>
                <a:gd name="T1" fmla="*/ 2147483647 h 123"/>
                <a:gd name="T2" fmla="*/ 2147483647 w 329"/>
                <a:gd name="T3" fmla="*/ 0 h 123"/>
                <a:gd name="T4" fmla="*/ 2147483647 w 329"/>
                <a:gd name="T5" fmla="*/ 0 h 123"/>
                <a:gd name="T6" fmla="*/ 2147483647 w 329"/>
                <a:gd name="T7" fmla="*/ 0 h 123"/>
                <a:gd name="T8" fmla="*/ 2147483647 w 329"/>
                <a:gd name="T9" fmla="*/ 2147483647 h 123"/>
                <a:gd name="T10" fmla="*/ 2147483647 w 329"/>
                <a:gd name="T11" fmla="*/ 2147483647 h 123"/>
                <a:gd name="T12" fmla="*/ 2147483647 w 329"/>
                <a:gd name="T13" fmla="*/ 2147483647 h 123"/>
                <a:gd name="T14" fmla="*/ 2147483647 w 329"/>
                <a:gd name="T15" fmla="*/ 2147483647 h 123"/>
                <a:gd name="T16" fmla="*/ 2147483647 w 329"/>
                <a:gd name="T17" fmla="*/ 2147483647 h 123"/>
                <a:gd name="T18" fmla="*/ 2147483647 w 329"/>
                <a:gd name="T19" fmla="*/ 2147483647 h 123"/>
                <a:gd name="T20" fmla="*/ 2147483647 w 329"/>
                <a:gd name="T21" fmla="*/ 2147483647 h 123"/>
                <a:gd name="T22" fmla="*/ 2147483647 w 329"/>
                <a:gd name="T23" fmla="*/ 2147483647 h 123"/>
                <a:gd name="T24" fmla="*/ 2147483647 w 329"/>
                <a:gd name="T25" fmla="*/ 2147483647 h 123"/>
                <a:gd name="T26" fmla="*/ 2147483647 w 329"/>
                <a:gd name="T27" fmla="*/ 2147483647 h 123"/>
                <a:gd name="T28" fmla="*/ 2147483647 w 329"/>
                <a:gd name="T29" fmla="*/ 2147483647 h 123"/>
                <a:gd name="T30" fmla="*/ 2147483647 w 329"/>
                <a:gd name="T31" fmla="*/ 0 h 123"/>
                <a:gd name="T32" fmla="*/ 2147483647 w 329"/>
                <a:gd name="T33" fmla="*/ 2147483647 h 123"/>
                <a:gd name="T34" fmla="*/ 0 w 329"/>
                <a:gd name="T35" fmla="*/ 2147483647 h 123"/>
                <a:gd name="T36" fmla="*/ 0 w 329"/>
                <a:gd name="T37" fmla="*/ 214748364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123"/>
                <a:gd name="T59" fmla="*/ 329 w 329"/>
                <a:gd name="T60" fmla="*/ 123 h 12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123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329" y="62"/>
                  </a:lnTo>
                  <a:lnTo>
                    <a:pt x="314" y="69"/>
                  </a:lnTo>
                  <a:lnTo>
                    <a:pt x="207" y="123"/>
                  </a:lnTo>
                  <a:lnTo>
                    <a:pt x="207" y="115"/>
                  </a:lnTo>
                  <a:lnTo>
                    <a:pt x="314" y="62"/>
                  </a:lnTo>
                  <a:lnTo>
                    <a:pt x="314" y="69"/>
                  </a:lnTo>
                  <a:lnTo>
                    <a:pt x="115" y="8"/>
                  </a:lnTo>
                  <a:lnTo>
                    <a:pt x="115" y="0"/>
                  </a:lnTo>
                  <a:lnTo>
                    <a:pt x="115" y="8"/>
                  </a:lnTo>
                  <a:lnTo>
                    <a:pt x="0" y="46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0" name="Freeform 300">
              <a:extLst>
                <a:ext uri="{FF2B5EF4-FFF2-40B4-BE49-F238E27FC236}">
                  <a16:creationId xmlns:a16="http://schemas.microsoft.com/office/drawing/2014/main" id="{EA2ECD26-36BD-4DBF-8946-48078818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67222"/>
              <a:ext cx="328613" cy="133350"/>
            </a:xfrm>
            <a:custGeom>
              <a:avLst/>
              <a:gdLst>
                <a:gd name="T0" fmla="*/ 2147483647 w 207"/>
                <a:gd name="T1" fmla="*/ 2147483647 h 84"/>
                <a:gd name="T2" fmla="*/ 0 w 207"/>
                <a:gd name="T3" fmla="*/ 2147483647 h 84"/>
                <a:gd name="T4" fmla="*/ 0 w 207"/>
                <a:gd name="T5" fmla="*/ 0 h 84"/>
                <a:gd name="T6" fmla="*/ 0 w 207"/>
                <a:gd name="T7" fmla="*/ 0 h 84"/>
                <a:gd name="T8" fmla="*/ 0 w 207"/>
                <a:gd name="T9" fmla="*/ 0 h 84"/>
                <a:gd name="T10" fmla="*/ 2147483647 w 207"/>
                <a:gd name="T11" fmla="*/ 2147483647 h 84"/>
                <a:gd name="T12" fmla="*/ 2147483647 w 207"/>
                <a:gd name="T13" fmla="*/ 214748364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7"/>
                <a:gd name="T22" fmla="*/ 0 h 84"/>
                <a:gd name="T23" fmla="*/ 207 w 207"/>
                <a:gd name="T24" fmla="*/ 84 h 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7" h="84">
                  <a:moveTo>
                    <a:pt x="207" y="84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07" y="76"/>
                  </a:lnTo>
                  <a:lnTo>
                    <a:pt x="207" y="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1" name="Freeform 301">
              <a:extLst>
                <a:ext uri="{FF2B5EF4-FFF2-40B4-BE49-F238E27FC236}">
                  <a16:creationId xmlns:a16="http://schemas.microsoft.com/office/drawing/2014/main" id="{5AA104D4-CFEE-0CDB-564B-1A25BB1D4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290513" cy="109538"/>
            </a:xfrm>
            <a:custGeom>
              <a:avLst/>
              <a:gdLst>
                <a:gd name="T0" fmla="*/ 0 w 183"/>
                <a:gd name="T1" fmla="*/ 2147483647 h 69"/>
                <a:gd name="T2" fmla="*/ 2147483647 w 183"/>
                <a:gd name="T3" fmla="*/ 0 h 69"/>
                <a:gd name="T4" fmla="*/ 2147483647 w 183"/>
                <a:gd name="T5" fmla="*/ 2147483647 h 69"/>
                <a:gd name="T6" fmla="*/ 2147483647 w 183"/>
                <a:gd name="T7" fmla="*/ 2147483647 h 69"/>
                <a:gd name="T8" fmla="*/ 0 w 183"/>
                <a:gd name="T9" fmla="*/ 214748364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3"/>
                <a:gd name="T16" fmla="*/ 0 h 69"/>
                <a:gd name="T17" fmla="*/ 183 w 183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3" h="69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22" y="69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9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2" name="Freeform 302">
              <a:extLst>
                <a:ext uri="{FF2B5EF4-FFF2-40B4-BE49-F238E27FC236}">
                  <a16:creationId xmlns:a16="http://schemas.microsoft.com/office/drawing/2014/main" id="{A1DA62F3-0A44-E42A-403C-7FC27524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315913" cy="122238"/>
            </a:xfrm>
            <a:custGeom>
              <a:avLst/>
              <a:gdLst>
                <a:gd name="T0" fmla="*/ 0 w 199"/>
                <a:gd name="T1" fmla="*/ 2147483647 h 77"/>
                <a:gd name="T2" fmla="*/ 2147483647 w 199"/>
                <a:gd name="T3" fmla="*/ 0 h 77"/>
                <a:gd name="T4" fmla="*/ 2147483647 w 199"/>
                <a:gd name="T5" fmla="*/ 0 h 77"/>
                <a:gd name="T6" fmla="*/ 2147483647 w 199"/>
                <a:gd name="T7" fmla="*/ 0 h 77"/>
                <a:gd name="T8" fmla="*/ 2147483647 w 199"/>
                <a:gd name="T9" fmla="*/ 2147483647 h 77"/>
                <a:gd name="T10" fmla="*/ 2147483647 w 199"/>
                <a:gd name="T11" fmla="*/ 2147483647 h 77"/>
                <a:gd name="T12" fmla="*/ 2147483647 w 199"/>
                <a:gd name="T13" fmla="*/ 2147483647 h 77"/>
                <a:gd name="T14" fmla="*/ 2147483647 w 199"/>
                <a:gd name="T15" fmla="*/ 2147483647 h 77"/>
                <a:gd name="T16" fmla="*/ 2147483647 w 199"/>
                <a:gd name="T17" fmla="*/ 2147483647 h 77"/>
                <a:gd name="T18" fmla="*/ 2147483647 w 199"/>
                <a:gd name="T19" fmla="*/ 2147483647 h 77"/>
                <a:gd name="T20" fmla="*/ 2147483647 w 199"/>
                <a:gd name="T21" fmla="*/ 2147483647 h 77"/>
                <a:gd name="T22" fmla="*/ 2147483647 w 199"/>
                <a:gd name="T23" fmla="*/ 2147483647 h 77"/>
                <a:gd name="T24" fmla="*/ 2147483647 w 199"/>
                <a:gd name="T25" fmla="*/ 2147483647 h 77"/>
                <a:gd name="T26" fmla="*/ 2147483647 w 199"/>
                <a:gd name="T27" fmla="*/ 2147483647 h 77"/>
                <a:gd name="T28" fmla="*/ 2147483647 w 199"/>
                <a:gd name="T29" fmla="*/ 2147483647 h 77"/>
                <a:gd name="T30" fmla="*/ 2147483647 w 199"/>
                <a:gd name="T31" fmla="*/ 0 h 77"/>
                <a:gd name="T32" fmla="*/ 2147483647 w 199"/>
                <a:gd name="T33" fmla="*/ 2147483647 h 77"/>
                <a:gd name="T34" fmla="*/ 0 w 199"/>
                <a:gd name="T35" fmla="*/ 2147483647 h 77"/>
                <a:gd name="T36" fmla="*/ 0 w 199"/>
                <a:gd name="T37" fmla="*/ 2147483647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"/>
                <a:gd name="T58" fmla="*/ 0 h 77"/>
                <a:gd name="T59" fmla="*/ 199 w 199"/>
                <a:gd name="T60" fmla="*/ 77 h 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" h="77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99" y="39"/>
                  </a:lnTo>
                  <a:lnTo>
                    <a:pt x="183" y="46"/>
                  </a:lnTo>
                  <a:lnTo>
                    <a:pt x="122" y="77"/>
                  </a:lnTo>
                  <a:lnTo>
                    <a:pt x="122" y="69"/>
                  </a:lnTo>
                  <a:lnTo>
                    <a:pt x="183" y="39"/>
                  </a:lnTo>
                  <a:lnTo>
                    <a:pt x="183" y="46"/>
                  </a:lnTo>
                  <a:lnTo>
                    <a:pt x="69" y="8"/>
                  </a:lnTo>
                  <a:lnTo>
                    <a:pt x="69" y="0"/>
                  </a:lnTo>
                  <a:lnTo>
                    <a:pt x="69" y="8"/>
                  </a:lnTo>
                  <a:lnTo>
                    <a:pt x="0" y="31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3" name="Freeform 303">
              <a:extLst>
                <a:ext uri="{FF2B5EF4-FFF2-40B4-BE49-F238E27FC236}">
                  <a16:creationId xmlns:a16="http://schemas.microsoft.com/office/drawing/2014/main" id="{5E20F799-9952-3825-D5A9-913711CF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193675" cy="85725"/>
            </a:xfrm>
            <a:custGeom>
              <a:avLst/>
              <a:gdLst>
                <a:gd name="T0" fmla="*/ 2147483647 w 122"/>
                <a:gd name="T1" fmla="*/ 2147483647 h 54"/>
                <a:gd name="T2" fmla="*/ 0 w 122"/>
                <a:gd name="T3" fmla="*/ 2147483647 h 54"/>
                <a:gd name="T4" fmla="*/ 0 w 122"/>
                <a:gd name="T5" fmla="*/ 0 h 54"/>
                <a:gd name="T6" fmla="*/ 0 w 122"/>
                <a:gd name="T7" fmla="*/ 0 h 54"/>
                <a:gd name="T8" fmla="*/ 0 w 122"/>
                <a:gd name="T9" fmla="*/ 0 h 54"/>
                <a:gd name="T10" fmla="*/ 2147483647 w 122"/>
                <a:gd name="T11" fmla="*/ 2147483647 h 54"/>
                <a:gd name="T12" fmla="*/ 2147483647 w 122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"/>
                <a:gd name="T22" fmla="*/ 0 h 54"/>
                <a:gd name="T23" fmla="*/ 122 w 122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" h="54">
                  <a:moveTo>
                    <a:pt x="122" y="5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122" y="46"/>
                  </a:lnTo>
                  <a:lnTo>
                    <a:pt x="122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4" name="Freeform 304">
              <a:extLst>
                <a:ext uri="{FF2B5EF4-FFF2-40B4-BE49-F238E27FC236}">
                  <a16:creationId xmlns:a16="http://schemas.microsoft.com/office/drawing/2014/main" id="{2F98C227-9D08-B8F7-FB53-C2403EAD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46050" cy="85725"/>
            </a:xfrm>
            <a:custGeom>
              <a:avLst/>
              <a:gdLst>
                <a:gd name="T0" fmla="*/ 2147483647 w 92"/>
                <a:gd name="T1" fmla="*/ 0 h 54"/>
                <a:gd name="T2" fmla="*/ 2147483647 w 92"/>
                <a:gd name="T3" fmla="*/ 2147483647 h 54"/>
                <a:gd name="T4" fmla="*/ 2147483647 w 92"/>
                <a:gd name="T5" fmla="*/ 2147483647 h 54"/>
                <a:gd name="T6" fmla="*/ 0 w 92"/>
                <a:gd name="T7" fmla="*/ 2147483647 h 54"/>
                <a:gd name="T8" fmla="*/ 2147483647 w 9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54"/>
                <a:gd name="T17" fmla="*/ 92 w 92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54">
                  <a:moveTo>
                    <a:pt x="77" y="0"/>
                  </a:moveTo>
                  <a:lnTo>
                    <a:pt x="92" y="8"/>
                  </a:lnTo>
                  <a:lnTo>
                    <a:pt x="31" y="54"/>
                  </a:lnTo>
                  <a:lnTo>
                    <a:pt x="0" y="46"/>
                  </a:lnTo>
                  <a:lnTo>
                    <a:pt x="7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5" name="Freeform 305">
              <a:extLst>
                <a:ext uri="{FF2B5EF4-FFF2-40B4-BE49-F238E27FC236}">
                  <a16:creationId xmlns:a16="http://schemas.microsoft.com/office/drawing/2014/main" id="{05E3E608-9CFA-EC78-30B8-4C1138C93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714847"/>
              <a:ext cx="182563" cy="96838"/>
            </a:xfrm>
            <a:custGeom>
              <a:avLst/>
              <a:gdLst>
                <a:gd name="T0" fmla="*/ 2147483647 w 115"/>
                <a:gd name="T1" fmla="*/ 0 h 61"/>
                <a:gd name="T2" fmla="*/ 2147483647 w 115"/>
                <a:gd name="T3" fmla="*/ 2147483647 h 61"/>
                <a:gd name="T4" fmla="*/ 2147483647 w 115"/>
                <a:gd name="T5" fmla="*/ 2147483647 h 61"/>
                <a:gd name="T6" fmla="*/ 2147483647 w 115"/>
                <a:gd name="T7" fmla="*/ 2147483647 h 61"/>
                <a:gd name="T8" fmla="*/ 2147483647 w 115"/>
                <a:gd name="T9" fmla="*/ 2147483647 h 61"/>
                <a:gd name="T10" fmla="*/ 2147483647 w 115"/>
                <a:gd name="T11" fmla="*/ 2147483647 h 61"/>
                <a:gd name="T12" fmla="*/ 2147483647 w 115"/>
                <a:gd name="T13" fmla="*/ 2147483647 h 61"/>
                <a:gd name="T14" fmla="*/ 2147483647 w 115"/>
                <a:gd name="T15" fmla="*/ 2147483647 h 61"/>
                <a:gd name="T16" fmla="*/ 0 w 115"/>
                <a:gd name="T17" fmla="*/ 2147483647 h 61"/>
                <a:gd name="T18" fmla="*/ 2147483647 w 115"/>
                <a:gd name="T19" fmla="*/ 2147483647 h 61"/>
                <a:gd name="T20" fmla="*/ 2147483647 w 115"/>
                <a:gd name="T21" fmla="*/ 2147483647 h 61"/>
                <a:gd name="T22" fmla="*/ 2147483647 w 115"/>
                <a:gd name="T23" fmla="*/ 2147483647 h 61"/>
                <a:gd name="T24" fmla="*/ 2147483647 w 115"/>
                <a:gd name="T25" fmla="*/ 2147483647 h 61"/>
                <a:gd name="T26" fmla="*/ 2147483647 w 115"/>
                <a:gd name="T27" fmla="*/ 2147483647 h 61"/>
                <a:gd name="T28" fmla="*/ 2147483647 w 115"/>
                <a:gd name="T29" fmla="*/ 2147483647 h 61"/>
                <a:gd name="T30" fmla="*/ 2147483647 w 115"/>
                <a:gd name="T31" fmla="*/ 2147483647 h 61"/>
                <a:gd name="T32" fmla="*/ 2147483647 w 115"/>
                <a:gd name="T33" fmla="*/ 2147483647 h 61"/>
                <a:gd name="T34" fmla="*/ 2147483647 w 115"/>
                <a:gd name="T35" fmla="*/ 2147483647 h 61"/>
                <a:gd name="T36" fmla="*/ 2147483647 w 115"/>
                <a:gd name="T37" fmla="*/ 0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5"/>
                <a:gd name="T58" fmla="*/ 0 h 61"/>
                <a:gd name="T59" fmla="*/ 115 w 115"/>
                <a:gd name="T60" fmla="*/ 61 h 6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5" h="61">
                  <a:moveTo>
                    <a:pt x="92" y="0"/>
                  </a:moveTo>
                  <a:lnTo>
                    <a:pt x="107" y="8"/>
                  </a:lnTo>
                  <a:lnTo>
                    <a:pt x="115" y="16"/>
                  </a:lnTo>
                  <a:lnTo>
                    <a:pt x="54" y="61"/>
                  </a:lnTo>
                  <a:lnTo>
                    <a:pt x="46" y="61"/>
                  </a:lnTo>
                  <a:lnTo>
                    <a:pt x="15" y="54"/>
                  </a:lnTo>
                  <a:lnTo>
                    <a:pt x="0" y="54"/>
                  </a:lnTo>
                  <a:lnTo>
                    <a:pt x="15" y="46"/>
                  </a:lnTo>
                  <a:lnTo>
                    <a:pt x="46" y="54"/>
                  </a:lnTo>
                  <a:lnTo>
                    <a:pt x="46" y="61"/>
                  </a:lnTo>
                  <a:lnTo>
                    <a:pt x="46" y="54"/>
                  </a:lnTo>
                  <a:lnTo>
                    <a:pt x="107" y="8"/>
                  </a:lnTo>
                  <a:lnTo>
                    <a:pt x="115" y="16"/>
                  </a:lnTo>
                  <a:lnTo>
                    <a:pt x="107" y="16"/>
                  </a:lnTo>
                  <a:lnTo>
                    <a:pt x="92" y="8"/>
                  </a:lnTo>
                  <a:lnTo>
                    <a:pt x="92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6" name="Freeform 306">
              <a:extLst>
                <a:ext uri="{FF2B5EF4-FFF2-40B4-BE49-F238E27FC236}">
                  <a16:creationId xmlns:a16="http://schemas.microsoft.com/office/drawing/2014/main" id="{1F6A2482-2761-2C3A-6FAF-ADEF3516F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34938" cy="85725"/>
            </a:xfrm>
            <a:custGeom>
              <a:avLst/>
              <a:gdLst>
                <a:gd name="T0" fmla="*/ 0 w 85"/>
                <a:gd name="T1" fmla="*/ 2147483647 h 54"/>
                <a:gd name="T2" fmla="*/ 2147483647 w 85"/>
                <a:gd name="T3" fmla="*/ 0 h 54"/>
                <a:gd name="T4" fmla="*/ 2147483647 w 85"/>
                <a:gd name="T5" fmla="*/ 0 h 54"/>
                <a:gd name="T6" fmla="*/ 2147483647 w 85"/>
                <a:gd name="T7" fmla="*/ 0 h 54"/>
                <a:gd name="T8" fmla="*/ 2147483647 w 85"/>
                <a:gd name="T9" fmla="*/ 2147483647 h 54"/>
                <a:gd name="T10" fmla="*/ 2147483647 w 85"/>
                <a:gd name="T11" fmla="*/ 2147483647 h 54"/>
                <a:gd name="T12" fmla="*/ 0 w 85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54"/>
                <a:gd name="T23" fmla="*/ 85 w 85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54">
                  <a:moveTo>
                    <a:pt x="0" y="46"/>
                  </a:moveTo>
                  <a:lnTo>
                    <a:pt x="77" y="0"/>
                  </a:lnTo>
                  <a:lnTo>
                    <a:pt x="85" y="8"/>
                  </a:lnTo>
                  <a:lnTo>
                    <a:pt x="8" y="54"/>
                  </a:lnTo>
                  <a:lnTo>
                    <a:pt x="0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7" name="Freeform 307">
              <a:extLst>
                <a:ext uri="{FF2B5EF4-FFF2-40B4-BE49-F238E27FC236}">
                  <a16:creationId xmlns:a16="http://schemas.microsoft.com/office/drawing/2014/main" id="{88D6698C-6EF3-0223-D0F5-C00A59699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401638" cy="36513"/>
            </a:xfrm>
            <a:custGeom>
              <a:avLst/>
              <a:gdLst>
                <a:gd name="T0" fmla="*/ 2147483647 w 253"/>
                <a:gd name="T1" fmla="*/ 2147483647 h 23"/>
                <a:gd name="T2" fmla="*/ 0 w 253"/>
                <a:gd name="T3" fmla="*/ 0 h 23"/>
                <a:gd name="T4" fmla="*/ 2147483647 w 253"/>
                <a:gd name="T5" fmla="*/ 2147483647 h 23"/>
                <a:gd name="T6" fmla="*/ 2147483647 w 253"/>
                <a:gd name="T7" fmla="*/ 2147483647 h 23"/>
                <a:gd name="T8" fmla="*/ 2147483647 w 253"/>
                <a:gd name="T9" fmla="*/ 2147483647 h 23"/>
                <a:gd name="T10" fmla="*/ 2147483647 w 253"/>
                <a:gd name="T11" fmla="*/ 214748364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"/>
                <a:gd name="T19" fmla="*/ 0 h 23"/>
                <a:gd name="T20" fmla="*/ 253 w 253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" h="23">
                  <a:moveTo>
                    <a:pt x="237" y="15"/>
                  </a:moveTo>
                  <a:lnTo>
                    <a:pt x="0" y="0"/>
                  </a:lnTo>
                  <a:lnTo>
                    <a:pt x="54" y="23"/>
                  </a:lnTo>
                  <a:lnTo>
                    <a:pt x="253" y="23"/>
                  </a:lnTo>
                  <a:lnTo>
                    <a:pt x="230" y="8"/>
                  </a:lnTo>
                  <a:lnTo>
                    <a:pt x="237" y="15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8" name="Freeform 308">
              <a:extLst>
                <a:ext uri="{FF2B5EF4-FFF2-40B4-BE49-F238E27FC236}">
                  <a16:creationId xmlns:a16="http://schemas.microsoft.com/office/drawing/2014/main" id="{5E6E3B46-D071-4E9B-616A-265FBF6F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376238" cy="49213"/>
            </a:xfrm>
            <a:custGeom>
              <a:avLst/>
              <a:gdLst>
                <a:gd name="T0" fmla="*/ 2147483647 w 237"/>
                <a:gd name="T1" fmla="*/ 2147483647 h 31"/>
                <a:gd name="T2" fmla="*/ 0 w 237"/>
                <a:gd name="T3" fmla="*/ 2147483647 h 31"/>
                <a:gd name="T4" fmla="*/ 0 w 237"/>
                <a:gd name="T5" fmla="*/ 0 h 31"/>
                <a:gd name="T6" fmla="*/ 0 w 237"/>
                <a:gd name="T7" fmla="*/ 0 h 31"/>
                <a:gd name="T8" fmla="*/ 2147483647 w 237"/>
                <a:gd name="T9" fmla="*/ 2147483647 h 31"/>
                <a:gd name="T10" fmla="*/ 2147483647 w 237"/>
                <a:gd name="T11" fmla="*/ 2147483647 h 31"/>
                <a:gd name="T12" fmla="*/ 2147483647 w 237"/>
                <a:gd name="T13" fmla="*/ 2147483647 h 31"/>
                <a:gd name="T14" fmla="*/ 2147483647 w 237"/>
                <a:gd name="T15" fmla="*/ 2147483647 h 31"/>
                <a:gd name="T16" fmla="*/ 0 w 237"/>
                <a:gd name="T17" fmla="*/ 2147483647 h 31"/>
                <a:gd name="T18" fmla="*/ 0 w 237"/>
                <a:gd name="T19" fmla="*/ 2147483647 h 31"/>
                <a:gd name="T20" fmla="*/ 0 w 237"/>
                <a:gd name="T21" fmla="*/ 0 h 31"/>
                <a:gd name="T22" fmla="*/ 2147483647 w 237"/>
                <a:gd name="T23" fmla="*/ 2147483647 h 31"/>
                <a:gd name="T24" fmla="*/ 2147483647 w 237"/>
                <a:gd name="T25" fmla="*/ 214748364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7"/>
                <a:gd name="T40" fmla="*/ 0 h 31"/>
                <a:gd name="T41" fmla="*/ 237 w 237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7" h="31">
                  <a:moveTo>
                    <a:pt x="237" y="23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4" y="23"/>
                  </a:lnTo>
                  <a:lnTo>
                    <a:pt x="54" y="31"/>
                  </a:lnTo>
                  <a:lnTo>
                    <a:pt x="0" y="8"/>
                  </a:lnTo>
                  <a:lnTo>
                    <a:pt x="0" y="0"/>
                  </a:lnTo>
                  <a:lnTo>
                    <a:pt x="237" y="15"/>
                  </a:lnTo>
                  <a:lnTo>
                    <a:pt x="237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9" name="Freeform 309">
              <a:extLst>
                <a:ext uri="{FF2B5EF4-FFF2-40B4-BE49-F238E27FC236}">
                  <a16:creationId xmlns:a16="http://schemas.microsoft.com/office/drawing/2014/main" id="{9741F485-B5D7-6BC3-DAF3-863A68E0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850" y="1691034"/>
              <a:ext cx="352425" cy="12700"/>
            </a:xfrm>
            <a:custGeom>
              <a:avLst/>
              <a:gdLst>
                <a:gd name="T0" fmla="*/ 0 w 222"/>
                <a:gd name="T1" fmla="*/ 0 h 8"/>
                <a:gd name="T2" fmla="*/ 2147483647 w 222"/>
                <a:gd name="T3" fmla="*/ 0 h 8"/>
                <a:gd name="T4" fmla="*/ 2147483647 w 222"/>
                <a:gd name="T5" fmla="*/ 0 h 8"/>
                <a:gd name="T6" fmla="*/ 2147483647 w 222"/>
                <a:gd name="T7" fmla="*/ 2147483647 h 8"/>
                <a:gd name="T8" fmla="*/ 2147483647 w 222"/>
                <a:gd name="T9" fmla="*/ 2147483647 h 8"/>
                <a:gd name="T10" fmla="*/ 0 w 222"/>
                <a:gd name="T11" fmla="*/ 2147483647 h 8"/>
                <a:gd name="T12" fmla="*/ 0 w 22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2"/>
                <a:gd name="T22" fmla="*/ 0 h 8"/>
                <a:gd name="T23" fmla="*/ 222 w 222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2" h="8">
                  <a:moveTo>
                    <a:pt x="0" y="0"/>
                  </a:moveTo>
                  <a:lnTo>
                    <a:pt x="199" y="0"/>
                  </a:lnTo>
                  <a:lnTo>
                    <a:pt x="206" y="0"/>
                  </a:lnTo>
                  <a:lnTo>
                    <a:pt x="222" y="8"/>
                  </a:lnTo>
                  <a:lnTo>
                    <a:pt x="199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0" name="Freeform 310">
              <a:extLst>
                <a:ext uri="{FF2B5EF4-FFF2-40B4-BE49-F238E27FC236}">
                  <a16:creationId xmlns:a16="http://schemas.microsoft.com/office/drawing/2014/main" id="{61DA4BDC-BD44-41F9-F3ED-A006587C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11113" cy="11113"/>
            </a:xfrm>
            <a:custGeom>
              <a:avLst/>
              <a:gdLst>
                <a:gd name="T0" fmla="*/ 0 w 7"/>
                <a:gd name="T1" fmla="*/ 2147483647 h 7"/>
                <a:gd name="T2" fmla="*/ 0 w 7"/>
                <a:gd name="T3" fmla="*/ 2147483647 h 7"/>
                <a:gd name="T4" fmla="*/ 2147483647 w 7"/>
                <a:gd name="T5" fmla="*/ 0 h 7"/>
                <a:gd name="T6" fmla="*/ 2147483647 w 7"/>
                <a:gd name="T7" fmla="*/ 0 h 7"/>
                <a:gd name="T8" fmla="*/ 0 w 7"/>
                <a:gd name="T9" fmla="*/ 214748364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0" y="7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1" name="Freeform 311">
              <a:extLst>
                <a:ext uri="{FF2B5EF4-FFF2-40B4-BE49-F238E27FC236}">
                  <a16:creationId xmlns:a16="http://schemas.microsoft.com/office/drawing/2014/main" id="{8891EE38-56AF-3120-4992-D6AE9192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47625" cy="36513"/>
            </a:xfrm>
            <a:custGeom>
              <a:avLst/>
              <a:gdLst>
                <a:gd name="T0" fmla="*/ 2147483647 w 30"/>
                <a:gd name="T1" fmla="*/ 2147483647 h 23"/>
                <a:gd name="T2" fmla="*/ 2147483647 w 30"/>
                <a:gd name="T3" fmla="*/ 2147483647 h 23"/>
                <a:gd name="T4" fmla="*/ 2147483647 w 30"/>
                <a:gd name="T5" fmla="*/ 0 h 23"/>
                <a:gd name="T6" fmla="*/ 0 w 30"/>
                <a:gd name="T7" fmla="*/ 2147483647 h 23"/>
                <a:gd name="T8" fmla="*/ 2147483647 w 30"/>
                <a:gd name="T9" fmla="*/ 214748364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3" y="23"/>
                  </a:moveTo>
                  <a:lnTo>
                    <a:pt x="30" y="15"/>
                  </a:lnTo>
                  <a:lnTo>
                    <a:pt x="7" y="0"/>
                  </a:lnTo>
                  <a:lnTo>
                    <a:pt x="0" y="7"/>
                  </a:lnTo>
                  <a:lnTo>
                    <a:pt x="23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2" name="Freeform 312">
              <a:extLst>
                <a:ext uri="{FF2B5EF4-FFF2-40B4-BE49-F238E27FC236}">
                  <a16:creationId xmlns:a16="http://schemas.microsoft.com/office/drawing/2014/main" id="{C9869E95-D9AD-B81A-D39E-2C55DA82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09538" cy="146050"/>
            </a:xfrm>
            <a:custGeom>
              <a:avLst/>
              <a:gdLst>
                <a:gd name="T0" fmla="*/ 2147483647 w 69"/>
                <a:gd name="T1" fmla="*/ 0 h 92"/>
                <a:gd name="T2" fmla="*/ 2147483647 w 69"/>
                <a:gd name="T3" fmla="*/ 2147483647 h 92"/>
                <a:gd name="T4" fmla="*/ 2147483647 w 69"/>
                <a:gd name="T5" fmla="*/ 2147483647 h 92"/>
                <a:gd name="T6" fmla="*/ 0 w 69"/>
                <a:gd name="T7" fmla="*/ 0 h 92"/>
                <a:gd name="T8" fmla="*/ 2147483647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92"/>
                <a:gd name="T17" fmla="*/ 69 w 69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92">
                  <a:moveTo>
                    <a:pt x="7" y="0"/>
                  </a:moveTo>
                  <a:lnTo>
                    <a:pt x="69" y="92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3" name="Freeform 313">
              <a:extLst>
                <a:ext uri="{FF2B5EF4-FFF2-40B4-BE49-F238E27FC236}">
                  <a16:creationId xmlns:a16="http://schemas.microsoft.com/office/drawing/2014/main" id="{9FCFF6E1-D018-03FF-B955-E70C1FD34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20650" cy="158750"/>
            </a:xfrm>
            <a:custGeom>
              <a:avLst/>
              <a:gdLst>
                <a:gd name="T0" fmla="*/ 2147483647 w 76"/>
                <a:gd name="T1" fmla="*/ 0 h 100"/>
                <a:gd name="T2" fmla="*/ 2147483647 w 76"/>
                <a:gd name="T3" fmla="*/ 2147483647 h 100"/>
                <a:gd name="T4" fmla="*/ 2147483647 w 76"/>
                <a:gd name="T5" fmla="*/ 2147483647 h 100"/>
                <a:gd name="T6" fmla="*/ 2147483647 w 76"/>
                <a:gd name="T7" fmla="*/ 2147483647 h 100"/>
                <a:gd name="T8" fmla="*/ 2147483647 w 76"/>
                <a:gd name="T9" fmla="*/ 2147483647 h 100"/>
                <a:gd name="T10" fmla="*/ 2147483647 w 76"/>
                <a:gd name="T11" fmla="*/ 2147483647 h 100"/>
                <a:gd name="T12" fmla="*/ 2147483647 w 76"/>
                <a:gd name="T13" fmla="*/ 2147483647 h 100"/>
                <a:gd name="T14" fmla="*/ 0 w 76"/>
                <a:gd name="T15" fmla="*/ 0 h 100"/>
                <a:gd name="T16" fmla="*/ 0 w 76"/>
                <a:gd name="T17" fmla="*/ 0 h 100"/>
                <a:gd name="T18" fmla="*/ 0 w 76"/>
                <a:gd name="T19" fmla="*/ 0 h 100"/>
                <a:gd name="T20" fmla="*/ 2147483647 w 76"/>
                <a:gd name="T21" fmla="*/ 0 h 100"/>
                <a:gd name="T22" fmla="*/ 2147483647 w 76"/>
                <a:gd name="T23" fmla="*/ 2147483647 h 100"/>
                <a:gd name="T24" fmla="*/ 2147483647 w 76"/>
                <a:gd name="T25" fmla="*/ 2147483647 h 100"/>
                <a:gd name="T26" fmla="*/ 2147483647 w 76"/>
                <a:gd name="T27" fmla="*/ 2147483647 h 100"/>
                <a:gd name="T28" fmla="*/ 2147483647 w 76"/>
                <a:gd name="T29" fmla="*/ 2147483647 h 100"/>
                <a:gd name="T30" fmla="*/ 2147483647 w 76"/>
                <a:gd name="T31" fmla="*/ 2147483647 h 100"/>
                <a:gd name="T32" fmla="*/ 2147483647 w 76"/>
                <a:gd name="T33" fmla="*/ 2147483647 h 100"/>
                <a:gd name="T34" fmla="*/ 2147483647 w 76"/>
                <a:gd name="T35" fmla="*/ 2147483647 h 100"/>
                <a:gd name="T36" fmla="*/ 2147483647 w 76"/>
                <a:gd name="T37" fmla="*/ 0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"/>
                <a:gd name="T58" fmla="*/ 0 h 100"/>
                <a:gd name="T59" fmla="*/ 76 w 76"/>
                <a:gd name="T60" fmla="*/ 100 h 10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" h="100">
                  <a:moveTo>
                    <a:pt x="15" y="0"/>
                  </a:moveTo>
                  <a:lnTo>
                    <a:pt x="76" y="92"/>
                  </a:lnTo>
                  <a:lnTo>
                    <a:pt x="69" y="100"/>
                  </a:lnTo>
                  <a:lnTo>
                    <a:pt x="38" y="85"/>
                  </a:lnTo>
                  <a:lnTo>
                    <a:pt x="46" y="85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lnTo>
                    <a:pt x="46" y="77"/>
                  </a:lnTo>
                  <a:lnTo>
                    <a:pt x="38" y="77"/>
                  </a:lnTo>
                  <a:lnTo>
                    <a:pt x="69" y="92"/>
                  </a:lnTo>
                  <a:lnTo>
                    <a:pt x="69" y="100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4" name="Freeform 314">
              <a:extLst>
                <a:ext uri="{FF2B5EF4-FFF2-40B4-BE49-F238E27FC236}">
                  <a16:creationId xmlns:a16="http://schemas.microsoft.com/office/drawing/2014/main" id="{E66FD810-4EC3-1D95-6098-00EB0DC4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2147483647 w 15"/>
                <a:gd name="T3" fmla="*/ 0 h 8"/>
                <a:gd name="T4" fmla="*/ 2147483647 w 15"/>
                <a:gd name="T5" fmla="*/ 0 h 8"/>
                <a:gd name="T6" fmla="*/ 2147483647 w 15"/>
                <a:gd name="T7" fmla="*/ 0 h 8"/>
                <a:gd name="T8" fmla="*/ 2147483647 w 15"/>
                <a:gd name="T9" fmla="*/ 2147483647 h 8"/>
                <a:gd name="T10" fmla="*/ 0 w 15"/>
                <a:gd name="T11" fmla="*/ 2147483647 h 8"/>
                <a:gd name="T12" fmla="*/ 0 w 1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8"/>
                <a:gd name="T23" fmla="*/ 15 w 15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5" y="0"/>
                  </a:lnTo>
                  <a:lnTo>
                    <a:pt x="7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5" name="Freeform 315">
              <a:extLst>
                <a:ext uri="{FF2B5EF4-FFF2-40B4-BE49-F238E27FC236}">
                  <a16:creationId xmlns:a16="http://schemas.microsoft.com/office/drawing/2014/main" id="{61C1BA56-2A5E-0F6A-F9A7-FA2649EE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23813" cy="25400"/>
            </a:xfrm>
            <a:custGeom>
              <a:avLst/>
              <a:gdLst>
                <a:gd name="T0" fmla="*/ 0 w 15"/>
                <a:gd name="T1" fmla="*/ 2147483647 h 16"/>
                <a:gd name="T2" fmla="*/ 0 w 15"/>
                <a:gd name="T3" fmla="*/ 2147483647 h 16"/>
                <a:gd name="T4" fmla="*/ 2147483647 w 15"/>
                <a:gd name="T5" fmla="*/ 2147483647 h 16"/>
                <a:gd name="T6" fmla="*/ 2147483647 w 15"/>
                <a:gd name="T7" fmla="*/ 0 h 16"/>
                <a:gd name="T8" fmla="*/ 0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0" y="8"/>
                  </a:moveTo>
                  <a:lnTo>
                    <a:pt x="0" y="16"/>
                  </a:lnTo>
                  <a:lnTo>
                    <a:pt x="15" y="8"/>
                  </a:lnTo>
                  <a:lnTo>
                    <a:pt x="15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6" name="Freeform 316">
              <a:extLst>
                <a:ext uri="{FF2B5EF4-FFF2-40B4-BE49-F238E27FC236}">
                  <a16:creationId xmlns:a16="http://schemas.microsoft.com/office/drawing/2014/main" id="{72C77C0D-0032-CACE-E4AF-31E3133E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1618009"/>
              <a:ext cx="73025" cy="73025"/>
            </a:xfrm>
            <a:custGeom>
              <a:avLst/>
              <a:gdLst>
                <a:gd name="T0" fmla="*/ 2147483647 w 46"/>
                <a:gd name="T1" fmla="*/ 2147483647 h 46"/>
                <a:gd name="T2" fmla="*/ 2147483647 w 46"/>
                <a:gd name="T3" fmla="*/ 2147483647 h 46"/>
                <a:gd name="T4" fmla="*/ 2147483647 w 46"/>
                <a:gd name="T5" fmla="*/ 2147483647 h 46"/>
                <a:gd name="T6" fmla="*/ 2147483647 w 46"/>
                <a:gd name="T7" fmla="*/ 2147483647 h 46"/>
                <a:gd name="T8" fmla="*/ 0 w 46"/>
                <a:gd name="T9" fmla="*/ 2147483647 h 46"/>
                <a:gd name="T10" fmla="*/ 2147483647 w 46"/>
                <a:gd name="T11" fmla="*/ 2147483647 h 46"/>
                <a:gd name="T12" fmla="*/ 0 w 46"/>
                <a:gd name="T13" fmla="*/ 0 h 46"/>
                <a:gd name="T14" fmla="*/ 0 w 46"/>
                <a:gd name="T15" fmla="*/ 0 h 46"/>
                <a:gd name="T16" fmla="*/ 2147483647 w 46"/>
                <a:gd name="T17" fmla="*/ 2147483647 h 46"/>
                <a:gd name="T18" fmla="*/ 2147483647 w 46"/>
                <a:gd name="T19" fmla="*/ 2147483647 h 46"/>
                <a:gd name="T20" fmla="*/ 2147483647 w 46"/>
                <a:gd name="T21" fmla="*/ 2147483647 h 46"/>
                <a:gd name="T22" fmla="*/ 2147483647 w 46"/>
                <a:gd name="T23" fmla="*/ 2147483647 h 46"/>
                <a:gd name="T24" fmla="*/ 2147483647 w 46"/>
                <a:gd name="T25" fmla="*/ 2147483647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6"/>
                <a:gd name="T41" fmla="*/ 46 w 46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6">
                  <a:moveTo>
                    <a:pt x="31" y="46"/>
                  </a:moveTo>
                  <a:lnTo>
                    <a:pt x="23" y="23"/>
                  </a:lnTo>
                  <a:lnTo>
                    <a:pt x="31" y="23"/>
                  </a:lnTo>
                  <a:lnTo>
                    <a:pt x="0" y="15"/>
                  </a:lnTo>
                  <a:lnTo>
                    <a:pt x="8" y="15"/>
                  </a:lnTo>
                  <a:lnTo>
                    <a:pt x="0" y="0"/>
                  </a:lnTo>
                  <a:lnTo>
                    <a:pt x="31" y="8"/>
                  </a:lnTo>
                  <a:lnTo>
                    <a:pt x="38" y="15"/>
                  </a:lnTo>
                  <a:lnTo>
                    <a:pt x="46" y="38"/>
                  </a:lnTo>
                  <a:lnTo>
                    <a:pt x="31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7" name="Freeform 317">
              <a:extLst>
                <a:ext uri="{FF2B5EF4-FFF2-40B4-BE49-F238E27FC236}">
                  <a16:creationId xmlns:a16="http://schemas.microsoft.com/office/drawing/2014/main" id="{73D48F2F-2A30-A088-CF8C-5EECA33A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618009"/>
              <a:ext cx="61913" cy="36513"/>
            </a:xfrm>
            <a:custGeom>
              <a:avLst/>
              <a:gdLst>
                <a:gd name="T0" fmla="*/ 2147483647 w 39"/>
                <a:gd name="T1" fmla="*/ 2147483647 h 23"/>
                <a:gd name="T2" fmla="*/ 2147483647 w 39"/>
                <a:gd name="T3" fmla="*/ 2147483647 h 23"/>
                <a:gd name="T4" fmla="*/ 2147483647 w 39"/>
                <a:gd name="T5" fmla="*/ 2147483647 h 23"/>
                <a:gd name="T6" fmla="*/ 0 w 39"/>
                <a:gd name="T7" fmla="*/ 2147483647 h 23"/>
                <a:gd name="T8" fmla="*/ 2147483647 w 39"/>
                <a:gd name="T9" fmla="*/ 2147483647 h 23"/>
                <a:gd name="T10" fmla="*/ 2147483647 w 39"/>
                <a:gd name="T11" fmla="*/ 0 h 23"/>
                <a:gd name="T12" fmla="*/ 2147483647 w 39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"/>
                <a:gd name="T22" fmla="*/ 0 h 23"/>
                <a:gd name="T23" fmla="*/ 39 w 39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" h="23">
                  <a:moveTo>
                    <a:pt x="39" y="15"/>
                  </a:moveTo>
                  <a:lnTo>
                    <a:pt x="16" y="23"/>
                  </a:lnTo>
                  <a:lnTo>
                    <a:pt x="16" y="15"/>
                  </a:lnTo>
                  <a:lnTo>
                    <a:pt x="0" y="15"/>
                  </a:lnTo>
                  <a:lnTo>
                    <a:pt x="8" y="8"/>
                  </a:lnTo>
                  <a:lnTo>
                    <a:pt x="31" y="0"/>
                  </a:lnTo>
                  <a:lnTo>
                    <a:pt x="39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8" name="Rectangle 318">
              <a:extLst>
                <a:ext uri="{FF2B5EF4-FFF2-40B4-BE49-F238E27FC236}">
                  <a16:creationId xmlns:a16="http://schemas.microsoft.com/office/drawing/2014/main" id="{F053A2CD-2810-72FE-3C0D-134EE361E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1691034"/>
              <a:ext cx="238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19" name="Freeform 319">
              <a:extLst>
                <a:ext uri="{FF2B5EF4-FFF2-40B4-BE49-F238E27FC236}">
                  <a16:creationId xmlns:a16="http://schemas.microsoft.com/office/drawing/2014/main" id="{EBFDC712-2E96-C13A-4041-4B68DEC2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41822"/>
              <a:ext cx="36513" cy="49213"/>
            </a:xfrm>
            <a:custGeom>
              <a:avLst/>
              <a:gdLst>
                <a:gd name="T0" fmla="*/ 2147483647 w 23"/>
                <a:gd name="T1" fmla="*/ 0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0"/>
                  </a:moveTo>
                  <a:lnTo>
                    <a:pt x="7" y="0"/>
                  </a:lnTo>
                  <a:lnTo>
                    <a:pt x="0" y="31"/>
                  </a:lnTo>
                  <a:lnTo>
                    <a:pt x="15" y="31"/>
                  </a:lnTo>
                  <a:lnTo>
                    <a:pt x="23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0" name="Freeform 320">
              <a:extLst>
                <a:ext uri="{FF2B5EF4-FFF2-40B4-BE49-F238E27FC236}">
                  <a16:creationId xmlns:a16="http://schemas.microsoft.com/office/drawing/2014/main" id="{CCEF394A-539B-B81E-495B-C266838D6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1714847"/>
              <a:ext cx="23813" cy="25400"/>
            </a:xfrm>
            <a:custGeom>
              <a:avLst/>
              <a:gdLst>
                <a:gd name="T0" fmla="*/ 2147483647 w 15"/>
                <a:gd name="T1" fmla="*/ 0 h 16"/>
                <a:gd name="T2" fmla="*/ 2147483647 w 15"/>
                <a:gd name="T3" fmla="*/ 0 h 16"/>
                <a:gd name="T4" fmla="*/ 0 w 15"/>
                <a:gd name="T5" fmla="*/ 2147483647 h 16"/>
                <a:gd name="T6" fmla="*/ 2147483647 w 15"/>
                <a:gd name="T7" fmla="*/ 2147483647 h 16"/>
                <a:gd name="T8" fmla="*/ 2147483647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0"/>
                  </a:moveTo>
                  <a:lnTo>
                    <a:pt x="8" y="0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1" name="Freeform 321">
              <a:extLst>
                <a:ext uri="{FF2B5EF4-FFF2-40B4-BE49-F238E27FC236}">
                  <a16:creationId xmlns:a16="http://schemas.microsoft.com/office/drawing/2014/main" id="{C7003D2A-AF6B-D87B-98BF-424E2DA4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14847"/>
              <a:ext cx="47625" cy="36513"/>
            </a:xfrm>
            <a:custGeom>
              <a:avLst/>
              <a:gdLst>
                <a:gd name="T0" fmla="*/ 2147483647 w 30"/>
                <a:gd name="T1" fmla="*/ 0 h 23"/>
                <a:gd name="T2" fmla="*/ 0 w 30"/>
                <a:gd name="T3" fmla="*/ 2147483647 h 23"/>
                <a:gd name="T4" fmla="*/ 2147483647 w 30"/>
                <a:gd name="T5" fmla="*/ 2147483647 h 23"/>
                <a:gd name="T6" fmla="*/ 2147483647 w 30"/>
                <a:gd name="T7" fmla="*/ 2147483647 h 23"/>
                <a:gd name="T8" fmla="*/ 2147483647 w 30"/>
                <a:gd name="T9" fmla="*/ 2147483647 h 23"/>
                <a:gd name="T10" fmla="*/ 2147483647 w 30"/>
                <a:gd name="T11" fmla="*/ 2147483647 h 23"/>
                <a:gd name="T12" fmla="*/ 2147483647 w 3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23"/>
                <a:gd name="T23" fmla="*/ 30 w 30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23">
                  <a:moveTo>
                    <a:pt x="7" y="0"/>
                  </a:moveTo>
                  <a:lnTo>
                    <a:pt x="0" y="16"/>
                  </a:lnTo>
                  <a:lnTo>
                    <a:pt x="15" y="23"/>
                  </a:lnTo>
                  <a:lnTo>
                    <a:pt x="23" y="23"/>
                  </a:lnTo>
                  <a:lnTo>
                    <a:pt x="30" y="8"/>
                  </a:lnTo>
                  <a:lnTo>
                    <a:pt x="23" y="8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2" name="Freeform 322">
              <a:extLst>
                <a:ext uri="{FF2B5EF4-FFF2-40B4-BE49-F238E27FC236}">
                  <a16:creationId xmlns:a16="http://schemas.microsoft.com/office/drawing/2014/main" id="{0097DE81-54C3-A0B4-9B68-DCFF6D36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0 w 15"/>
                <a:gd name="T5" fmla="*/ 2147483647 h 16"/>
                <a:gd name="T6" fmla="*/ 0 w 15"/>
                <a:gd name="T7" fmla="*/ 0 h 16"/>
                <a:gd name="T8" fmla="*/ 2147483647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8"/>
                  </a:moveTo>
                  <a:lnTo>
                    <a:pt x="15" y="16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3" name="Freeform 323">
              <a:extLst>
                <a:ext uri="{FF2B5EF4-FFF2-40B4-BE49-F238E27FC236}">
                  <a16:creationId xmlns:a16="http://schemas.microsoft.com/office/drawing/2014/main" id="{73B9DA19-6D73-F12C-21B2-17FBDAED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40247"/>
              <a:ext cx="36513" cy="47625"/>
            </a:xfrm>
            <a:custGeom>
              <a:avLst/>
              <a:gdLst>
                <a:gd name="T0" fmla="*/ 2147483647 w 23"/>
                <a:gd name="T1" fmla="*/ 2147483647 h 30"/>
                <a:gd name="T2" fmla="*/ 2147483647 w 23"/>
                <a:gd name="T3" fmla="*/ 0 h 30"/>
                <a:gd name="T4" fmla="*/ 0 w 23"/>
                <a:gd name="T5" fmla="*/ 2147483647 h 30"/>
                <a:gd name="T6" fmla="*/ 2147483647 w 23"/>
                <a:gd name="T7" fmla="*/ 2147483647 h 30"/>
                <a:gd name="T8" fmla="*/ 2147483647 w 23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0"/>
                <a:gd name="T17" fmla="*/ 23 w 2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0">
                  <a:moveTo>
                    <a:pt x="23" y="7"/>
                  </a:moveTo>
                  <a:lnTo>
                    <a:pt x="7" y="0"/>
                  </a:lnTo>
                  <a:lnTo>
                    <a:pt x="0" y="22"/>
                  </a:lnTo>
                  <a:lnTo>
                    <a:pt x="15" y="30"/>
                  </a:lnTo>
                  <a:lnTo>
                    <a:pt x="23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4" name="Freeform 324">
              <a:extLst>
                <a:ext uri="{FF2B5EF4-FFF2-40B4-BE49-F238E27FC236}">
                  <a16:creationId xmlns:a16="http://schemas.microsoft.com/office/drawing/2014/main" id="{48780CDE-3551-E37E-BD51-09690A65E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5" y="1691034"/>
              <a:ext cx="25400" cy="23813"/>
            </a:xfrm>
            <a:custGeom>
              <a:avLst/>
              <a:gdLst>
                <a:gd name="T0" fmla="*/ 0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0 h 15"/>
                <a:gd name="T6" fmla="*/ 2147483647 w 16"/>
                <a:gd name="T7" fmla="*/ 0 h 15"/>
                <a:gd name="T8" fmla="*/ 0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0" y="15"/>
                  </a:moveTo>
                  <a:lnTo>
                    <a:pt x="8" y="15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5" name="Freeform 325">
              <a:extLst>
                <a:ext uri="{FF2B5EF4-FFF2-40B4-BE49-F238E27FC236}">
                  <a16:creationId xmlns:a16="http://schemas.microsoft.com/office/drawing/2014/main" id="{358653DC-52CE-1658-935F-8E2798CB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300" y="1678334"/>
              <a:ext cx="60325" cy="36513"/>
            </a:xfrm>
            <a:custGeom>
              <a:avLst/>
              <a:gdLst>
                <a:gd name="T0" fmla="*/ 2147483647 w 38"/>
                <a:gd name="T1" fmla="*/ 2147483647 h 23"/>
                <a:gd name="T2" fmla="*/ 2147483647 w 38"/>
                <a:gd name="T3" fmla="*/ 2147483647 h 23"/>
                <a:gd name="T4" fmla="*/ 2147483647 w 38"/>
                <a:gd name="T5" fmla="*/ 0 h 23"/>
                <a:gd name="T6" fmla="*/ 0 w 38"/>
                <a:gd name="T7" fmla="*/ 0 h 23"/>
                <a:gd name="T8" fmla="*/ 0 w 38"/>
                <a:gd name="T9" fmla="*/ 2147483647 h 23"/>
                <a:gd name="T10" fmla="*/ 2147483647 w 38"/>
                <a:gd name="T11" fmla="*/ 2147483647 h 23"/>
                <a:gd name="T12" fmla="*/ 2147483647 w 38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23"/>
                <a:gd name="T23" fmla="*/ 38 w 38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23">
                  <a:moveTo>
                    <a:pt x="30" y="23"/>
                  </a:moveTo>
                  <a:lnTo>
                    <a:pt x="38" y="8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16"/>
                  </a:lnTo>
                  <a:lnTo>
                    <a:pt x="3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6" name="Freeform 326">
              <a:extLst>
                <a:ext uri="{FF2B5EF4-FFF2-40B4-BE49-F238E27FC236}">
                  <a16:creationId xmlns:a16="http://schemas.microsoft.com/office/drawing/2014/main" id="{5A0E9F2A-2B85-4E93-E381-1E18619A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727547"/>
              <a:ext cx="23813" cy="23813"/>
            </a:xfrm>
            <a:custGeom>
              <a:avLst/>
              <a:gdLst>
                <a:gd name="T0" fmla="*/ 2147483647 w 15"/>
                <a:gd name="T1" fmla="*/ 2147483647 h 15"/>
                <a:gd name="T2" fmla="*/ 2147483647 w 15"/>
                <a:gd name="T3" fmla="*/ 2147483647 h 15"/>
                <a:gd name="T4" fmla="*/ 0 w 15"/>
                <a:gd name="T5" fmla="*/ 2147483647 h 15"/>
                <a:gd name="T6" fmla="*/ 0 w 15"/>
                <a:gd name="T7" fmla="*/ 0 h 15"/>
                <a:gd name="T8" fmla="*/ 2147483647 w 15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5"/>
                <a:gd name="T17" fmla="*/ 15 w 1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5">
                  <a:moveTo>
                    <a:pt x="15" y="8"/>
                  </a:moveTo>
                  <a:lnTo>
                    <a:pt x="15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7" name="Freeform 327">
              <a:extLst>
                <a:ext uri="{FF2B5EF4-FFF2-40B4-BE49-F238E27FC236}">
                  <a16:creationId xmlns:a16="http://schemas.microsoft.com/office/drawing/2014/main" id="{89DE4A04-C5E3-DCE7-6D09-8C98C666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691034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8"/>
                  </a:moveTo>
                  <a:lnTo>
                    <a:pt x="8" y="0"/>
                  </a:lnTo>
                  <a:lnTo>
                    <a:pt x="0" y="23"/>
                  </a:lnTo>
                  <a:lnTo>
                    <a:pt x="15" y="31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8" name="Rectangle 328">
              <a:extLst>
                <a:ext uri="{FF2B5EF4-FFF2-40B4-BE49-F238E27FC236}">
                  <a16:creationId xmlns:a16="http://schemas.microsoft.com/office/drawing/2014/main" id="{B2E75FE8-15AB-857D-3A06-D8D8C4CC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775" y="1302097"/>
              <a:ext cx="6778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SYSTEM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29" name="Freeform 329">
              <a:extLst>
                <a:ext uri="{FF2B5EF4-FFF2-40B4-BE49-F238E27FC236}">
                  <a16:creationId xmlns:a16="http://schemas.microsoft.com/office/drawing/2014/main" id="{09D7D26F-C763-914D-759A-148531FB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613" y="1205259"/>
              <a:ext cx="6583363" cy="4598988"/>
            </a:xfrm>
            <a:custGeom>
              <a:avLst/>
              <a:gdLst>
                <a:gd name="T0" fmla="*/ 2147483647 w 4147"/>
                <a:gd name="T1" fmla="*/ 2147483647 h 2897"/>
                <a:gd name="T2" fmla="*/ 2147483647 w 4147"/>
                <a:gd name="T3" fmla="*/ 2147483647 h 2897"/>
                <a:gd name="T4" fmla="*/ 2147483647 w 4147"/>
                <a:gd name="T5" fmla="*/ 2147483647 h 2897"/>
                <a:gd name="T6" fmla="*/ 2147483647 w 4147"/>
                <a:gd name="T7" fmla="*/ 2147483647 h 2897"/>
                <a:gd name="T8" fmla="*/ 2147483647 w 4147"/>
                <a:gd name="T9" fmla="*/ 2147483647 h 2897"/>
                <a:gd name="T10" fmla="*/ 2147483647 w 4147"/>
                <a:gd name="T11" fmla="*/ 2147483647 h 2897"/>
                <a:gd name="T12" fmla="*/ 2147483647 w 4147"/>
                <a:gd name="T13" fmla="*/ 2147483647 h 2897"/>
                <a:gd name="T14" fmla="*/ 2147483647 w 4147"/>
                <a:gd name="T15" fmla="*/ 2147483647 h 2897"/>
                <a:gd name="T16" fmla="*/ 2147483647 w 4147"/>
                <a:gd name="T17" fmla="*/ 2147483647 h 2897"/>
                <a:gd name="T18" fmla="*/ 2147483647 w 4147"/>
                <a:gd name="T19" fmla="*/ 2147483647 h 2897"/>
                <a:gd name="T20" fmla="*/ 2147483647 w 4147"/>
                <a:gd name="T21" fmla="*/ 2147483647 h 2897"/>
                <a:gd name="T22" fmla="*/ 2147483647 w 4147"/>
                <a:gd name="T23" fmla="*/ 2147483647 h 2897"/>
                <a:gd name="T24" fmla="*/ 2147483647 w 4147"/>
                <a:gd name="T25" fmla="*/ 2147483647 h 2897"/>
                <a:gd name="T26" fmla="*/ 2147483647 w 4147"/>
                <a:gd name="T27" fmla="*/ 2147483647 h 2897"/>
                <a:gd name="T28" fmla="*/ 2147483647 w 4147"/>
                <a:gd name="T29" fmla="*/ 2147483647 h 2897"/>
                <a:gd name="T30" fmla="*/ 2147483647 w 4147"/>
                <a:gd name="T31" fmla="*/ 2147483647 h 2897"/>
                <a:gd name="T32" fmla="*/ 2147483647 w 4147"/>
                <a:gd name="T33" fmla="*/ 2147483647 h 2897"/>
                <a:gd name="T34" fmla="*/ 2147483647 w 4147"/>
                <a:gd name="T35" fmla="*/ 2147483647 h 2897"/>
                <a:gd name="T36" fmla="*/ 2147483647 w 4147"/>
                <a:gd name="T37" fmla="*/ 2147483647 h 2897"/>
                <a:gd name="T38" fmla="*/ 2147483647 w 4147"/>
                <a:gd name="T39" fmla="*/ 2147483647 h 2897"/>
                <a:gd name="T40" fmla="*/ 2147483647 w 4147"/>
                <a:gd name="T41" fmla="*/ 2147483647 h 2897"/>
                <a:gd name="T42" fmla="*/ 2147483647 w 4147"/>
                <a:gd name="T43" fmla="*/ 2147483647 h 2897"/>
                <a:gd name="T44" fmla="*/ 2147483647 w 4147"/>
                <a:gd name="T45" fmla="*/ 2147483647 h 2897"/>
                <a:gd name="T46" fmla="*/ 2147483647 w 4147"/>
                <a:gd name="T47" fmla="*/ 2147483647 h 2897"/>
                <a:gd name="T48" fmla="*/ 2147483647 w 4147"/>
                <a:gd name="T49" fmla="*/ 0 h 2897"/>
                <a:gd name="T50" fmla="*/ 2147483647 w 4147"/>
                <a:gd name="T51" fmla="*/ 0 h 2897"/>
                <a:gd name="T52" fmla="*/ 2147483647 w 4147"/>
                <a:gd name="T53" fmla="*/ 2147483647 h 2897"/>
                <a:gd name="T54" fmla="*/ 2147483647 w 4147"/>
                <a:gd name="T55" fmla="*/ 2147483647 h 2897"/>
                <a:gd name="T56" fmla="*/ 2147483647 w 4147"/>
                <a:gd name="T57" fmla="*/ 2147483647 h 2897"/>
                <a:gd name="T58" fmla="*/ 2147483647 w 4147"/>
                <a:gd name="T59" fmla="*/ 2147483647 h 2897"/>
                <a:gd name="T60" fmla="*/ 2147483647 w 4147"/>
                <a:gd name="T61" fmla="*/ 2147483647 h 2897"/>
                <a:gd name="T62" fmla="*/ 2147483647 w 4147"/>
                <a:gd name="T63" fmla="*/ 2147483647 h 2897"/>
                <a:gd name="T64" fmla="*/ 2147483647 w 4147"/>
                <a:gd name="T65" fmla="*/ 2147483647 h 2897"/>
                <a:gd name="T66" fmla="*/ 2147483647 w 4147"/>
                <a:gd name="T67" fmla="*/ 2147483647 h 2897"/>
                <a:gd name="T68" fmla="*/ 2147483647 w 4147"/>
                <a:gd name="T69" fmla="*/ 2147483647 h 2897"/>
                <a:gd name="T70" fmla="*/ 2147483647 w 4147"/>
                <a:gd name="T71" fmla="*/ 2147483647 h 2897"/>
                <a:gd name="T72" fmla="*/ 2147483647 w 4147"/>
                <a:gd name="T73" fmla="*/ 2147483647 h 2897"/>
                <a:gd name="T74" fmla="*/ 2147483647 w 4147"/>
                <a:gd name="T75" fmla="*/ 2147483647 h 2897"/>
                <a:gd name="T76" fmla="*/ 2147483647 w 4147"/>
                <a:gd name="T77" fmla="*/ 2147483647 h 2897"/>
                <a:gd name="T78" fmla="*/ 2147483647 w 4147"/>
                <a:gd name="T79" fmla="*/ 2147483647 h 2897"/>
                <a:gd name="T80" fmla="*/ 2147483647 w 4147"/>
                <a:gd name="T81" fmla="*/ 2147483647 h 2897"/>
                <a:gd name="T82" fmla="*/ 0 w 4147"/>
                <a:gd name="T83" fmla="*/ 2147483647 h 2897"/>
                <a:gd name="T84" fmla="*/ 0 w 4147"/>
                <a:gd name="T85" fmla="*/ 2147483647 h 2897"/>
                <a:gd name="T86" fmla="*/ 0 w 4147"/>
                <a:gd name="T87" fmla="*/ 2147483647 h 2897"/>
                <a:gd name="T88" fmla="*/ 2147483647 w 4147"/>
                <a:gd name="T89" fmla="*/ 2147483647 h 2897"/>
                <a:gd name="T90" fmla="*/ 2147483647 w 4147"/>
                <a:gd name="T91" fmla="*/ 2147483647 h 2897"/>
                <a:gd name="T92" fmla="*/ 2147483647 w 4147"/>
                <a:gd name="T93" fmla="*/ 2147483647 h 2897"/>
                <a:gd name="T94" fmla="*/ 2147483647 w 4147"/>
                <a:gd name="T95" fmla="*/ 0 h 289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47"/>
                <a:gd name="T145" fmla="*/ 0 h 2897"/>
                <a:gd name="T146" fmla="*/ 4147 w 4147"/>
                <a:gd name="T147" fmla="*/ 2897 h 289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47" h="2897">
                  <a:moveTo>
                    <a:pt x="145" y="16"/>
                  </a:moveTo>
                  <a:lnTo>
                    <a:pt x="91" y="23"/>
                  </a:lnTo>
                  <a:lnTo>
                    <a:pt x="99" y="23"/>
                  </a:lnTo>
                  <a:lnTo>
                    <a:pt x="53" y="54"/>
                  </a:lnTo>
                  <a:lnTo>
                    <a:pt x="23" y="92"/>
                  </a:lnTo>
                  <a:lnTo>
                    <a:pt x="23" y="84"/>
                  </a:lnTo>
                  <a:lnTo>
                    <a:pt x="15" y="145"/>
                  </a:lnTo>
                  <a:lnTo>
                    <a:pt x="15" y="1445"/>
                  </a:lnTo>
                  <a:lnTo>
                    <a:pt x="15" y="2752"/>
                  </a:lnTo>
                  <a:lnTo>
                    <a:pt x="23" y="2805"/>
                  </a:lnTo>
                  <a:lnTo>
                    <a:pt x="53" y="2851"/>
                  </a:lnTo>
                  <a:lnTo>
                    <a:pt x="53" y="2844"/>
                  </a:lnTo>
                  <a:lnTo>
                    <a:pt x="99" y="2874"/>
                  </a:lnTo>
                  <a:lnTo>
                    <a:pt x="91" y="2874"/>
                  </a:lnTo>
                  <a:lnTo>
                    <a:pt x="145" y="2882"/>
                  </a:lnTo>
                  <a:lnTo>
                    <a:pt x="2073" y="2882"/>
                  </a:lnTo>
                  <a:lnTo>
                    <a:pt x="4002" y="2882"/>
                  </a:lnTo>
                  <a:lnTo>
                    <a:pt x="4055" y="2874"/>
                  </a:lnTo>
                  <a:lnTo>
                    <a:pt x="4101" y="2844"/>
                  </a:lnTo>
                  <a:lnTo>
                    <a:pt x="4094" y="2851"/>
                  </a:lnTo>
                  <a:lnTo>
                    <a:pt x="4124" y="2805"/>
                  </a:lnTo>
                  <a:lnTo>
                    <a:pt x="4132" y="2752"/>
                  </a:lnTo>
                  <a:lnTo>
                    <a:pt x="4132" y="1445"/>
                  </a:lnTo>
                  <a:lnTo>
                    <a:pt x="4132" y="145"/>
                  </a:lnTo>
                  <a:lnTo>
                    <a:pt x="4124" y="84"/>
                  </a:lnTo>
                  <a:lnTo>
                    <a:pt x="4124" y="92"/>
                  </a:lnTo>
                  <a:lnTo>
                    <a:pt x="4094" y="54"/>
                  </a:lnTo>
                  <a:lnTo>
                    <a:pt x="4101" y="54"/>
                  </a:lnTo>
                  <a:lnTo>
                    <a:pt x="4055" y="23"/>
                  </a:lnTo>
                  <a:lnTo>
                    <a:pt x="4002" y="16"/>
                  </a:lnTo>
                  <a:lnTo>
                    <a:pt x="2073" y="16"/>
                  </a:lnTo>
                  <a:lnTo>
                    <a:pt x="145" y="16"/>
                  </a:lnTo>
                  <a:lnTo>
                    <a:pt x="145" y="0"/>
                  </a:lnTo>
                  <a:lnTo>
                    <a:pt x="2073" y="0"/>
                  </a:lnTo>
                  <a:lnTo>
                    <a:pt x="4002" y="0"/>
                  </a:lnTo>
                  <a:lnTo>
                    <a:pt x="4055" y="8"/>
                  </a:lnTo>
                  <a:lnTo>
                    <a:pt x="4063" y="8"/>
                  </a:lnTo>
                  <a:lnTo>
                    <a:pt x="4109" y="38"/>
                  </a:lnTo>
                  <a:lnTo>
                    <a:pt x="4109" y="46"/>
                  </a:lnTo>
                  <a:lnTo>
                    <a:pt x="4139" y="84"/>
                  </a:lnTo>
                  <a:lnTo>
                    <a:pt x="4147" y="145"/>
                  </a:lnTo>
                  <a:lnTo>
                    <a:pt x="4147" y="1445"/>
                  </a:lnTo>
                  <a:lnTo>
                    <a:pt x="4147" y="2752"/>
                  </a:lnTo>
                  <a:lnTo>
                    <a:pt x="4139" y="2805"/>
                  </a:lnTo>
                  <a:lnTo>
                    <a:pt x="4139" y="2813"/>
                  </a:lnTo>
                  <a:lnTo>
                    <a:pt x="4109" y="2859"/>
                  </a:lnTo>
                  <a:lnTo>
                    <a:pt x="4063" y="2889"/>
                  </a:lnTo>
                  <a:lnTo>
                    <a:pt x="4055" y="2889"/>
                  </a:lnTo>
                  <a:lnTo>
                    <a:pt x="4002" y="2897"/>
                  </a:lnTo>
                  <a:lnTo>
                    <a:pt x="2073" y="2897"/>
                  </a:lnTo>
                  <a:lnTo>
                    <a:pt x="145" y="2897"/>
                  </a:lnTo>
                  <a:lnTo>
                    <a:pt x="91" y="2889"/>
                  </a:lnTo>
                  <a:lnTo>
                    <a:pt x="46" y="2859"/>
                  </a:lnTo>
                  <a:lnTo>
                    <a:pt x="38" y="2859"/>
                  </a:lnTo>
                  <a:lnTo>
                    <a:pt x="7" y="2813"/>
                  </a:lnTo>
                  <a:lnTo>
                    <a:pt x="7" y="2805"/>
                  </a:lnTo>
                  <a:lnTo>
                    <a:pt x="0" y="2752"/>
                  </a:lnTo>
                  <a:lnTo>
                    <a:pt x="0" y="1445"/>
                  </a:lnTo>
                  <a:lnTo>
                    <a:pt x="0" y="145"/>
                  </a:lnTo>
                  <a:lnTo>
                    <a:pt x="7" y="84"/>
                  </a:lnTo>
                  <a:lnTo>
                    <a:pt x="38" y="46"/>
                  </a:lnTo>
                  <a:lnTo>
                    <a:pt x="46" y="38"/>
                  </a:lnTo>
                  <a:lnTo>
                    <a:pt x="91" y="8"/>
                  </a:lnTo>
                  <a:lnTo>
                    <a:pt x="145" y="0"/>
                  </a:lnTo>
                  <a:lnTo>
                    <a:pt x="145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0" name="Freeform 330">
              <a:extLst>
                <a:ext uri="{FF2B5EF4-FFF2-40B4-BE49-F238E27FC236}">
                  <a16:creationId xmlns:a16="http://schemas.microsoft.com/office/drawing/2014/main" id="{A1E26487-9D85-2BD0-6163-E394AB78E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1205259"/>
              <a:ext cx="1588" cy="25400"/>
            </a:xfrm>
            <a:custGeom>
              <a:avLst/>
              <a:gdLst>
                <a:gd name="T0" fmla="*/ 0 w 1"/>
                <a:gd name="T1" fmla="*/ 2147483647 h 16"/>
                <a:gd name="T2" fmla="*/ 0 w 1"/>
                <a:gd name="T3" fmla="*/ 2147483647 h 16"/>
                <a:gd name="T4" fmla="*/ 0 w 1"/>
                <a:gd name="T5" fmla="*/ 2147483647 h 16"/>
                <a:gd name="T6" fmla="*/ 0 w 1"/>
                <a:gd name="T7" fmla="*/ 0 h 16"/>
                <a:gd name="T8" fmla="*/ 0 w 1"/>
                <a:gd name="T9" fmla="*/ 0 h 16"/>
                <a:gd name="T10" fmla="*/ 0 w 1"/>
                <a:gd name="T11" fmla="*/ 0 h 16"/>
                <a:gd name="T12" fmla="*/ 0 w 1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16"/>
                <a:gd name="T23" fmla="*/ 1 w 1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16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1" name="Freeform 331">
              <a:extLst>
                <a:ext uri="{FF2B5EF4-FFF2-40B4-BE49-F238E27FC236}">
                  <a16:creationId xmlns:a16="http://schemas.microsoft.com/office/drawing/2014/main" id="{C6182739-3E38-21BE-9774-41EAA8CC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2321272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2" name="Freeform 332">
              <a:extLst>
                <a:ext uri="{FF2B5EF4-FFF2-40B4-BE49-F238E27FC236}">
                  <a16:creationId xmlns:a16="http://schemas.microsoft.com/office/drawing/2014/main" id="{3C3FE13E-C89E-AFAA-2D98-A1DBC087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3207097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3" name="Freeform 333">
              <a:extLst>
                <a:ext uri="{FF2B5EF4-FFF2-40B4-BE49-F238E27FC236}">
                  <a16:creationId xmlns:a16="http://schemas.microsoft.com/office/drawing/2014/main" id="{75ECFF1E-8506-DD60-C38B-00F42D0A5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52425" cy="849313"/>
            </a:xfrm>
            <a:custGeom>
              <a:avLst/>
              <a:gdLst>
                <a:gd name="T0" fmla="*/ 0 w 222"/>
                <a:gd name="T1" fmla="*/ 0 h 535"/>
                <a:gd name="T2" fmla="*/ 0 w 222"/>
                <a:gd name="T3" fmla="*/ 2147483647 h 535"/>
                <a:gd name="T4" fmla="*/ 2147483647 w 222"/>
                <a:gd name="T5" fmla="*/ 2147483647 h 535"/>
                <a:gd name="T6" fmla="*/ 0 w 222"/>
                <a:gd name="T7" fmla="*/ 2147483647 h 535"/>
                <a:gd name="T8" fmla="*/ 0 w 222"/>
                <a:gd name="T9" fmla="*/ 2147483647 h 535"/>
                <a:gd name="T10" fmla="*/ 2147483647 w 222"/>
                <a:gd name="T11" fmla="*/ 2147483647 h 535"/>
                <a:gd name="T12" fmla="*/ 2147483647 w 222"/>
                <a:gd name="T13" fmla="*/ 2147483647 h 535"/>
                <a:gd name="T14" fmla="*/ 0 w 222"/>
                <a:gd name="T15" fmla="*/ 0 h 5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2"/>
                <a:gd name="T25" fmla="*/ 0 h 535"/>
                <a:gd name="T26" fmla="*/ 222 w 222"/>
                <a:gd name="T27" fmla="*/ 535 h 5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2" h="535">
                  <a:moveTo>
                    <a:pt x="0" y="0"/>
                  </a:moveTo>
                  <a:lnTo>
                    <a:pt x="0" y="199"/>
                  </a:lnTo>
                  <a:lnTo>
                    <a:pt x="115" y="268"/>
                  </a:lnTo>
                  <a:lnTo>
                    <a:pt x="0" y="336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4" name="Freeform 334">
              <a:extLst>
                <a:ext uri="{FF2B5EF4-FFF2-40B4-BE49-F238E27FC236}">
                  <a16:creationId xmlns:a16="http://schemas.microsoft.com/office/drawing/2014/main" id="{C0C4937B-DA4A-EB21-1A91-E78E11819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63538" cy="873125"/>
            </a:xfrm>
            <a:custGeom>
              <a:avLst/>
              <a:gdLst>
                <a:gd name="T0" fmla="*/ 2147483647 w 229"/>
                <a:gd name="T1" fmla="*/ 0 h 550"/>
                <a:gd name="T2" fmla="*/ 2147483647 w 229"/>
                <a:gd name="T3" fmla="*/ 2147483647 h 550"/>
                <a:gd name="T4" fmla="*/ 0 w 229"/>
                <a:gd name="T5" fmla="*/ 2147483647 h 550"/>
                <a:gd name="T6" fmla="*/ 2147483647 w 229"/>
                <a:gd name="T7" fmla="*/ 2147483647 h 550"/>
                <a:gd name="T8" fmla="*/ 2147483647 w 229"/>
                <a:gd name="T9" fmla="*/ 2147483647 h 550"/>
                <a:gd name="T10" fmla="*/ 2147483647 w 229"/>
                <a:gd name="T11" fmla="*/ 2147483647 h 550"/>
                <a:gd name="T12" fmla="*/ 2147483647 w 229"/>
                <a:gd name="T13" fmla="*/ 2147483647 h 550"/>
                <a:gd name="T14" fmla="*/ 2147483647 w 229"/>
                <a:gd name="T15" fmla="*/ 2147483647 h 550"/>
                <a:gd name="T16" fmla="*/ 0 w 229"/>
                <a:gd name="T17" fmla="*/ 2147483647 h 550"/>
                <a:gd name="T18" fmla="*/ 2147483647 w 229"/>
                <a:gd name="T19" fmla="*/ 2147483647 h 550"/>
                <a:gd name="T20" fmla="*/ 2147483647 w 229"/>
                <a:gd name="T21" fmla="*/ 2147483647 h 550"/>
                <a:gd name="T22" fmla="*/ 2147483647 w 229"/>
                <a:gd name="T23" fmla="*/ 2147483647 h 550"/>
                <a:gd name="T24" fmla="*/ 0 w 229"/>
                <a:gd name="T25" fmla="*/ 2147483647 h 550"/>
                <a:gd name="T26" fmla="*/ 2147483647 w 229"/>
                <a:gd name="T27" fmla="*/ 2147483647 h 550"/>
                <a:gd name="T28" fmla="*/ 2147483647 w 229"/>
                <a:gd name="T29" fmla="*/ 2147483647 h 550"/>
                <a:gd name="T30" fmla="*/ 2147483647 w 229"/>
                <a:gd name="T31" fmla="*/ 2147483647 h 550"/>
                <a:gd name="T32" fmla="*/ 2147483647 w 229"/>
                <a:gd name="T33" fmla="*/ 2147483647 h 550"/>
                <a:gd name="T34" fmla="*/ 2147483647 w 229"/>
                <a:gd name="T35" fmla="*/ 2147483647 h 550"/>
                <a:gd name="T36" fmla="*/ 2147483647 w 229"/>
                <a:gd name="T37" fmla="*/ 2147483647 h 550"/>
                <a:gd name="T38" fmla="*/ 2147483647 w 229"/>
                <a:gd name="T39" fmla="*/ 2147483647 h 550"/>
                <a:gd name="T40" fmla="*/ 2147483647 w 229"/>
                <a:gd name="T41" fmla="*/ 2147483647 h 550"/>
                <a:gd name="T42" fmla="*/ 2147483647 w 229"/>
                <a:gd name="T43" fmla="*/ 2147483647 h 550"/>
                <a:gd name="T44" fmla="*/ 2147483647 w 229"/>
                <a:gd name="T45" fmla="*/ 2147483647 h 550"/>
                <a:gd name="T46" fmla="*/ 2147483647 w 229"/>
                <a:gd name="T47" fmla="*/ 2147483647 h 550"/>
                <a:gd name="T48" fmla="*/ 0 w 229"/>
                <a:gd name="T49" fmla="*/ 2147483647 h 550"/>
                <a:gd name="T50" fmla="*/ 0 w 229"/>
                <a:gd name="T51" fmla="*/ 2147483647 h 550"/>
                <a:gd name="T52" fmla="*/ 0 w 229"/>
                <a:gd name="T53" fmla="*/ 2147483647 h 550"/>
                <a:gd name="T54" fmla="*/ 0 w 229"/>
                <a:gd name="T55" fmla="*/ 2147483647 h 550"/>
                <a:gd name="T56" fmla="*/ 0 w 229"/>
                <a:gd name="T57" fmla="*/ 2147483647 h 550"/>
                <a:gd name="T58" fmla="*/ 2147483647 w 229"/>
                <a:gd name="T59" fmla="*/ 2147483647 h 550"/>
                <a:gd name="T60" fmla="*/ 2147483647 w 229"/>
                <a:gd name="T61" fmla="*/ 2147483647 h 550"/>
                <a:gd name="T62" fmla="*/ 2147483647 w 229"/>
                <a:gd name="T63" fmla="*/ 2147483647 h 550"/>
                <a:gd name="T64" fmla="*/ 0 w 229"/>
                <a:gd name="T65" fmla="*/ 2147483647 h 550"/>
                <a:gd name="T66" fmla="*/ 0 w 229"/>
                <a:gd name="T67" fmla="*/ 2147483647 h 550"/>
                <a:gd name="T68" fmla="*/ 0 w 229"/>
                <a:gd name="T69" fmla="*/ 2147483647 h 550"/>
                <a:gd name="T70" fmla="*/ 0 w 229"/>
                <a:gd name="T71" fmla="*/ 0 h 550"/>
                <a:gd name="T72" fmla="*/ 2147483647 w 229"/>
                <a:gd name="T73" fmla="*/ 0 h 5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550"/>
                <a:gd name="T113" fmla="*/ 229 w 229"/>
                <a:gd name="T114" fmla="*/ 550 h 5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550">
                  <a:moveTo>
                    <a:pt x="7" y="0"/>
                  </a:moveTo>
                  <a:lnTo>
                    <a:pt x="7" y="199"/>
                  </a:lnTo>
                  <a:lnTo>
                    <a:pt x="0" y="207"/>
                  </a:lnTo>
                  <a:lnTo>
                    <a:pt x="7" y="199"/>
                  </a:lnTo>
                  <a:lnTo>
                    <a:pt x="122" y="268"/>
                  </a:lnTo>
                  <a:lnTo>
                    <a:pt x="138" y="268"/>
                  </a:lnTo>
                  <a:lnTo>
                    <a:pt x="122" y="275"/>
                  </a:lnTo>
                  <a:lnTo>
                    <a:pt x="7" y="344"/>
                  </a:lnTo>
                  <a:lnTo>
                    <a:pt x="0" y="336"/>
                  </a:lnTo>
                  <a:lnTo>
                    <a:pt x="7" y="336"/>
                  </a:lnTo>
                  <a:lnTo>
                    <a:pt x="7" y="535"/>
                  </a:lnTo>
                  <a:lnTo>
                    <a:pt x="7" y="543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9" y="40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229" y="138"/>
                  </a:lnTo>
                  <a:lnTo>
                    <a:pt x="229" y="405"/>
                  </a:lnTo>
                  <a:lnTo>
                    <a:pt x="229" y="413"/>
                  </a:lnTo>
                  <a:lnTo>
                    <a:pt x="7" y="543"/>
                  </a:lnTo>
                  <a:lnTo>
                    <a:pt x="0" y="550"/>
                  </a:lnTo>
                  <a:lnTo>
                    <a:pt x="0" y="535"/>
                  </a:lnTo>
                  <a:lnTo>
                    <a:pt x="0" y="336"/>
                  </a:lnTo>
                  <a:lnTo>
                    <a:pt x="115" y="268"/>
                  </a:lnTo>
                  <a:lnTo>
                    <a:pt x="122" y="275"/>
                  </a:lnTo>
                  <a:lnTo>
                    <a:pt x="115" y="275"/>
                  </a:lnTo>
                  <a:lnTo>
                    <a:pt x="0" y="207"/>
                  </a:lnTo>
                  <a:lnTo>
                    <a:pt x="0" y="199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5" name="Freeform 335">
              <a:extLst>
                <a:ext uri="{FF2B5EF4-FFF2-40B4-BE49-F238E27FC236}">
                  <a16:creationId xmlns:a16="http://schemas.microsoft.com/office/drawing/2014/main" id="{3A75B272-D10F-C5E0-CB55-59F7593BE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56209"/>
              <a:ext cx="363538" cy="241300"/>
            </a:xfrm>
            <a:custGeom>
              <a:avLst/>
              <a:gdLst>
                <a:gd name="T0" fmla="*/ 2147483647 w 229"/>
                <a:gd name="T1" fmla="*/ 2147483647 h 152"/>
                <a:gd name="T2" fmla="*/ 0 w 229"/>
                <a:gd name="T3" fmla="*/ 2147483647 h 152"/>
                <a:gd name="T4" fmla="*/ 0 w 229"/>
                <a:gd name="T5" fmla="*/ 2147483647 h 152"/>
                <a:gd name="T6" fmla="*/ 0 w 229"/>
                <a:gd name="T7" fmla="*/ 0 h 152"/>
                <a:gd name="T8" fmla="*/ 2147483647 w 229"/>
                <a:gd name="T9" fmla="*/ 2147483647 h 152"/>
                <a:gd name="T10" fmla="*/ 2147483647 w 229"/>
                <a:gd name="T11" fmla="*/ 2147483647 h 152"/>
                <a:gd name="T12" fmla="*/ 2147483647 w 229"/>
                <a:gd name="T13" fmla="*/ 2147483647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9"/>
                <a:gd name="T22" fmla="*/ 0 h 152"/>
                <a:gd name="T23" fmla="*/ 229 w 229"/>
                <a:gd name="T24" fmla="*/ 152 h 1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9" h="152">
                  <a:moveTo>
                    <a:pt x="222" y="152"/>
                  </a:moveTo>
                  <a:lnTo>
                    <a:pt x="0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7"/>
                  </a:lnTo>
                  <a:lnTo>
                    <a:pt x="229" y="145"/>
                  </a:lnTo>
                  <a:lnTo>
                    <a:pt x="222" y="15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6" name="Freeform 336">
              <a:extLst>
                <a:ext uri="{FF2B5EF4-FFF2-40B4-BE49-F238E27FC236}">
                  <a16:creationId xmlns:a16="http://schemas.microsoft.com/office/drawing/2014/main" id="{C4FABC2D-CEB0-3E39-38ED-78B7133A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0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7" name="Freeform 337">
              <a:extLst>
                <a:ext uri="{FF2B5EF4-FFF2-40B4-BE49-F238E27FC236}">
                  <a16:creationId xmlns:a16="http://schemas.microsoft.com/office/drawing/2014/main" id="{5AFD5CD8-EDBA-8061-4ED7-3D075A885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76859"/>
              <a:ext cx="11113" cy="23813"/>
            </a:xfrm>
            <a:custGeom>
              <a:avLst/>
              <a:gdLst>
                <a:gd name="T0" fmla="*/ 0 w 7"/>
                <a:gd name="T1" fmla="*/ 2147483647 h 15"/>
                <a:gd name="T2" fmla="*/ 0 w 7"/>
                <a:gd name="T3" fmla="*/ 0 h 15"/>
                <a:gd name="T4" fmla="*/ 2147483647 w 7"/>
                <a:gd name="T5" fmla="*/ 0 h 15"/>
                <a:gd name="T6" fmla="*/ 2147483647 w 7"/>
                <a:gd name="T7" fmla="*/ 0 h 15"/>
                <a:gd name="T8" fmla="*/ 2147483647 w 7"/>
                <a:gd name="T9" fmla="*/ 0 h 15"/>
                <a:gd name="T10" fmla="*/ 2147483647 w 7"/>
                <a:gd name="T11" fmla="*/ 2147483647 h 15"/>
                <a:gd name="T12" fmla="*/ 0 w 7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5"/>
                <a:gd name="T23" fmla="*/ 7 w 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5">
                  <a:moveTo>
                    <a:pt x="0" y="15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8" name="Freeform 338">
              <a:extLst>
                <a:ext uri="{FF2B5EF4-FFF2-40B4-BE49-F238E27FC236}">
                  <a16:creationId xmlns:a16="http://schemas.microsoft.com/office/drawing/2014/main" id="{2FB027CE-E28C-0F82-F25B-1A31BC24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47625" cy="47625"/>
            </a:xfrm>
            <a:custGeom>
              <a:avLst/>
              <a:gdLst>
                <a:gd name="T0" fmla="*/ 0 w 30"/>
                <a:gd name="T1" fmla="*/ 2147483647 h 30"/>
                <a:gd name="T2" fmla="*/ 0 w 30"/>
                <a:gd name="T3" fmla="*/ 0 h 30"/>
                <a:gd name="T4" fmla="*/ 2147483647 w 30"/>
                <a:gd name="T5" fmla="*/ 2147483647 h 30"/>
                <a:gd name="T6" fmla="*/ 0 w 30"/>
                <a:gd name="T7" fmla="*/ 2147483647 h 30"/>
                <a:gd name="T8" fmla="*/ 0 w 30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0"/>
                <a:gd name="T17" fmla="*/ 30 w 3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0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9" name="Rectangle 339">
              <a:extLst>
                <a:ext uri="{FF2B5EF4-FFF2-40B4-BE49-F238E27FC236}">
                  <a16:creationId xmlns:a16="http://schemas.microsoft.com/office/drawing/2014/main" id="{5BCE6AE1-14F2-EBA1-B621-BABCEF2A2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2576859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0" name="Freeform 340">
              <a:extLst>
                <a:ext uri="{FF2B5EF4-FFF2-40B4-BE49-F238E27FC236}">
                  <a16:creationId xmlns:a16="http://schemas.microsoft.com/office/drawing/2014/main" id="{4EF59B2A-CF9F-4DEB-912B-5402A8D0D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1" name="Freeform 341">
              <a:extLst>
                <a:ext uri="{FF2B5EF4-FFF2-40B4-BE49-F238E27FC236}">
                  <a16:creationId xmlns:a16="http://schemas.microsoft.com/office/drawing/2014/main" id="{B75578A9-DF90-C3E8-2BE5-EF92C2179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207097"/>
              <a:ext cx="11113" cy="25400"/>
            </a:xfrm>
            <a:custGeom>
              <a:avLst/>
              <a:gdLst>
                <a:gd name="T0" fmla="*/ 0 w 7"/>
                <a:gd name="T1" fmla="*/ 2147483647 h 16"/>
                <a:gd name="T2" fmla="*/ 0 w 7"/>
                <a:gd name="T3" fmla="*/ 0 h 16"/>
                <a:gd name="T4" fmla="*/ 2147483647 w 7"/>
                <a:gd name="T5" fmla="*/ 0 h 16"/>
                <a:gd name="T6" fmla="*/ 2147483647 w 7"/>
                <a:gd name="T7" fmla="*/ 0 h 16"/>
                <a:gd name="T8" fmla="*/ 2147483647 w 7"/>
                <a:gd name="T9" fmla="*/ 0 h 16"/>
                <a:gd name="T10" fmla="*/ 2147483647 w 7"/>
                <a:gd name="T11" fmla="*/ 2147483647 h 16"/>
                <a:gd name="T12" fmla="*/ 0 w 7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6"/>
                <a:gd name="T23" fmla="*/ 7 w 7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6">
                  <a:moveTo>
                    <a:pt x="0" y="16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2" name="Freeform 342">
              <a:extLst>
                <a:ext uri="{FF2B5EF4-FFF2-40B4-BE49-F238E27FC236}">
                  <a16:creationId xmlns:a16="http://schemas.microsoft.com/office/drawing/2014/main" id="{E7372CD2-8697-29F0-34BB-23FE220A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47625" cy="49213"/>
            </a:xfrm>
            <a:custGeom>
              <a:avLst/>
              <a:gdLst>
                <a:gd name="T0" fmla="*/ 0 w 30"/>
                <a:gd name="T1" fmla="*/ 2147483647 h 31"/>
                <a:gd name="T2" fmla="*/ 0 w 30"/>
                <a:gd name="T3" fmla="*/ 0 h 31"/>
                <a:gd name="T4" fmla="*/ 2147483647 w 30"/>
                <a:gd name="T5" fmla="*/ 2147483647 h 31"/>
                <a:gd name="T6" fmla="*/ 0 w 30"/>
                <a:gd name="T7" fmla="*/ 2147483647 h 31"/>
                <a:gd name="T8" fmla="*/ 0 w 30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1"/>
                <a:gd name="T17" fmla="*/ 30 w 30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1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1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3" name="Rectangle 343">
              <a:extLst>
                <a:ext uri="{FF2B5EF4-FFF2-40B4-BE49-F238E27FC236}">
                  <a16:creationId xmlns:a16="http://schemas.microsoft.com/office/drawing/2014/main" id="{A2D909B0-594E-5970-CFEC-A8CFA0BBD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320709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4" name="Freeform 344">
              <a:extLst>
                <a:ext uri="{FF2B5EF4-FFF2-40B4-BE49-F238E27FC236}">
                  <a16:creationId xmlns:a16="http://schemas.microsoft.com/office/drawing/2014/main" id="{0078484A-D4EF-CC5F-996E-F24782BCE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73025" cy="61913"/>
            </a:xfrm>
            <a:custGeom>
              <a:avLst/>
              <a:gdLst>
                <a:gd name="T0" fmla="*/ 0 w 46"/>
                <a:gd name="T1" fmla="*/ 2147483647 h 39"/>
                <a:gd name="T2" fmla="*/ 0 w 46"/>
                <a:gd name="T3" fmla="*/ 0 h 39"/>
                <a:gd name="T4" fmla="*/ 0 w 46"/>
                <a:gd name="T5" fmla="*/ 0 h 39"/>
                <a:gd name="T6" fmla="*/ 0 w 46"/>
                <a:gd name="T7" fmla="*/ 0 h 39"/>
                <a:gd name="T8" fmla="*/ 2147483647 w 46"/>
                <a:gd name="T9" fmla="*/ 2147483647 h 39"/>
                <a:gd name="T10" fmla="*/ 2147483647 w 46"/>
                <a:gd name="T11" fmla="*/ 2147483647 h 39"/>
                <a:gd name="T12" fmla="*/ 2147483647 w 46"/>
                <a:gd name="T13" fmla="*/ 2147483647 h 39"/>
                <a:gd name="T14" fmla="*/ 0 w 46"/>
                <a:gd name="T15" fmla="*/ 2147483647 h 39"/>
                <a:gd name="T16" fmla="*/ 0 w 46"/>
                <a:gd name="T17" fmla="*/ 2147483647 h 39"/>
                <a:gd name="T18" fmla="*/ 0 w 46"/>
                <a:gd name="T19" fmla="*/ 2147483647 h 39"/>
                <a:gd name="T20" fmla="*/ 0 w 46"/>
                <a:gd name="T21" fmla="*/ 2147483647 h 39"/>
                <a:gd name="T22" fmla="*/ 2147483647 w 46"/>
                <a:gd name="T23" fmla="*/ 2147483647 h 39"/>
                <a:gd name="T24" fmla="*/ 2147483647 w 46"/>
                <a:gd name="T25" fmla="*/ 2147483647 h 39"/>
                <a:gd name="T26" fmla="*/ 2147483647 w 46"/>
                <a:gd name="T27" fmla="*/ 2147483647 h 39"/>
                <a:gd name="T28" fmla="*/ 0 w 46"/>
                <a:gd name="T29" fmla="*/ 2147483647 h 39"/>
                <a:gd name="T30" fmla="*/ 0 w 46"/>
                <a:gd name="T31" fmla="*/ 0 h 39"/>
                <a:gd name="T32" fmla="*/ 2147483647 w 46"/>
                <a:gd name="T33" fmla="*/ 0 h 39"/>
                <a:gd name="T34" fmla="*/ 2147483647 w 46"/>
                <a:gd name="T35" fmla="*/ 2147483647 h 39"/>
                <a:gd name="T36" fmla="*/ 0 w 46"/>
                <a:gd name="T37" fmla="*/ 214748364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39"/>
                <a:gd name="T59" fmla="*/ 46 w 46"/>
                <a:gd name="T60" fmla="*/ 39 h 3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39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46" y="16"/>
                  </a:lnTo>
                  <a:lnTo>
                    <a:pt x="31" y="23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31" y="16"/>
                  </a:lnTo>
                  <a:lnTo>
                    <a:pt x="31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5" name="Freeform 345">
              <a:extLst>
                <a:ext uri="{FF2B5EF4-FFF2-40B4-BE49-F238E27FC236}">
                  <a16:creationId xmlns:a16="http://schemas.microsoft.com/office/drawing/2014/main" id="{532E26E5-C736-7E2D-23CE-BD13FB258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92772"/>
              <a:ext cx="12700" cy="23813"/>
            </a:xfrm>
            <a:custGeom>
              <a:avLst/>
              <a:gdLst>
                <a:gd name="T0" fmla="*/ 0 w 8"/>
                <a:gd name="T1" fmla="*/ 2147483647 h 15"/>
                <a:gd name="T2" fmla="*/ 0 w 8"/>
                <a:gd name="T3" fmla="*/ 0 h 15"/>
                <a:gd name="T4" fmla="*/ 2147483647 w 8"/>
                <a:gd name="T5" fmla="*/ 0 h 15"/>
                <a:gd name="T6" fmla="*/ 2147483647 w 8"/>
                <a:gd name="T7" fmla="*/ 0 h 15"/>
                <a:gd name="T8" fmla="*/ 2147483647 w 8"/>
                <a:gd name="T9" fmla="*/ 0 h 15"/>
                <a:gd name="T10" fmla="*/ 2147483647 w 8"/>
                <a:gd name="T11" fmla="*/ 2147483647 h 15"/>
                <a:gd name="T12" fmla="*/ 0 w 8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5"/>
                <a:gd name="T23" fmla="*/ 8 w 8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5">
                  <a:moveTo>
                    <a:pt x="0" y="1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6" name="Freeform 346">
              <a:extLst>
                <a:ext uri="{FF2B5EF4-FFF2-40B4-BE49-F238E27FC236}">
                  <a16:creationId xmlns:a16="http://schemas.microsoft.com/office/drawing/2014/main" id="{5B673FBB-49B4-AB67-A3D1-80A1FBEAD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49213" cy="49213"/>
            </a:xfrm>
            <a:custGeom>
              <a:avLst/>
              <a:gdLst>
                <a:gd name="T0" fmla="*/ 0 w 31"/>
                <a:gd name="T1" fmla="*/ 2147483647 h 31"/>
                <a:gd name="T2" fmla="*/ 0 w 31"/>
                <a:gd name="T3" fmla="*/ 0 h 31"/>
                <a:gd name="T4" fmla="*/ 2147483647 w 31"/>
                <a:gd name="T5" fmla="*/ 2147483647 h 31"/>
                <a:gd name="T6" fmla="*/ 0 w 31"/>
                <a:gd name="T7" fmla="*/ 2147483647 h 31"/>
                <a:gd name="T8" fmla="*/ 0 w 31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31"/>
                <a:gd name="T17" fmla="*/ 31 w 31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31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0" y="31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7" name="Rectangle 347">
              <a:extLst>
                <a:ext uri="{FF2B5EF4-FFF2-40B4-BE49-F238E27FC236}">
                  <a16:creationId xmlns:a16="http://schemas.microsoft.com/office/drawing/2014/main" id="{2C0FA912-8DA6-2362-BEB3-1C081B65A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59422"/>
              <a:ext cx="936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+</a:t>
              </a: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8" name="Rectangle 348">
              <a:extLst>
                <a:ext uri="{FF2B5EF4-FFF2-40B4-BE49-F238E27FC236}">
                  <a16:creationId xmlns:a16="http://schemas.microsoft.com/office/drawing/2014/main" id="{24EC587D-AE79-DC0B-FCC4-54E0FC576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150" y="2897534"/>
              <a:ext cx="12065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59538" name="日期占位符 3">
            <a:extLst>
              <a:ext uri="{FF2B5EF4-FFF2-40B4-BE49-F238E27FC236}">
                <a16:creationId xmlns:a16="http://schemas.microsoft.com/office/drawing/2014/main" id="{167AD00E-FEAD-84A4-2E3A-A5D9F68650A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075F4E6-EFAE-4529-9764-E1FD4B9A31F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9539" name="灯片编号占位符 5">
            <a:extLst>
              <a:ext uri="{FF2B5EF4-FFF2-40B4-BE49-F238E27FC236}">
                <a16:creationId xmlns:a16="http://schemas.microsoft.com/office/drawing/2014/main" id="{F83FF2AD-AE3F-2655-3F43-67D9AE5D152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B30F7175-CADA-4439-880F-B51CB27A4124}" type="slidenum">
              <a:rPr lang="zh-CN" altLang="en-US" sz="1100"/>
              <a:pPr/>
              <a:t>168</a:t>
            </a:fld>
            <a:endParaRPr lang="zh-CN" altLang="en-US" sz="110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2CA76F55-7444-BC1A-085B-015CB2D5CA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977900"/>
            <a:ext cx="10937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Chap1.2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8694E759-D494-3633-BC5F-8C78DC7D3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1347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Chap1.3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551680164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9BD3E5-E621-FEA2-D994-45394E4375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extLst>
              <a:ext uri="{FF2B5EF4-FFF2-40B4-BE49-F238E27FC236}">
                <a16:creationId xmlns:a16="http://schemas.microsoft.com/office/drawing/2014/main" id="{506F4B30-3AA4-5EF4-7217-40319C92DC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2000" y="188913"/>
            <a:ext cx="8058150" cy="57785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US" altLang="zh-CN" dirty="0"/>
              <a:t>Hierarchy for IC design </a:t>
            </a:r>
            <a:endParaRPr lang="zh-CN" altLang="en-US" dirty="0"/>
          </a:p>
        </p:txBody>
      </p:sp>
      <p:sp>
        <p:nvSpPr>
          <p:cNvPr id="77828" name="Rectangle 3">
            <a:extLst>
              <a:ext uri="{FF2B5EF4-FFF2-40B4-BE49-F238E27FC236}">
                <a16:creationId xmlns:a16="http://schemas.microsoft.com/office/drawing/2014/main" id="{6536CB33-D647-C132-4381-99A0354A2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37175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29" name="Rectangle 4">
            <a:extLst>
              <a:ext uri="{FF2B5EF4-FFF2-40B4-BE49-F238E27FC236}">
                <a16:creationId xmlns:a16="http://schemas.microsoft.com/office/drawing/2014/main" id="{8D5C542B-A290-8E1A-7AB0-41B96019E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0" name="Rectangle 5">
            <a:extLst>
              <a:ext uri="{FF2B5EF4-FFF2-40B4-BE49-F238E27FC236}">
                <a16:creationId xmlns:a16="http://schemas.microsoft.com/office/drawing/2014/main" id="{0804337B-1DE5-7CFF-FCE0-CA5D19CC9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288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1" name="Rectangle 6">
            <a:extLst>
              <a:ext uri="{FF2B5EF4-FFF2-40B4-BE49-F238E27FC236}">
                <a16:creationId xmlns:a16="http://schemas.microsoft.com/office/drawing/2014/main" id="{9F02EA73-E8C7-3A6B-1705-00BA4ECE6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14938"/>
            <a:ext cx="11113" cy="1222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2" name="Rectangle 7">
            <a:extLst>
              <a:ext uri="{FF2B5EF4-FFF2-40B4-BE49-F238E27FC236}">
                <a16:creationId xmlns:a16="http://schemas.microsoft.com/office/drawing/2014/main" id="{0EF79AC4-F6A7-4EC8-BF56-AB31297A4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50942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3" name="Rectangle 8">
            <a:extLst>
              <a:ext uri="{FF2B5EF4-FFF2-40B4-BE49-F238E27FC236}">
                <a16:creationId xmlns:a16="http://schemas.microsoft.com/office/drawing/2014/main" id="{9361DEB4-8259-8DB7-F3EF-5B581B188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88791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4" name="Rectangle 9">
            <a:extLst>
              <a:ext uri="{FF2B5EF4-FFF2-40B4-BE49-F238E27FC236}">
                <a16:creationId xmlns:a16="http://schemas.microsoft.com/office/drawing/2014/main" id="{F7F25021-1B11-26A8-9175-98F015D9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5" name="Rectangle 10">
            <a:extLst>
              <a:ext uri="{FF2B5EF4-FFF2-40B4-BE49-F238E27FC236}">
                <a16:creationId xmlns:a16="http://schemas.microsoft.com/office/drawing/2014/main" id="{DC47240D-924E-6413-F38C-E0C7063DC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2988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6" name="Rectangle 11">
            <a:extLst>
              <a:ext uri="{FF2B5EF4-FFF2-40B4-BE49-F238E27FC236}">
                <a16:creationId xmlns:a16="http://schemas.microsoft.com/office/drawing/2014/main" id="{73232A09-5F02-7F20-78F8-C51487006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7" name="Freeform 12">
            <a:extLst>
              <a:ext uri="{FF2B5EF4-FFF2-40B4-BE49-F238E27FC236}">
                <a16:creationId xmlns:a16="http://schemas.microsoft.com/office/drawing/2014/main" id="{162F688A-C5C1-CE56-52A2-774C0DB3F4F9}"/>
              </a:ext>
            </a:extLst>
          </p:cNvPr>
          <p:cNvSpPr>
            <a:spLocks/>
          </p:cNvSpPr>
          <p:nvPr/>
        </p:nvSpPr>
        <p:spPr bwMode="auto">
          <a:xfrm>
            <a:off x="7259638" y="5081588"/>
            <a:ext cx="11112" cy="1587"/>
          </a:xfrm>
          <a:custGeom>
            <a:avLst/>
            <a:gdLst>
              <a:gd name="T0" fmla="*/ 0 w 7"/>
              <a:gd name="T1" fmla="*/ 0 h 1588"/>
              <a:gd name="T2" fmla="*/ 0 w 7"/>
              <a:gd name="T3" fmla="*/ 0 h 1588"/>
              <a:gd name="T4" fmla="*/ 0 w 7"/>
              <a:gd name="T5" fmla="*/ 0 h 1588"/>
              <a:gd name="T6" fmla="*/ 2147483647 w 7"/>
              <a:gd name="T7" fmla="*/ 0 h 1588"/>
              <a:gd name="T8" fmla="*/ 2147483647 w 7"/>
              <a:gd name="T9" fmla="*/ 0 h 1588"/>
              <a:gd name="T10" fmla="*/ 2147483647 w 7"/>
              <a:gd name="T11" fmla="*/ 0 h 1588"/>
              <a:gd name="T12" fmla="*/ 0 w 7"/>
              <a:gd name="T13" fmla="*/ 0 h 158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8"/>
              <a:gd name="T23" fmla="*/ 7 w 7"/>
              <a:gd name="T24" fmla="*/ 1588 h 158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8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8" name="Rectangle 13">
            <a:extLst>
              <a:ext uri="{FF2B5EF4-FFF2-40B4-BE49-F238E27FC236}">
                <a16:creationId xmlns:a16="http://schemas.microsoft.com/office/drawing/2014/main" id="{52DB3601-18BF-7747-B41E-EA0E1CE6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9" name="Rectangle 14">
            <a:extLst>
              <a:ext uri="{FF2B5EF4-FFF2-40B4-BE49-F238E27FC236}">
                <a16:creationId xmlns:a16="http://schemas.microsoft.com/office/drawing/2014/main" id="{4D35137D-FF7A-9133-6AA9-7D9115A86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0" name="Rectangle 15">
            <a:extLst>
              <a:ext uri="{FF2B5EF4-FFF2-40B4-BE49-F238E27FC236}">
                <a16:creationId xmlns:a16="http://schemas.microsoft.com/office/drawing/2014/main" id="{4DC32F96-34F5-6675-FA34-043F27A1A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514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1" name="Rectangle 16">
            <a:extLst>
              <a:ext uri="{FF2B5EF4-FFF2-40B4-BE49-F238E27FC236}">
                <a16:creationId xmlns:a16="http://schemas.microsoft.com/office/drawing/2014/main" id="{CEC2ED1A-47C8-B6F6-CF50-F5EBB6A6A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3159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2" name="Rectangle 17">
            <a:extLst>
              <a:ext uri="{FF2B5EF4-FFF2-40B4-BE49-F238E27FC236}">
                <a16:creationId xmlns:a16="http://schemas.microsoft.com/office/drawing/2014/main" id="{6F77E588-694F-6A4B-19BC-94F8BCF0F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3" name="Rectangle 18">
            <a:extLst>
              <a:ext uri="{FF2B5EF4-FFF2-40B4-BE49-F238E27FC236}">
                <a16:creationId xmlns:a16="http://schemas.microsoft.com/office/drawing/2014/main" id="{785C805B-9EEF-8A7A-D01F-4A2D5F2CA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84700"/>
            <a:ext cx="12700" cy="2174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4" name="Rectangle 19">
            <a:extLst>
              <a:ext uri="{FF2B5EF4-FFF2-40B4-BE49-F238E27FC236}">
                <a16:creationId xmlns:a16="http://schemas.microsoft.com/office/drawing/2014/main" id="{5E8C8C4E-ACFC-97B9-ED7F-3914A101D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5" name="Rectangle 20">
            <a:extLst>
              <a:ext uri="{FF2B5EF4-FFF2-40B4-BE49-F238E27FC236}">
                <a16:creationId xmlns:a16="http://schemas.microsoft.com/office/drawing/2014/main" id="{1A891B19-C44D-9C08-5A32-62E49DE06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6" name="Rectangle 21">
            <a:extLst>
              <a:ext uri="{FF2B5EF4-FFF2-40B4-BE49-F238E27FC236}">
                <a16:creationId xmlns:a16="http://schemas.microsoft.com/office/drawing/2014/main" id="{DDCC576C-743D-EA46-D184-245D0996A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7" name="Rectangle 22">
            <a:extLst>
              <a:ext uri="{FF2B5EF4-FFF2-40B4-BE49-F238E27FC236}">
                <a16:creationId xmlns:a16="http://schemas.microsoft.com/office/drawing/2014/main" id="{C61D4DD9-5DA6-206A-805F-C7B42B72F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8" name="Rectangle 23">
            <a:extLst>
              <a:ext uri="{FF2B5EF4-FFF2-40B4-BE49-F238E27FC236}">
                <a16:creationId xmlns:a16="http://schemas.microsoft.com/office/drawing/2014/main" id="{7F4ACB20-218A-B0FE-2151-435E394B0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9" name="Rectangle 24">
            <a:extLst>
              <a:ext uri="{FF2B5EF4-FFF2-40B4-BE49-F238E27FC236}">
                <a16:creationId xmlns:a16="http://schemas.microsoft.com/office/drawing/2014/main" id="{F3AF55AA-CE88-0C82-222B-4A0C8F684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990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0" name="Rectangle 25">
            <a:extLst>
              <a:ext uri="{FF2B5EF4-FFF2-40B4-BE49-F238E27FC236}">
                <a16:creationId xmlns:a16="http://schemas.microsoft.com/office/drawing/2014/main" id="{8842693B-81AE-06E7-E2EE-FBCEB3CEB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1" name="Rectangle 26">
            <a:extLst>
              <a:ext uri="{FF2B5EF4-FFF2-40B4-BE49-F238E27FC236}">
                <a16:creationId xmlns:a16="http://schemas.microsoft.com/office/drawing/2014/main" id="{AE3D98C4-025F-45E7-558B-DC41205FA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802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2" name="Rectangle 27">
            <a:extLst>
              <a:ext uri="{FF2B5EF4-FFF2-40B4-BE49-F238E27FC236}">
                <a16:creationId xmlns:a16="http://schemas.microsoft.com/office/drawing/2014/main" id="{2177D67E-F4B1-CD66-C735-AD7D247E8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3" name="Rectangle 28">
            <a:extLst>
              <a:ext uri="{FF2B5EF4-FFF2-40B4-BE49-F238E27FC236}">
                <a16:creationId xmlns:a16="http://schemas.microsoft.com/office/drawing/2014/main" id="{B66219B0-76D9-B5EB-C3E1-3A41E2EF9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053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4" name="Rectangle 29">
            <a:extLst>
              <a:ext uri="{FF2B5EF4-FFF2-40B4-BE49-F238E27FC236}">
                <a16:creationId xmlns:a16="http://schemas.microsoft.com/office/drawing/2014/main" id="{3D77F62F-207F-1E4C-3414-336ED15E4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5" name="Rectangle 30">
            <a:extLst>
              <a:ext uri="{FF2B5EF4-FFF2-40B4-BE49-F238E27FC236}">
                <a16:creationId xmlns:a16="http://schemas.microsoft.com/office/drawing/2014/main" id="{C61DEB37-281D-3C23-24AE-D52333C1D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2560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6" name="Rectangle 31">
            <a:extLst>
              <a:ext uri="{FF2B5EF4-FFF2-40B4-BE49-F238E27FC236}">
                <a16:creationId xmlns:a16="http://schemas.microsoft.com/office/drawing/2014/main" id="{6B8166E6-4D4B-5F07-C711-BB858C65B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7" name="Rectangle 32">
            <a:extLst>
              <a:ext uri="{FF2B5EF4-FFF2-40B4-BE49-F238E27FC236}">
                <a16:creationId xmlns:a16="http://schemas.microsoft.com/office/drawing/2014/main" id="{69447AB9-7AB3-8746-18A9-003C1B741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587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8" name="Rectangle 33">
            <a:extLst>
              <a:ext uri="{FF2B5EF4-FFF2-40B4-BE49-F238E27FC236}">
                <a16:creationId xmlns:a16="http://schemas.microsoft.com/office/drawing/2014/main" id="{F2531937-A050-CD7A-4C7C-034930F39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9388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9" name="Rectangle 34">
            <a:extLst>
              <a:ext uri="{FF2B5EF4-FFF2-40B4-BE49-F238E27FC236}">
                <a16:creationId xmlns:a16="http://schemas.microsoft.com/office/drawing/2014/main" id="{47B3AD97-094C-0D8B-1B42-4BB394E66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0" name="Rectangle 35">
            <a:extLst>
              <a:ext uri="{FF2B5EF4-FFF2-40B4-BE49-F238E27FC236}">
                <a16:creationId xmlns:a16="http://schemas.microsoft.com/office/drawing/2014/main" id="{F56969AA-8835-904F-33BB-C9914D60F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1" name="Rectangle 36">
            <a:extLst>
              <a:ext uri="{FF2B5EF4-FFF2-40B4-BE49-F238E27FC236}">
                <a16:creationId xmlns:a16="http://schemas.microsoft.com/office/drawing/2014/main" id="{79551E48-0F4D-1E7C-1E9E-FEB4BB072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2" name="Rectangle 37">
            <a:extLst>
              <a:ext uri="{FF2B5EF4-FFF2-40B4-BE49-F238E27FC236}">
                <a16:creationId xmlns:a16="http://schemas.microsoft.com/office/drawing/2014/main" id="{0A2006AC-E425-3399-CDCE-C1B056240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3" name="Rectangle 38">
            <a:extLst>
              <a:ext uri="{FF2B5EF4-FFF2-40B4-BE49-F238E27FC236}">
                <a16:creationId xmlns:a16="http://schemas.microsoft.com/office/drawing/2014/main" id="{1FC53894-5B5D-0AEB-0D14-2CF37F2E0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4" name="Rectangle 39">
            <a:extLst>
              <a:ext uri="{FF2B5EF4-FFF2-40B4-BE49-F238E27FC236}">
                <a16:creationId xmlns:a16="http://schemas.microsoft.com/office/drawing/2014/main" id="{C1F1130C-DF69-1919-E470-943CB960F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053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5" name="Rectangle 40">
            <a:extLst>
              <a:ext uri="{FF2B5EF4-FFF2-40B4-BE49-F238E27FC236}">
                <a16:creationId xmlns:a16="http://schemas.microsoft.com/office/drawing/2014/main" id="{421F1631-C6F4-5FFF-7FFD-FA29A58CE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6" name="Rectangle 41">
            <a:extLst>
              <a:ext uri="{FF2B5EF4-FFF2-40B4-BE49-F238E27FC236}">
                <a16:creationId xmlns:a16="http://schemas.microsoft.com/office/drawing/2014/main" id="{C15919E6-2D9A-BB38-0BB0-7536D7EFF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1576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7" name="Rectangle 42">
            <a:extLst>
              <a:ext uri="{FF2B5EF4-FFF2-40B4-BE49-F238E27FC236}">
                <a16:creationId xmlns:a16="http://schemas.microsoft.com/office/drawing/2014/main" id="{81195721-7AAF-1C7A-6480-3A4652B14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8" name="Rectangle 43">
            <a:extLst>
              <a:ext uri="{FF2B5EF4-FFF2-40B4-BE49-F238E27FC236}">
                <a16:creationId xmlns:a16="http://schemas.microsoft.com/office/drawing/2014/main" id="{A4630A9E-04EB-106E-0D2F-C81E5D5E5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750" y="40989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9" name="Rectangle 44">
            <a:extLst>
              <a:ext uri="{FF2B5EF4-FFF2-40B4-BE49-F238E27FC236}">
                <a16:creationId xmlns:a16="http://schemas.microsoft.com/office/drawing/2014/main" id="{969AE370-AFA4-3933-357B-447FAA5CA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64502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0" name="Rectangle 45">
            <a:extLst>
              <a:ext uri="{FF2B5EF4-FFF2-40B4-BE49-F238E27FC236}">
                <a16:creationId xmlns:a16="http://schemas.microsoft.com/office/drawing/2014/main" id="{21B07232-F46E-B10E-99CD-D83A4CF0E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1" name="Rectangle 46">
            <a:extLst>
              <a:ext uri="{FF2B5EF4-FFF2-40B4-BE49-F238E27FC236}">
                <a16:creationId xmlns:a16="http://schemas.microsoft.com/office/drawing/2014/main" id="{87D03192-3194-4E14-650E-6FDEBCBE5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354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2" name="Rectangle 47">
            <a:extLst>
              <a:ext uri="{FF2B5EF4-FFF2-40B4-BE49-F238E27FC236}">
                <a16:creationId xmlns:a16="http://schemas.microsoft.com/office/drawing/2014/main" id="{AE7B4A82-E17E-EA12-1E4C-04B1CBEED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40213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3" name="Rectangle 48">
            <a:extLst>
              <a:ext uri="{FF2B5EF4-FFF2-40B4-BE49-F238E27FC236}">
                <a16:creationId xmlns:a16="http://schemas.microsoft.com/office/drawing/2014/main" id="{3FA7DD5B-87B7-5EAA-B5A7-DF3D20BD2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116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4" name="Rectangle 49">
            <a:extLst>
              <a:ext uri="{FF2B5EF4-FFF2-40B4-BE49-F238E27FC236}">
                <a16:creationId xmlns:a16="http://schemas.microsoft.com/office/drawing/2014/main" id="{A271C024-2AC6-C995-6E2D-E2D72623C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116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5" name="Rectangle 50">
            <a:extLst>
              <a:ext uri="{FF2B5EF4-FFF2-40B4-BE49-F238E27FC236}">
                <a16:creationId xmlns:a16="http://schemas.microsoft.com/office/drawing/2014/main" id="{B60A9B73-0F9B-B657-AD44-FBF6B6407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6" name="Rectangle 51">
            <a:extLst>
              <a:ext uri="{FF2B5EF4-FFF2-40B4-BE49-F238E27FC236}">
                <a16:creationId xmlns:a16="http://schemas.microsoft.com/office/drawing/2014/main" id="{D9934205-D351-5121-C03B-B43FFC66B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81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7" name="Rectangle 52">
            <a:extLst>
              <a:ext uri="{FF2B5EF4-FFF2-40B4-BE49-F238E27FC236}">
                <a16:creationId xmlns:a16="http://schemas.microsoft.com/office/drawing/2014/main" id="{30AB136D-BD53-76FA-0FB8-E5AD36A26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8" name="Rectangle 53">
            <a:extLst>
              <a:ext uri="{FF2B5EF4-FFF2-40B4-BE49-F238E27FC236}">
                <a16:creationId xmlns:a16="http://schemas.microsoft.com/office/drawing/2014/main" id="{F50A5B78-D13D-926E-3DD1-2F157052D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9897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9" name="Rectangle 54">
            <a:extLst>
              <a:ext uri="{FF2B5EF4-FFF2-40B4-BE49-F238E27FC236}">
                <a16:creationId xmlns:a16="http://schemas.microsoft.com/office/drawing/2014/main" id="{CD2B1F00-114D-26ED-2CE6-70F9D262A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0" name="Rectangle 55">
            <a:extLst>
              <a:ext uri="{FF2B5EF4-FFF2-40B4-BE49-F238E27FC236}">
                <a16:creationId xmlns:a16="http://schemas.microsoft.com/office/drawing/2014/main" id="{F0142029-75DC-02A0-EA26-452C7D266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6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1" name="Rectangle 56">
            <a:extLst>
              <a:ext uri="{FF2B5EF4-FFF2-40B4-BE49-F238E27FC236}">
                <a16:creationId xmlns:a16="http://schemas.microsoft.com/office/drawing/2014/main" id="{AAAB68E2-7D33-ECE2-52F3-F6D031AB7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2" name="Rectangle 57">
            <a:extLst>
              <a:ext uri="{FF2B5EF4-FFF2-40B4-BE49-F238E27FC236}">
                <a16:creationId xmlns:a16="http://schemas.microsoft.com/office/drawing/2014/main" id="{75D468F5-2A02-5078-D29B-8598EBD9E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050" y="44021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3" name="Rectangle 58">
            <a:extLst>
              <a:ext uri="{FF2B5EF4-FFF2-40B4-BE49-F238E27FC236}">
                <a16:creationId xmlns:a16="http://schemas.microsoft.com/office/drawing/2014/main" id="{427C4234-212F-178B-8B4A-A34B5AD84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4" name="Rectangle 59">
            <a:extLst>
              <a:ext uri="{FF2B5EF4-FFF2-40B4-BE49-F238E27FC236}">
                <a16:creationId xmlns:a16="http://schemas.microsoft.com/office/drawing/2014/main" id="{6EBA202F-FE08-3C55-0380-6D4B30414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013" y="38798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5" name="Rectangle 60">
            <a:extLst>
              <a:ext uri="{FF2B5EF4-FFF2-40B4-BE49-F238E27FC236}">
                <a16:creationId xmlns:a16="http://schemas.microsoft.com/office/drawing/2014/main" id="{14905095-9E8D-0081-97AE-91B7723AD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8798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6" name="Rectangle 61">
            <a:extLst>
              <a:ext uri="{FF2B5EF4-FFF2-40B4-BE49-F238E27FC236}">
                <a16:creationId xmlns:a16="http://schemas.microsoft.com/office/drawing/2014/main" id="{F42618D5-903E-FAF5-3F73-2EB66F1F6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7" name="Rectangle 62">
            <a:extLst>
              <a:ext uri="{FF2B5EF4-FFF2-40B4-BE49-F238E27FC236}">
                <a16:creationId xmlns:a16="http://schemas.microsoft.com/office/drawing/2014/main" id="{741A4815-8250-B46C-48E4-B1C7C3836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8" name="Rectangle 63">
            <a:extLst>
              <a:ext uri="{FF2B5EF4-FFF2-40B4-BE49-F238E27FC236}">
                <a16:creationId xmlns:a16="http://schemas.microsoft.com/office/drawing/2014/main" id="{1ADDD4BD-4765-1060-2B2E-C4146CF65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9" name="Rectangle 64">
            <a:extLst>
              <a:ext uri="{FF2B5EF4-FFF2-40B4-BE49-F238E27FC236}">
                <a16:creationId xmlns:a16="http://schemas.microsoft.com/office/drawing/2014/main" id="{D5040D1C-C64E-1EF5-CD91-C7B8C15CA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0" name="Rectangle 65">
            <a:extLst>
              <a:ext uri="{FF2B5EF4-FFF2-40B4-BE49-F238E27FC236}">
                <a16:creationId xmlns:a16="http://schemas.microsoft.com/office/drawing/2014/main" id="{6CD77FF4-C018-F80D-821E-38D8E055B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1" name="Rectangle 66">
            <a:extLst>
              <a:ext uri="{FF2B5EF4-FFF2-40B4-BE49-F238E27FC236}">
                <a16:creationId xmlns:a16="http://schemas.microsoft.com/office/drawing/2014/main" id="{510914B9-959D-2352-1906-F18179B31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2" name="Rectangle 67">
            <a:extLst>
              <a:ext uri="{FF2B5EF4-FFF2-40B4-BE49-F238E27FC236}">
                <a16:creationId xmlns:a16="http://schemas.microsoft.com/office/drawing/2014/main" id="{83E00102-A606-0CC4-C93D-0D4A412B9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3" name="Rectangle 68">
            <a:extLst>
              <a:ext uri="{FF2B5EF4-FFF2-40B4-BE49-F238E27FC236}">
                <a16:creationId xmlns:a16="http://schemas.microsoft.com/office/drawing/2014/main" id="{604717AC-0B6C-39B2-0846-8C34B6532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4" name="Rectangle 69">
            <a:extLst>
              <a:ext uri="{FF2B5EF4-FFF2-40B4-BE49-F238E27FC236}">
                <a16:creationId xmlns:a16="http://schemas.microsoft.com/office/drawing/2014/main" id="{BEB6C5FB-1DF6-5DB3-0AD4-21D8408CD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5" name="Rectangle 70">
            <a:extLst>
              <a:ext uri="{FF2B5EF4-FFF2-40B4-BE49-F238E27FC236}">
                <a16:creationId xmlns:a16="http://schemas.microsoft.com/office/drawing/2014/main" id="{A21C790A-B010-21E4-A803-E594BD3A9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6" name="Rectangle 71">
            <a:extLst>
              <a:ext uri="{FF2B5EF4-FFF2-40B4-BE49-F238E27FC236}">
                <a16:creationId xmlns:a16="http://schemas.microsoft.com/office/drawing/2014/main" id="{614ECCD1-193E-49D7-8744-7F1A0A3C9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7" name="Rectangle 72">
            <a:extLst>
              <a:ext uri="{FF2B5EF4-FFF2-40B4-BE49-F238E27FC236}">
                <a16:creationId xmlns:a16="http://schemas.microsoft.com/office/drawing/2014/main" id="{A8DDEE14-7EFA-6814-8F2C-CFFB293D7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8" name="Rectangle 73">
            <a:extLst>
              <a:ext uri="{FF2B5EF4-FFF2-40B4-BE49-F238E27FC236}">
                <a16:creationId xmlns:a16="http://schemas.microsoft.com/office/drawing/2014/main" id="{1A99B519-40A1-9E9E-1DC5-D7E990E78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0650" y="36988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9" name="Rectangle 74">
            <a:extLst>
              <a:ext uri="{FF2B5EF4-FFF2-40B4-BE49-F238E27FC236}">
                <a16:creationId xmlns:a16="http://schemas.microsoft.com/office/drawing/2014/main" id="{AC62D7F8-DDB8-2BBE-E068-AABFDC472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488" y="36988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0" name="Rectangle 75">
            <a:extLst>
              <a:ext uri="{FF2B5EF4-FFF2-40B4-BE49-F238E27FC236}">
                <a16:creationId xmlns:a16="http://schemas.microsoft.com/office/drawing/2014/main" id="{E6B58373-150D-A21E-C37B-93F57BC66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1" name="Rectangle 76">
            <a:extLst>
              <a:ext uri="{FF2B5EF4-FFF2-40B4-BE49-F238E27FC236}">
                <a16:creationId xmlns:a16="http://schemas.microsoft.com/office/drawing/2014/main" id="{E974A482-B530-A3B8-6467-E73D55C83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2" name="Rectangle 77">
            <a:extLst>
              <a:ext uri="{FF2B5EF4-FFF2-40B4-BE49-F238E27FC236}">
                <a16:creationId xmlns:a16="http://schemas.microsoft.com/office/drawing/2014/main" id="{F1557522-4B0D-7E7C-11EA-B8E6B459F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3" name="Rectangle 78">
            <a:extLst>
              <a:ext uri="{FF2B5EF4-FFF2-40B4-BE49-F238E27FC236}">
                <a16:creationId xmlns:a16="http://schemas.microsoft.com/office/drawing/2014/main" id="{B935F063-4406-C3FC-B162-50F722C30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4" name="Rectangle 79">
            <a:extLst>
              <a:ext uri="{FF2B5EF4-FFF2-40B4-BE49-F238E27FC236}">
                <a16:creationId xmlns:a16="http://schemas.microsoft.com/office/drawing/2014/main" id="{9368166C-E59A-5D4A-8389-8AB9C793C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5" name="Rectangle 80">
            <a:extLst>
              <a:ext uri="{FF2B5EF4-FFF2-40B4-BE49-F238E27FC236}">
                <a16:creationId xmlns:a16="http://schemas.microsoft.com/office/drawing/2014/main" id="{CF35AE7C-3B8E-60CA-6A3F-D340E346F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6" name="Rectangle 81">
            <a:extLst>
              <a:ext uri="{FF2B5EF4-FFF2-40B4-BE49-F238E27FC236}">
                <a16:creationId xmlns:a16="http://schemas.microsoft.com/office/drawing/2014/main" id="{C034E2BC-8C3C-B2B8-99F8-FFF9DBE0E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7" name="Rectangle 82">
            <a:extLst>
              <a:ext uri="{FF2B5EF4-FFF2-40B4-BE49-F238E27FC236}">
                <a16:creationId xmlns:a16="http://schemas.microsoft.com/office/drawing/2014/main" id="{748A1370-F3D6-62A7-BAAA-88F25D1A8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8" name="Rectangle 83">
            <a:extLst>
              <a:ext uri="{FF2B5EF4-FFF2-40B4-BE49-F238E27FC236}">
                <a16:creationId xmlns:a16="http://schemas.microsoft.com/office/drawing/2014/main" id="{69D8046E-87FC-36BC-BF31-C46B9ADF9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77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9" name="Rectangle 84">
            <a:extLst>
              <a:ext uri="{FF2B5EF4-FFF2-40B4-BE49-F238E27FC236}">
                <a16:creationId xmlns:a16="http://schemas.microsoft.com/office/drawing/2014/main" id="{9B9EE67B-97EB-1822-2562-07AECE44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42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0" name="Rectangle 85">
            <a:extLst>
              <a:ext uri="{FF2B5EF4-FFF2-40B4-BE49-F238E27FC236}">
                <a16:creationId xmlns:a16="http://schemas.microsoft.com/office/drawing/2014/main" id="{9DBF9AA6-E251-F967-A9CF-83483FA49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890713"/>
            <a:ext cx="11113" cy="841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1" name="Rectangle 86">
            <a:extLst>
              <a:ext uri="{FF2B5EF4-FFF2-40B4-BE49-F238E27FC236}">
                <a16:creationId xmlns:a16="http://schemas.microsoft.com/office/drawing/2014/main" id="{2A8CBBA4-DB98-2700-2096-851DEFA7C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351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2" name="Rectangle 87">
            <a:extLst>
              <a:ext uri="{FF2B5EF4-FFF2-40B4-BE49-F238E27FC236}">
                <a16:creationId xmlns:a16="http://schemas.microsoft.com/office/drawing/2014/main" id="{4EF44EB8-3CE4-20BB-2403-4E40C30FD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720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3" name="Rectangle 88">
            <a:extLst>
              <a:ext uri="{FF2B5EF4-FFF2-40B4-BE49-F238E27FC236}">
                <a16:creationId xmlns:a16="http://schemas.microsoft.com/office/drawing/2014/main" id="{3668D2E8-11F6-0F3A-175F-E761180B9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60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4" name="Rectangle 89">
            <a:extLst>
              <a:ext uri="{FF2B5EF4-FFF2-40B4-BE49-F238E27FC236}">
                <a16:creationId xmlns:a16="http://schemas.microsoft.com/office/drawing/2014/main" id="{6CF5D230-9D75-AE0E-42B3-FFB24076A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5" name="Rectangle 90">
            <a:extLst>
              <a:ext uri="{FF2B5EF4-FFF2-40B4-BE49-F238E27FC236}">
                <a16:creationId xmlns:a16="http://schemas.microsoft.com/office/drawing/2014/main" id="{8100D0E0-9832-7200-83D6-93B5EE646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6" name="Rectangle 91">
            <a:extLst>
              <a:ext uri="{FF2B5EF4-FFF2-40B4-BE49-F238E27FC236}">
                <a16:creationId xmlns:a16="http://schemas.microsoft.com/office/drawing/2014/main" id="{AC379B65-80FA-8893-75A7-82DB238D9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0" y="49498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7" name="Rectangle 92">
            <a:extLst>
              <a:ext uri="{FF2B5EF4-FFF2-40B4-BE49-F238E27FC236}">
                <a16:creationId xmlns:a16="http://schemas.microsoft.com/office/drawing/2014/main" id="{4B7CAD7A-A05F-C524-59F6-731DB8F9A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49498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8" name="Rectangle 93">
            <a:extLst>
              <a:ext uri="{FF2B5EF4-FFF2-40B4-BE49-F238E27FC236}">
                <a16:creationId xmlns:a16="http://schemas.microsoft.com/office/drawing/2014/main" id="{828A1D28-1718-AC71-6932-34E1664DE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593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9" name="Rectangle 94">
            <a:extLst>
              <a:ext uri="{FF2B5EF4-FFF2-40B4-BE49-F238E27FC236}">
                <a16:creationId xmlns:a16="http://schemas.microsoft.com/office/drawing/2014/main" id="{F75109E5-0FEE-4A9E-EFCE-0551EBE39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0" name="Freeform 95">
            <a:extLst>
              <a:ext uri="{FF2B5EF4-FFF2-40B4-BE49-F238E27FC236}">
                <a16:creationId xmlns:a16="http://schemas.microsoft.com/office/drawing/2014/main" id="{0A5B80DC-3E5A-EE4C-3DC9-5457E147DA14}"/>
              </a:ext>
            </a:extLst>
          </p:cNvPr>
          <p:cNvSpPr>
            <a:spLocks/>
          </p:cNvSpPr>
          <p:nvPr/>
        </p:nvSpPr>
        <p:spPr bwMode="auto">
          <a:xfrm>
            <a:off x="7259638" y="48164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21" name="Rectangle 96">
            <a:extLst>
              <a:ext uri="{FF2B5EF4-FFF2-40B4-BE49-F238E27FC236}">
                <a16:creationId xmlns:a16="http://schemas.microsoft.com/office/drawing/2014/main" id="{9A409B0D-ECBD-59A9-6189-6E3F8C33B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2" name="Rectangle 97">
            <a:extLst>
              <a:ext uri="{FF2B5EF4-FFF2-40B4-BE49-F238E27FC236}">
                <a16:creationId xmlns:a16="http://schemas.microsoft.com/office/drawing/2014/main" id="{B84352BF-B2E4-E015-7579-BC3FB8674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768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3" name="Rectangle 98">
            <a:extLst>
              <a:ext uri="{FF2B5EF4-FFF2-40B4-BE49-F238E27FC236}">
                <a16:creationId xmlns:a16="http://schemas.microsoft.com/office/drawing/2014/main" id="{453737FD-1708-EEED-E36F-F3C34AF41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6308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4" name="Rectangle 99">
            <a:extLst>
              <a:ext uri="{FF2B5EF4-FFF2-40B4-BE49-F238E27FC236}">
                <a16:creationId xmlns:a16="http://schemas.microsoft.com/office/drawing/2014/main" id="{6AEE80CA-86F3-759C-C08B-978D957AF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5" name="Rectangle 100">
            <a:extLst>
              <a:ext uri="{FF2B5EF4-FFF2-40B4-BE49-F238E27FC236}">
                <a16:creationId xmlns:a16="http://schemas.microsoft.com/office/drawing/2014/main" id="{40E870F3-C9F8-6D18-3ED6-DE545EA49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6" name="Rectangle 101">
            <a:extLst>
              <a:ext uri="{FF2B5EF4-FFF2-40B4-BE49-F238E27FC236}">
                <a16:creationId xmlns:a16="http://schemas.microsoft.com/office/drawing/2014/main" id="{1A1D476F-56D0-E99F-7010-9F760DF48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546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7" name="Rectangle 102">
            <a:extLst>
              <a:ext uri="{FF2B5EF4-FFF2-40B4-BE49-F238E27FC236}">
                <a16:creationId xmlns:a16="http://schemas.microsoft.com/office/drawing/2014/main" id="{AFE46526-1779-9A6C-17EE-B2E9EAB5A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641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8" name="Rectangle 103">
            <a:extLst>
              <a:ext uri="{FF2B5EF4-FFF2-40B4-BE49-F238E27FC236}">
                <a16:creationId xmlns:a16="http://schemas.microsoft.com/office/drawing/2014/main" id="{4596739E-9857-66EB-7C75-A3C4829DC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9" name="Freeform 104">
            <a:extLst>
              <a:ext uri="{FF2B5EF4-FFF2-40B4-BE49-F238E27FC236}">
                <a16:creationId xmlns:a16="http://schemas.microsoft.com/office/drawing/2014/main" id="{A9EABB5C-423C-A9D7-0B8F-22C2165677F0}"/>
              </a:ext>
            </a:extLst>
          </p:cNvPr>
          <p:cNvSpPr>
            <a:spLocks/>
          </p:cNvSpPr>
          <p:nvPr/>
        </p:nvSpPr>
        <p:spPr bwMode="auto">
          <a:xfrm>
            <a:off x="7259638" y="51212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30" name="Rectangle 105">
            <a:extLst>
              <a:ext uri="{FF2B5EF4-FFF2-40B4-BE49-F238E27FC236}">
                <a16:creationId xmlns:a16="http://schemas.microsoft.com/office/drawing/2014/main" id="{A79DD66E-C8F2-E2EE-5500-246289DDA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1" name="Rectangle 106">
            <a:extLst>
              <a:ext uri="{FF2B5EF4-FFF2-40B4-BE49-F238E27FC236}">
                <a16:creationId xmlns:a16="http://schemas.microsoft.com/office/drawing/2014/main" id="{44547747-3415-983C-4984-3BA81F3B7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2" name="Rectangle 107">
            <a:extLst>
              <a:ext uri="{FF2B5EF4-FFF2-40B4-BE49-F238E27FC236}">
                <a16:creationId xmlns:a16="http://schemas.microsoft.com/office/drawing/2014/main" id="{84A427F6-3CD3-FED8-B819-2A486FE07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3159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3" name="Rectangle 108">
            <a:extLst>
              <a:ext uri="{FF2B5EF4-FFF2-40B4-BE49-F238E27FC236}">
                <a16:creationId xmlns:a16="http://schemas.microsoft.com/office/drawing/2014/main" id="{9F3C447D-2BFC-AF59-97B1-EB47FB0EB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41875"/>
            <a:ext cx="12223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4" name="Rectangle 109">
            <a:extLst>
              <a:ext uri="{FF2B5EF4-FFF2-40B4-BE49-F238E27FC236}">
                <a16:creationId xmlns:a16="http://schemas.microsoft.com/office/drawing/2014/main" id="{70DBC135-E338-CE44-8909-A94A94759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624388"/>
            <a:ext cx="12700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5" name="Rectangle 110">
            <a:extLst>
              <a:ext uri="{FF2B5EF4-FFF2-40B4-BE49-F238E27FC236}">
                <a16:creationId xmlns:a16="http://schemas.microsoft.com/office/drawing/2014/main" id="{F0268A8B-3004-B603-4B5C-72EFD2F2D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624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6" name="Rectangle 111">
            <a:extLst>
              <a:ext uri="{FF2B5EF4-FFF2-40B4-BE49-F238E27FC236}">
                <a16:creationId xmlns:a16="http://schemas.microsoft.com/office/drawing/2014/main" id="{152E78D1-B046-961E-B333-1B111B5CC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14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7" name="Rectangle 112">
            <a:extLst>
              <a:ext uri="{FF2B5EF4-FFF2-40B4-BE49-F238E27FC236}">
                <a16:creationId xmlns:a16="http://schemas.microsoft.com/office/drawing/2014/main" id="{404D04C4-7A2D-0D84-ECF2-F7763A2D0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9387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8" name="Rectangle 113">
            <a:extLst>
              <a:ext uri="{FF2B5EF4-FFF2-40B4-BE49-F238E27FC236}">
                <a16:creationId xmlns:a16="http://schemas.microsoft.com/office/drawing/2014/main" id="{99F466EC-B379-98CB-E949-F14063227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41875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9" name="Rectangle 114">
            <a:extLst>
              <a:ext uri="{FF2B5EF4-FFF2-40B4-BE49-F238E27FC236}">
                <a16:creationId xmlns:a16="http://schemas.microsoft.com/office/drawing/2014/main" id="{3B24F557-63E6-58AE-D6F3-8B7172027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6243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0" name="Rectangle 115">
            <a:extLst>
              <a:ext uri="{FF2B5EF4-FFF2-40B4-BE49-F238E27FC236}">
                <a16:creationId xmlns:a16="http://schemas.microsoft.com/office/drawing/2014/main" id="{8D27AF8A-FAF0-1469-DBF6-6FEB0F2727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450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1" name="Rectangle 116">
            <a:extLst>
              <a:ext uri="{FF2B5EF4-FFF2-40B4-BE49-F238E27FC236}">
                <a16:creationId xmlns:a16="http://schemas.microsoft.com/office/drawing/2014/main" id="{467F295C-FEFA-8566-65A3-F80CF15B9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1450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2" name="Rectangle 117">
            <a:extLst>
              <a:ext uri="{FF2B5EF4-FFF2-40B4-BE49-F238E27FC236}">
                <a16:creationId xmlns:a16="http://schemas.microsoft.com/office/drawing/2014/main" id="{8C591617-2EB9-ABC6-6048-891C23E9A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029075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3" name="Rectangle 118">
            <a:extLst>
              <a:ext uri="{FF2B5EF4-FFF2-40B4-BE49-F238E27FC236}">
                <a16:creationId xmlns:a16="http://schemas.microsoft.com/office/drawing/2014/main" id="{2C60ED0A-3579-E84F-0E8C-66AA634CA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19538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4" name="Rectangle 119">
            <a:extLst>
              <a:ext uri="{FF2B5EF4-FFF2-40B4-BE49-F238E27FC236}">
                <a16:creationId xmlns:a16="http://schemas.microsoft.com/office/drawing/2014/main" id="{32E34010-1567-6B79-6162-DADB7F925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48150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5" name="Rectangle 120">
            <a:extLst>
              <a:ext uri="{FF2B5EF4-FFF2-40B4-BE49-F238E27FC236}">
                <a16:creationId xmlns:a16="http://schemas.microsoft.com/office/drawing/2014/main" id="{3BEC9CC2-02AA-D329-2BFD-309FBF670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6" name="Rectangle 121">
            <a:extLst>
              <a:ext uri="{FF2B5EF4-FFF2-40B4-BE49-F238E27FC236}">
                <a16:creationId xmlns:a16="http://schemas.microsoft.com/office/drawing/2014/main" id="{0E6D554B-C940-FA1A-5DCF-FD84A5BC8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32288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7" name="Rectangle 122">
            <a:extLst>
              <a:ext uri="{FF2B5EF4-FFF2-40B4-BE49-F238E27FC236}">
                <a16:creationId xmlns:a16="http://schemas.microsoft.com/office/drawing/2014/main" id="{93C0C2A9-01BE-8DEE-F42A-8D8A21E72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8" name="Rectangle 123">
            <a:extLst>
              <a:ext uri="{FF2B5EF4-FFF2-40B4-BE49-F238E27FC236}">
                <a16:creationId xmlns:a16="http://schemas.microsoft.com/office/drawing/2014/main" id="{2E3D4873-0A95-6A16-E419-DE4A616BD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9" name="Rectangle 124">
            <a:extLst>
              <a:ext uri="{FF2B5EF4-FFF2-40B4-BE49-F238E27FC236}">
                <a16:creationId xmlns:a16="http://schemas.microsoft.com/office/drawing/2014/main" id="{6C778B8D-4DF1-1B74-DBA3-FC6F3F4DE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930400"/>
            <a:ext cx="11113" cy="841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0" name="Rectangle 125">
            <a:extLst>
              <a:ext uri="{FF2B5EF4-FFF2-40B4-BE49-F238E27FC236}">
                <a16:creationId xmlns:a16="http://schemas.microsoft.com/office/drawing/2014/main" id="{01B29082-6C95-C62D-6A05-96F961996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748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1" name="Rectangle 126">
            <a:extLst>
              <a:ext uri="{FF2B5EF4-FFF2-40B4-BE49-F238E27FC236}">
                <a16:creationId xmlns:a16="http://schemas.microsoft.com/office/drawing/2014/main" id="{F08065F9-1D1E-298B-4098-2812D3E7F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5546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2" name="Rectangle 127">
            <a:extLst>
              <a:ext uri="{FF2B5EF4-FFF2-40B4-BE49-F238E27FC236}">
                <a16:creationId xmlns:a16="http://schemas.microsoft.com/office/drawing/2014/main" id="{D4E70A1C-3F08-0C03-C4F8-33FC9FAA6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3" name="Rectangle 128">
            <a:extLst>
              <a:ext uri="{FF2B5EF4-FFF2-40B4-BE49-F238E27FC236}">
                <a16:creationId xmlns:a16="http://schemas.microsoft.com/office/drawing/2014/main" id="{6ABA1EDD-643F-617E-646A-610C7DBD8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76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4" name="Rectangle 129">
            <a:extLst>
              <a:ext uri="{FF2B5EF4-FFF2-40B4-BE49-F238E27FC236}">
                <a16:creationId xmlns:a16="http://schemas.microsoft.com/office/drawing/2014/main" id="{39710841-46D0-D003-2035-D65754564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0" y="51784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5" name="Rectangle 130">
            <a:extLst>
              <a:ext uri="{FF2B5EF4-FFF2-40B4-BE49-F238E27FC236}">
                <a16:creationId xmlns:a16="http://schemas.microsoft.com/office/drawing/2014/main" id="{2E0F711E-8798-9B36-35BB-E8C6DA0C6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287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6" name="Rectangle 131">
            <a:extLst>
              <a:ext uri="{FF2B5EF4-FFF2-40B4-BE49-F238E27FC236}">
                <a16:creationId xmlns:a16="http://schemas.microsoft.com/office/drawing/2014/main" id="{6BD3BFF1-7022-1E62-37AD-59E5C2C5F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325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7" name="Rectangle 132">
            <a:extLst>
              <a:ext uri="{FF2B5EF4-FFF2-40B4-BE49-F238E27FC236}">
                <a16:creationId xmlns:a16="http://schemas.microsoft.com/office/drawing/2014/main" id="{2A0B92BD-985B-CA68-E9F5-CE9A20B67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8" name="Rectangle 133">
            <a:extLst>
              <a:ext uri="{FF2B5EF4-FFF2-40B4-BE49-F238E27FC236}">
                <a16:creationId xmlns:a16="http://schemas.microsoft.com/office/drawing/2014/main" id="{02187E29-D6BB-E6B1-6A91-3A8FA0A84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9" name="Rectangle 134">
            <a:extLst>
              <a:ext uri="{FF2B5EF4-FFF2-40B4-BE49-F238E27FC236}">
                <a16:creationId xmlns:a16="http://schemas.microsoft.com/office/drawing/2014/main" id="{BEE38829-CAA3-3175-55B1-E934ED9B0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548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0" name="Rectangle 135">
            <a:extLst>
              <a:ext uri="{FF2B5EF4-FFF2-40B4-BE49-F238E27FC236}">
                <a16:creationId xmlns:a16="http://schemas.microsoft.com/office/drawing/2014/main" id="{CF7CB973-AEBC-3019-498A-F13A1E9CA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8625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1" name="Rectangle 136">
            <a:extLst>
              <a:ext uri="{FF2B5EF4-FFF2-40B4-BE49-F238E27FC236}">
                <a16:creationId xmlns:a16="http://schemas.microsoft.com/office/drawing/2014/main" id="{1DBF8FF9-3DDF-C558-47FE-08ED25044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548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2" name="Rectangle 137">
            <a:extLst>
              <a:ext uri="{FF2B5EF4-FFF2-40B4-BE49-F238E27FC236}">
                <a16:creationId xmlns:a16="http://schemas.microsoft.com/office/drawing/2014/main" id="{15AB061D-53F3-79EE-5C71-9F4B13421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6688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3" name="Rectangle 138">
            <a:extLst>
              <a:ext uri="{FF2B5EF4-FFF2-40B4-BE49-F238E27FC236}">
                <a16:creationId xmlns:a16="http://schemas.microsoft.com/office/drawing/2014/main" id="{1976A137-8674-F649-95A3-CA17835FD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4" name="Freeform 139">
            <a:extLst>
              <a:ext uri="{FF2B5EF4-FFF2-40B4-BE49-F238E27FC236}">
                <a16:creationId xmlns:a16="http://schemas.microsoft.com/office/drawing/2014/main" id="{36DC24B2-8498-E6CE-7E87-D01030A70807}"/>
              </a:ext>
            </a:extLst>
          </p:cNvPr>
          <p:cNvSpPr>
            <a:spLocks/>
          </p:cNvSpPr>
          <p:nvPr/>
        </p:nvSpPr>
        <p:spPr bwMode="auto">
          <a:xfrm>
            <a:off x="4286250" y="4365625"/>
            <a:ext cx="12700" cy="1588"/>
          </a:xfrm>
          <a:custGeom>
            <a:avLst/>
            <a:gdLst>
              <a:gd name="T0" fmla="*/ 0 w 8"/>
              <a:gd name="T1" fmla="*/ 0 h 1587"/>
              <a:gd name="T2" fmla="*/ 0 w 8"/>
              <a:gd name="T3" fmla="*/ 0 h 1587"/>
              <a:gd name="T4" fmla="*/ 0 w 8"/>
              <a:gd name="T5" fmla="*/ 0 h 1587"/>
              <a:gd name="T6" fmla="*/ 2147483647 w 8"/>
              <a:gd name="T7" fmla="*/ 0 h 1587"/>
              <a:gd name="T8" fmla="*/ 2147483647 w 8"/>
              <a:gd name="T9" fmla="*/ 0 h 1587"/>
              <a:gd name="T10" fmla="*/ 2147483647 w 8"/>
              <a:gd name="T11" fmla="*/ 0 h 1587"/>
              <a:gd name="T12" fmla="*/ 0 w 8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"/>
              <a:gd name="T22" fmla="*/ 0 h 1587"/>
              <a:gd name="T23" fmla="*/ 8 w 8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" h="1587">
                <a:moveTo>
                  <a:pt x="0" y="0"/>
                </a:moveTo>
                <a:lnTo>
                  <a:pt x="0" y="0"/>
                </a:ln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65" name="Rectangle 140">
            <a:extLst>
              <a:ext uri="{FF2B5EF4-FFF2-40B4-BE49-F238E27FC236}">
                <a16:creationId xmlns:a16="http://schemas.microsoft.com/office/drawing/2014/main" id="{8DDDEDE7-2566-4C78-B9E1-B0F9E3A84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6" name="Rectangle 141">
            <a:extLst>
              <a:ext uri="{FF2B5EF4-FFF2-40B4-BE49-F238E27FC236}">
                <a16:creationId xmlns:a16="http://schemas.microsoft.com/office/drawing/2014/main" id="{89860C81-EB20-532A-4D2E-956AE5CAD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5488" y="3941763"/>
            <a:ext cx="292100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7" name="Rectangle 142">
            <a:extLst>
              <a:ext uri="{FF2B5EF4-FFF2-40B4-BE49-F238E27FC236}">
                <a16:creationId xmlns:a16="http://schemas.microsoft.com/office/drawing/2014/main" id="{EF638655-42C0-4ABB-B47E-74A392D80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8" name="Rectangle 143">
            <a:extLst>
              <a:ext uri="{FF2B5EF4-FFF2-40B4-BE49-F238E27FC236}">
                <a16:creationId xmlns:a16="http://schemas.microsoft.com/office/drawing/2014/main" id="{9AFD82D6-20F0-5E15-F9B3-5F974375E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2813050"/>
            <a:ext cx="120650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9" name="Rectangle 144">
            <a:extLst>
              <a:ext uri="{FF2B5EF4-FFF2-40B4-BE49-F238E27FC236}">
                <a16:creationId xmlns:a16="http://schemas.microsoft.com/office/drawing/2014/main" id="{50FC734C-B21C-F60E-DB46-921B293D6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8950" y="15986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grpSp>
        <p:nvGrpSpPr>
          <p:cNvPr id="2" name="组合 353">
            <a:extLst>
              <a:ext uri="{FF2B5EF4-FFF2-40B4-BE49-F238E27FC236}">
                <a16:creationId xmlns:a16="http://schemas.microsoft.com/office/drawing/2014/main" id="{1A7C78C4-CB91-633D-BCE0-87DE4D143C33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1217613"/>
            <a:ext cx="6705600" cy="4732337"/>
            <a:chOff x="1295400" y="1144934"/>
            <a:chExt cx="6705600" cy="4732338"/>
          </a:xfrm>
        </p:grpSpPr>
        <p:sp>
          <p:nvSpPr>
            <p:cNvPr id="59546" name="AutoShape 146">
              <a:extLst>
                <a:ext uri="{FF2B5EF4-FFF2-40B4-BE49-F238E27FC236}">
                  <a16:creationId xmlns:a16="http://schemas.microsoft.com/office/drawing/2014/main" id="{E923C26F-7E86-A39C-5446-FA34FC94062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95400" y="1144934"/>
              <a:ext cx="6705600" cy="473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7" name="Freeform 147">
              <a:extLst>
                <a:ext uri="{FF2B5EF4-FFF2-40B4-BE49-F238E27FC236}">
                  <a16:creationId xmlns:a16="http://schemas.microsoft.com/office/drawing/2014/main" id="{0BB88A87-4BBC-F0C4-E372-49A2E9F05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73725" cy="3459163"/>
            </a:xfrm>
            <a:custGeom>
              <a:avLst/>
              <a:gdLst>
                <a:gd name="T0" fmla="*/ 2147483647 w 3574"/>
                <a:gd name="T1" fmla="*/ 0 h 2179"/>
                <a:gd name="T2" fmla="*/ 2147483647 w 3574"/>
                <a:gd name="T3" fmla="*/ 2147483647 h 2179"/>
                <a:gd name="T4" fmla="*/ 2147483647 w 3574"/>
                <a:gd name="T5" fmla="*/ 2147483647 h 2179"/>
                <a:gd name="T6" fmla="*/ 2147483647 w 3574"/>
                <a:gd name="T7" fmla="*/ 2147483647 h 2179"/>
                <a:gd name="T8" fmla="*/ 0 w 3574"/>
                <a:gd name="T9" fmla="*/ 2147483647 h 2179"/>
                <a:gd name="T10" fmla="*/ 0 w 3574"/>
                <a:gd name="T11" fmla="*/ 2147483647 h 2179"/>
                <a:gd name="T12" fmla="*/ 0 w 3574"/>
                <a:gd name="T13" fmla="*/ 2147483647 h 2179"/>
                <a:gd name="T14" fmla="*/ 2147483647 w 3574"/>
                <a:gd name="T15" fmla="*/ 2147483647 h 2179"/>
                <a:gd name="T16" fmla="*/ 2147483647 w 3574"/>
                <a:gd name="T17" fmla="*/ 2147483647 h 2179"/>
                <a:gd name="T18" fmla="*/ 2147483647 w 3574"/>
                <a:gd name="T19" fmla="*/ 2147483647 h 2179"/>
                <a:gd name="T20" fmla="*/ 2147483647 w 3574"/>
                <a:gd name="T21" fmla="*/ 2147483647 h 2179"/>
                <a:gd name="T22" fmla="*/ 2147483647 w 3574"/>
                <a:gd name="T23" fmla="*/ 2147483647 h 2179"/>
                <a:gd name="T24" fmla="*/ 2147483647 w 3574"/>
                <a:gd name="T25" fmla="*/ 2147483647 h 2179"/>
                <a:gd name="T26" fmla="*/ 2147483647 w 3574"/>
                <a:gd name="T27" fmla="*/ 2147483647 h 2179"/>
                <a:gd name="T28" fmla="*/ 2147483647 w 3574"/>
                <a:gd name="T29" fmla="*/ 2147483647 h 2179"/>
                <a:gd name="T30" fmla="*/ 2147483647 w 3574"/>
                <a:gd name="T31" fmla="*/ 2147483647 h 2179"/>
                <a:gd name="T32" fmla="*/ 2147483647 w 3574"/>
                <a:gd name="T33" fmla="*/ 2147483647 h 2179"/>
                <a:gd name="T34" fmla="*/ 2147483647 w 3574"/>
                <a:gd name="T35" fmla="*/ 2147483647 h 2179"/>
                <a:gd name="T36" fmla="*/ 2147483647 w 3574"/>
                <a:gd name="T37" fmla="*/ 2147483647 h 2179"/>
                <a:gd name="T38" fmla="*/ 2147483647 w 3574"/>
                <a:gd name="T39" fmla="*/ 2147483647 h 2179"/>
                <a:gd name="T40" fmla="*/ 2147483647 w 3574"/>
                <a:gd name="T41" fmla="*/ 2147483647 h 2179"/>
                <a:gd name="T42" fmla="*/ 2147483647 w 3574"/>
                <a:gd name="T43" fmla="*/ 2147483647 h 2179"/>
                <a:gd name="T44" fmla="*/ 2147483647 w 3574"/>
                <a:gd name="T45" fmla="*/ 0 h 2179"/>
                <a:gd name="T46" fmla="*/ 2147483647 w 3574"/>
                <a:gd name="T47" fmla="*/ 0 h 2179"/>
                <a:gd name="T48" fmla="*/ 2147483647 w 3574"/>
                <a:gd name="T49" fmla="*/ 0 h 21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74"/>
                <a:gd name="T76" fmla="*/ 0 h 2179"/>
                <a:gd name="T77" fmla="*/ 3574 w 3574"/>
                <a:gd name="T78" fmla="*/ 2179 h 217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74" h="2179">
                  <a:moveTo>
                    <a:pt x="138" y="0"/>
                  </a:moveTo>
                  <a:lnTo>
                    <a:pt x="84" y="8"/>
                  </a:lnTo>
                  <a:lnTo>
                    <a:pt x="46" y="39"/>
                  </a:lnTo>
                  <a:lnTo>
                    <a:pt x="16" y="85"/>
                  </a:lnTo>
                  <a:lnTo>
                    <a:pt x="0" y="138"/>
                  </a:lnTo>
                  <a:lnTo>
                    <a:pt x="0" y="1086"/>
                  </a:lnTo>
                  <a:lnTo>
                    <a:pt x="0" y="2041"/>
                  </a:lnTo>
                  <a:lnTo>
                    <a:pt x="16" y="2095"/>
                  </a:lnTo>
                  <a:lnTo>
                    <a:pt x="46" y="214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28" y="39"/>
                  </a:lnTo>
                  <a:lnTo>
                    <a:pt x="3490" y="8"/>
                  </a:lnTo>
                  <a:lnTo>
                    <a:pt x="3436" y="0"/>
                  </a:lnTo>
                  <a:lnTo>
                    <a:pt x="1783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8" name="Freeform 148">
              <a:extLst>
                <a:ext uri="{FF2B5EF4-FFF2-40B4-BE49-F238E27FC236}">
                  <a16:creationId xmlns:a16="http://schemas.microsoft.com/office/drawing/2014/main" id="{5D1B9C9D-E9BF-6D0B-6DF4-918A69F21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84838" cy="3470275"/>
            </a:xfrm>
            <a:custGeom>
              <a:avLst/>
              <a:gdLst>
                <a:gd name="T0" fmla="*/ 2147483647 w 3581"/>
                <a:gd name="T1" fmla="*/ 2147483647 h 2186"/>
                <a:gd name="T2" fmla="*/ 2147483647 w 3581"/>
                <a:gd name="T3" fmla="*/ 2147483647 h 2186"/>
                <a:gd name="T4" fmla="*/ 2147483647 w 3581"/>
                <a:gd name="T5" fmla="*/ 2147483647 h 2186"/>
                <a:gd name="T6" fmla="*/ 2147483647 w 3581"/>
                <a:gd name="T7" fmla="*/ 2147483647 h 2186"/>
                <a:gd name="T8" fmla="*/ 2147483647 w 3581"/>
                <a:gd name="T9" fmla="*/ 2147483647 h 2186"/>
                <a:gd name="T10" fmla="*/ 2147483647 w 3581"/>
                <a:gd name="T11" fmla="*/ 2147483647 h 2186"/>
                <a:gd name="T12" fmla="*/ 2147483647 w 3581"/>
                <a:gd name="T13" fmla="*/ 2147483647 h 2186"/>
                <a:gd name="T14" fmla="*/ 2147483647 w 3581"/>
                <a:gd name="T15" fmla="*/ 2147483647 h 2186"/>
                <a:gd name="T16" fmla="*/ 2147483647 w 3581"/>
                <a:gd name="T17" fmla="*/ 2147483647 h 2186"/>
                <a:gd name="T18" fmla="*/ 2147483647 w 3581"/>
                <a:gd name="T19" fmla="*/ 2147483647 h 2186"/>
                <a:gd name="T20" fmla="*/ 2147483647 w 3581"/>
                <a:gd name="T21" fmla="*/ 2147483647 h 2186"/>
                <a:gd name="T22" fmla="*/ 2147483647 w 3581"/>
                <a:gd name="T23" fmla="*/ 2147483647 h 2186"/>
                <a:gd name="T24" fmla="*/ 2147483647 w 3581"/>
                <a:gd name="T25" fmla="*/ 2147483647 h 2186"/>
                <a:gd name="T26" fmla="*/ 2147483647 w 3581"/>
                <a:gd name="T27" fmla="*/ 2147483647 h 2186"/>
                <a:gd name="T28" fmla="*/ 2147483647 w 3581"/>
                <a:gd name="T29" fmla="*/ 2147483647 h 2186"/>
                <a:gd name="T30" fmla="*/ 2147483647 w 3581"/>
                <a:gd name="T31" fmla="*/ 2147483647 h 2186"/>
                <a:gd name="T32" fmla="*/ 2147483647 w 3581"/>
                <a:gd name="T33" fmla="*/ 2147483647 h 2186"/>
                <a:gd name="T34" fmla="*/ 2147483647 w 3581"/>
                <a:gd name="T35" fmla="*/ 2147483647 h 2186"/>
                <a:gd name="T36" fmla="*/ 2147483647 w 3581"/>
                <a:gd name="T37" fmla="*/ 2147483647 h 2186"/>
                <a:gd name="T38" fmla="*/ 2147483647 w 3581"/>
                <a:gd name="T39" fmla="*/ 2147483647 h 2186"/>
                <a:gd name="T40" fmla="*/ 2147483647 w 3581"/>
                <a:gd name="T41" fmla="*/ 2147483647 h 2186"/>
                <a:gd name="T42" fmla="*/ 2147483647 w 3581"/>
                <a:gd name="T43" fmla="*/ 2147483647 h 2186"/>
                <a:gd name="T44" fmla="*/ 2147483647 w 3581"/>
                <a:gd name="T45" fmla="*/ 2147483647 h 2186"/>
                <a:gd name="T46" fmla="*/ 2147483647 w 3581"/>
                <a:gd name="T47" fmla="*/ 2147483647 h 2186"/>
                <a:gd name="T48" fmla="*/ 2147483647 w 3581"/>
                <a:gd name="T49" fmla="*/ 0 h 2186"/>
                <a:gd name="T50" fmla="*/ 2147483647 w 3581"/>
                <a:gd name="T51" fmla="*/ 0 h 2186"/>
                <a:gd name="T52" fmla="*/ 2147483647 w 3581"/>
                <a:gd name="T53" fmla="*/ 2147483647 h 2186"/>
                <a:gd name="T54" fmla="*/ 2147483647 w 3581"/>
                <a:gd name="T55" fmla="*/ 2147483647 h 2186"/>
                <a:gd name="T56" fmla="*/ 2147483647 w 3581"/>
                <a:gd name="T57" fmla="*/ 2147483647 h 2186"/>
                <a:gd name="T58" fmla="*/ 2147483647 w 3581"/>
                <a:gd name="T59" fmla="*/ 2147483647 h 2186"/>
                <a:gd name="T60" fmla="*/ 2147483647 w 3581"/>
                <a:gd name="T61" fmla="*/ 2147483647 h 2186"/>
                <a:gd name="T62" fmla="*/ 2147483647 w 3581"/>
                <a:gd name="T63" fmla="*/ 2147483647 h 2186"/>
                <a:gd name="T64" fmla="*/ 2147483647 w 3581"/>
                <a:gd name="T65" fmla="*/ 2147483647 h 2186"/>
                <a:gd name="T66" fmla="*/ 2147483647 w 3581"/>
                <a:gd name="T67" fmla="*/ 2147483647 h 2186"/>
                <a:gd name="T68" fmla="*/ 2147483647 w 3581"/>
                <a:gd name="T69" fmla="*/ 2147483647 h 2186"/>
                <a:gd name="T70" fmla="*/ 2147483647 w 3581"/>
                <a:gd name="T71" fmla="*/ 2147483647 h 2186"/>
                <a:gd name="T72" fmla="*/ 2147483647 w 3581"/>
                <a:gd name="T73" fmla="*/ 2147483647 h 2186"/>
                <a:gd name="T74" fmla="*/ 2147483647 w 3581"/>
                <a:gd name="T75" fmla="*/ 2147483647 h 2186"/>
                <a:gd name="T76" fmla="*/ 2147483647 w 3581"/>
                <a:gd name="T77" fmla="*/ 2147483647 h 2186"/>
                <a:gd name="T78" fmla="*/ 2147483647 w 3581"/>
                <a:gd name="T79" fmla="*/ 2147483647 h 2186"/>
                <a:gd name="T80" fmla="*/ 2147483647 w 3581"/>
                <a:gd name="T81" fmla="*/ 2147483647 h 2186"/>
                <a:gd name="T82" fmla="*/ 0 w 3581"/>
                <a:gd name="T83" fmla="*/ 2147483647 h 2186"/>
                <a:gd name="T84" fmla="*/ 0 w 3581"/>
                <a:gd name="T85" fmla="*/ 2147483647 h 2186"/>
                <a:gd name="T86" fmla="*/ 0 w 3581"/>
                <a:gd name="T87" fmla="*/ 2147483647 h 2186"/>
                <a:gd name="T88" fmla="*/ 2147483647 w 3581"/>
                <a:gd name="T89" fmla="*/ 2147483647 h 2186"/>
                <a:gd name="T90" fmla="*/ 2147483647 w 3581"/>
                <a:gd name="T91" fmla="*/ 2147483647 h 2186"/>
                <a:gd name="T92" fmla="*/ 2147483647 w 3581"/>
                <a:gd name="T93" fmla="*/ 2147483647 h 2186"/>
                <a:gd name="T94" fmla="*/ 2147483647 w 3581"/>
                <a:gd name="T95" fmla="*/ 0 h 21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581"/>
                <a:gd name="T145" fmla="*/ 0 h 2186"/>
                <a:gd name="T146" fmla="*/ 3581 w 3581"/>
                <a:gd name="T147" fmla="*/ 2186 h 218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581" h="2186">
                  <a:moveTo>
                    <a:pt x="138" y="8"/>
                  </a:moveTo>
                  <a:lnTo>
                    <a:pt x="84" y="16"/>
                  </a:lnTo>
                  <a:lnTo>
                    <a:pt x="92" y="16"/>
                  </a:lnTo>
                  <a:lnTo>
                    <a:pt x="54" y="46"/>
                  </a:lnTo>
                  <a:lnTo>
                    <a:pt x="23" y="92"/>
                  </a:lnTo>
                  <a:lnTo>
                    <a:pt x="23" y="85"/>
                  </a:lnTo>
                  <a:lnTo>
                    <a:pt x="8" y="138"/>
                  </a:lnTo>
                  <a:lnTo>
                    <a:pt x="8" y="1086"/>
                  </a:lnTo>
                  <a:lnTo>
                    <a:pt x="8" y="2041"/>
                  </a:lnTo>
                  <a:lnTo>
                    <a:pt x="23" y="2095"/>
                  </a:lnTo>
                  <a:lnTo>
                    <a:pt x="54" y="2141"/>
                  </a:lnTo>
                  <a:lnTo>
                    <a:pt x="92" y="217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58" y="92"/>
                  </a:lnTo>
                  <a:lnTo>
                    <a:pt x="3528" y="46"/>
                  </a:lnTo>
                  <a:lnTo>
                    <a:pt x="3490" y="16"/>
                  </a:lnTo>
                  <a:lnTo>
                    <a:pt x="3436" y="8"/>
                  </a:lnTo>
                  <a:lnTo>
                    <a:pt x="1783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783" y="0"/>
                  </a:lnTo>
                  <a:lnTo>
                    <a:pt x="3436" y="0"/>
                  </a:lnTo>
                  <a:lnTo>
                    <a:pt x="3490" y="8"/>
                  </a:lnTo>
                  <a:lnTo>
                    <a:pt x="3497" y="8"/>
                  </a:lnTo>
                  <a:lnTo>
                    <a:pt x="3536" y="39"/>
                  </a:lnTo>
                  <a:lnTo>
                    <a:pt x="3566" y="85"/>
                  </a:lnTo>
                  <a:lnTo>
                    <a:pt x="3581" y="138"/>
                  </a:lnTo>
                  <a:lnTo>
                    <a:pt x="3581" y="1086"/>
                  </a:lnTo>
                  <a:lnTo>
                    <a:pt x="3581" y="2041"/>
                  </a:lnTo>
                  <a:lnTo>
                    <a:pt x="3566" y="2095"/>
                  </a:lnTo>
                  <a:lnTo>
                    <a:pt x="3566" y="2102"/>
                  </a:lnTo>
                  <a:lnTo>
                    <a:pt x="3536" y="2148"/>
                  </a:lnTo>
                  <a:lnTo>
                    <a:pt x="3497" y="2179"/>
                  </a:lnTo>
                  <a:lnTo>
                    <a:pt x="3490" y="2179"/>
                  </a:lnTo>
                  <a:lnTo>
                    <a:pt x="3436" y="2186"/>
                  </a:lnTo>
                  <a:lnTo>
                    <a:pt x="1783" y="2186"/>
                  </a:lnTo>
                  <a:lnTo>
                    <a:pt x="138" y="2186"/>
                  </a:lnTo>
                  <a:lnTo>
                    <a:pt x="84" y="2179"/>
                  </a:lnTo>
                  <a:lnTo>
                    <a:pt x="46" y="2148"/>
                  </a:lnTo>
                  <a:lnTo>
                    <a:pt x="16" y="2102"/>
                  </a:lnTo>
                  <a:lnTo>
                    <a:pt x="16" y="2095"/>
                  </a:lnTo>
                  <a:lnTo>
                    <a:pt x="0" y="2041"/>
                  </a:lnTo>
                  <a:lnTo>
                    <a:pt x="0" y="1086"/>
                  </a:lnTo>
                  <a:lnTo>
                    <a:pt x="0" y="138"/>
                  </a:lnTo>
                  <a:lnTo>
                    <a:pt x="16" y="85"/>
                  </a:lnTo>
                  <a:lnTo>
                    <a:pt x="46" y="39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9" name="Freeform 149">
              <a:extLst>
                <a:ext uri="{FF2B5EF4-FFF2-40B4-BE49-F238E27FC236}">
                  <a16:creationId xmlns:a16="http://schemas.microsoft.com/office/drawing/2014/main" id="{08717E23-9262-0F10-138D-B9219DFD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14863" cy="2597150"/>
            </a:xfrm>
            <a:custGeom>
              <a:avLst/>
              <a:gdLst>
                <a:gd name="T0" fmla="*/ 2147483647 w 2907"/>
                <a:gd name="T1" fmla="*/ 0 h 1636"/>
                <a:gd name="T2" fmla="*/ 2147483647 w 2907"/>
                <a:gd name="T3" fmla="*/ 2147483647 h 1636"/>
                <a:gd name="T4" fmla="*/ 2147483647 w 2907"/>
                <a:gd name="T5" fmla="*/ 2147483647 h 1636"/>
                <a:gd name="T6" fmla="*/ 2147483647 w 2907"/>
                <a:gd name="T7" fmla="*/ 2147483647 h 1636"/>
                <a:gd name="T8" fmla="*/ 0 w 2907"/>
                <a:gd name="T9" fmla="*/ 2147483647 h 1636"/>
                <a:gd name="T10" fmla="*/ 0 w 2907"/>
                <a:gd name="T11" fmla="*/ 2147483647 h 1636"/>
                <a:gd name="T12" fmla="*/ 0 w 2907"/>
                <a:gd name="T13" fmla="*/ 2147483647 h 1636"/>
                <a:gd name="T14" fmla="*/ 2147483647 w 2907"/>
                <a:gd name="T15" fmla="*/ 2147483647 h 1636"/>
                <a:gd name="T16" fmla="*/ 2147483647 w 2907"/>
                <a:gd name="T17" fmla="*/ 2147483647 h 1636"/>
                <a:gd name="T18" fmla="*/ 2147483647 w 2907"/>
                <a:gd name="T19" fmla="*/ 2147483647 h 1636"/>
                <a:gd name="T20" fmla="*/ 2147483647 w 2907"/>
                <a:gd name="T21" fmla="*/ 2147483647 h 1636"/>
                <a:gd name="T22" fmla="*/ 2147483647 w 2907"/>
                <a:gd name="T23" fmla="*/ 2147483647 h 1636"/>
                <a:gd name="T24" fmla="*/ 2147483647 w 2907"/>
                <a:gd name="T25" fmla="*/ 2147483647 h 1636"/>
                <a:gd name="T26" fmla="*/ 2147483647 w 2907"/>
                <a:gd name="T27" fmla="*/ 2147483647 h 1636"/>
                <a:gd name="T28" fmla="*/ 2147483647 w 2907"/>
                <a:gd name="T29" fmla="*/ 2147483647 h 1636"/>
                <a:gd name="T30" fmla="*/ 2147483647 w 2907"/>
                <a:gd name="T31" fmla="*/ 2147483647 h 1636"/>
                <a:gd name="T32" fmla="*/ 2147483647 w 2907"/>
                <a:gd name="T33" fmla="*/ 2147483647 h 1636"/>
                <a:gd name="T34" fmla="*/ 2147483647 w 2907"/>
                <a:gd name="T35" fmla="*/ 2147483647 h 1636"/>
                <a:gd name="T36" fmla="*/ 2147483647 w 2907"/>
                <a:gd name="T37" fmla="*/ 2147483647 h 1636"/>
                <a:gd name="T38" fmla="*/ 2147483647 w 2907"/>
                <a:gd name="T39" fmla="*/ 2147483647 h 1636"/>
                <a:gd name="T40" fmla="*/ 2147483647 w 2907"/>
                <a:gd name="T41" fmla="*/ 2147483647 h 1636"/>
                <a:gd name="T42" fmla="*/ 2147483647 w 2907"/>
                <a:gd name="T43" fmla="*/ 2147483647 h 1636"/>
                <a:gd name="T44" fmla="*/ 2147483647 w 2907"/>
                <a:gd name="T45" fmla="*/ 0 h 1636"/>
                <a:gd name="T46" fmla="*/ 2147483647 w 2907"/>
                <a:gd name="T47" fmla="*/ 0 h 1636"/>
                <a:gd name="T48" fmla="*/ 2147483647 w 2907"/>
                <a:gd name="T49" fmla="*/ 0 h 16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07"/>
                <a:gd name="T76" fmla="*/ 0 h 1636"/>
                <a:gd name="T77" fmla="*/ 2907 w 2907"/>
                <a:gd name="T78" fmla="*/ 1636 h 16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07" h="1636">
                  <a:moveTo>
                    <a:pt x="137" y="0"/>
                  </a:moveTo>
                  <a:lnTo>
                    <a:pt x="84" y="8"/>
                  </a:lnTo>
                  <a:lnTo>
                    <a:pt x="38" y="39"/>
                  </a:lnTo>
                  <a:lnTo>
                    <a:pt x="7" y="84"/>
                  </a:lnTo>
                  <a:lnTo>
                    <a:pt x="0" y="138"/>
                  </a:lnTo>
                  <a:lnTo>
                    <a:pt x="0" y="818"/>
                  </a:lnTo>
                  <a:lnTo>
                    <a:pt x="0" y="1499"/>
                  </a:lnTo>
                  <a:lnTo>
                    <a:pt x="7" y="1552"/>
                  </a:lnTo>
                  <a:lnTo>
                    <a:pt x="38" y="1590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62" y="39"/>
                  </a:lnTo>
                  <a:lnTo>
                    <a:pt x="2823" y="8"/>
                  </a:lnTo>
                  <a:lnTo>
                    <a:pt x="2770" y="0"/>
                  </a:lnTo>
                  <a:lnTo>
                    <a:pt x="1454" y="0"/>
                  </a:lnTo>
                  <a:lnTo>
                    <a:pt x="13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0" name="Freeform 150">
              <a:extLst>
                <a:ext uri="{FF2B5EF4-FFF2-40B4-BE49-F238E27FC236}">
                  <a16:creationId xmlns:a16="http://schemas.microsoft.com/office/drawing/2014/main" id="{77486797-D8FC-DA33-DB4F-D9D802DBF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27563" cy="2609850"/>
            </a:xfrm>
            <a:custGeom>
              <a:avLst/>
              <a:gdLst>
                <a:gd name="T0" fmla="*/ 2147483647 w 2915"/>
                <a:gd name="T1" fmla="*/ 2147483647 h 1644"/>
                <a:gd name="T2" fmla="*/ 2147483647 w 2915"/>
                <a:gd name="T3" fmla="*/ 2147483647 h 1644"/>
                <a:gd name="T4" fmla="*/ 2147483647 w 2915"/>
                <a:gd name="T5" fmla="*/ 2147483647 h 1644"/>
                <a:gd name="T6" fmla="*/ 2147483647 w 2915"/>
                <a:gd name="T7" fmla="*/ 2147483647 h 1644"/>
                <a:gd name="T8" fmla="*/ 2147483647 w 2915"/>
                <a:gd name="T9" fmla="*/ 2147483647 h 1644"/>
                <a:gd name="T10" fmla="*/ 2147483647 w 2915"/>
                <a:gd name="T11" fmla="*/ 2147483647 h 1644"/>
                <a:gd name="T12" fmla="*/ 2147483647 w 2915"/>
                <a:gd name="T13" fmla="*/ 2147483647 h 1644"/>
                <a:gd name="T14" fmla="*/ 2147483647 w 2915"/>
                <a:gd name="T15" fmla="*/ 2147483647 h 1644"/>
                <a:gd name="T16" fmla="*/ 2147483647 w 2915"/>
                <a:gd name="T17" fmla="*/ 2147483647 h 1644"/>
                <a:gd name="T18" fmla="*/ 2147483647 w 2915"/>
                <a:gd name="T19" fmla="*/ 2147483647 h 1644"/>
                <a:gd name="T20" fmla="*/ 2147483647 w 2915"/>
                <a:gd name="T21" fmla="*/ 2147483647 h 1644"/>
                <a:gd name="T22" fmla="*/ 2147483647 w 2915"/>
                <a:gd name="T23" fmla="*/ 2147483647 h 1644"/>
                <a:gd name="T24" fmla="*/ 2147483647 w 2915"/>
                <a:gd name="T25" fmla="*/ 2147483647 h 1644"/>
                <a:gd name="T26" fmla="*/ 2147483647 w 2915"/>
                <a:gd name="T27" fmla="*/ 2147483647 h 1644"/>
                <a:gd name="T28" fmla="*/ 2147483647 w 2915"/>
                <a:gd name="T29" fmla="*/ 2147483647 h 1644"/>
                <a:gd name="T30" fmla="*/ 2147483647 w 2915"/>
                <a:gd name="T31" fmla="*/ 2147483647 h 1644"/>
                <a:gd name="T32" fmla="*/ 2147483647 w 2915"/>
                <a:gd name="T33" fmla="*/ 2147483647 h 1644"/>
                <a:gd name="T34" fmla="*/ 2147483647 w 2915"/>
                <a:gd name="T35" fmla="*/ 2147483647 h 1644"/>
                <a:gd name="T36" fmla="*/ 2147483647 w 2915"/>
                <a:gd name="T37" fmla="*/ 2147483647 h 1644"/>
                <a:gd name="T38" fmla="*/ 2147483647 w 2915"/>
                <a:gd name="T39" fmla="*/ 2147483647 h 1644"/>
                <a:gd name="T40" fmla="*/ 2147483647 w 2915"/>
                <a:gd name="T41" fmla="*/ 2147483647 h 1644"/>
                <a:gd name="T42" fmla="*/ 2147483647 w 2915"/>
                <a:gd name="T43" fmla="*/ 2147483647 h 1644"/>
                <a:gd name="T44" fmla="*/ 2147483647 w 2915"/>
                <a:gd name="T45" fmla="*/ 2147483647 h 1644"/>
                <a:gd name="T46" fmla="*/ 2147483647 w 2915"/>
                <a:gd name="T47" fmla="*/ 2147483647 h 1644"/>
                <a:gd name="T48" fmla="*/ 2147483647 w 2915"/>
                <a:gd name="T49" fmla="*/ 0 h 1644"/>
                <a:gd name="T50" fmla="*/ 2147483647 w 2915"/>
                <a:gd name="T51" fmla="*/ 0 h 1644"/>
                <a:gd name="T52" fmla="*/ 2147483647 w 2915"/>
                <a:gd name="T53" fmla="*/ 2147483647 h 1644"/>
                <a:gd name="T54" fmla="*/ 2147483647 w 2915"/>
                <a:gd name="T55" fmla="*/ 2147483647 h 1644"/>
                <a:gd name="T56" fmla="*/ 2147483647 w 2915"/>
                <a:gd name="T57" fmla="*/ 2147483647 h 1644"/>
                <a:gd name="T58" fmla="*/ 2147483647 w 2915"/>
                <a:gd name="T59" fmla="*/ 2147483647 h 1644"/>
                <a:gd name="T60" fmla="*/ 2147483647 w 2915"/>
                <a:gd name="T61" fmla="*/ 2147483647 h 1644"/>
                <a:gd name="T62" fmla="*/ 2147483647 w 2915"/>
                <a:gd name="T63" fmla="*/ 2147483647 h 1644"/>
                <a:gd name="T64" fmla="*/ 2147483647 w 2915"/>
                <a:gd name="T65" fmla="*/ 2147483647 h 1644"/>
                <a:gd name="T66" fmla="*/ 2147483647 w 2915"/>
                <a:gd name="T67" fmla="*/ 2147483647 h 1644"/>
                <a:gd name="T68" fmla="*/ 2147483647 w 2915"/>
                <a:gd name="T69" fmla="*/ 2147483647 h 1644"/>
                <a:gd name="T70" fmla="*/ 2147483647 w 2915"/>
                <a:gd name="T71" fmla="*/ 2147483647 h 1644"/>
                <a:gd name="T72" fmla="*/ 2147483647 w 2915"/>
                <a:gd name="T73" fmla="*/ 2147483647 h 1644"/>
                <a:gd name="T74" fmla="*/ 2147483647 w 2915"/>
                <a:gd name="T75" fmla="*/ 2147483647 h 1644"/>
                <a:gd name="T76" fmla="*/ 2147483647 w 2915"/>
                <a:gd name="T77" fmla="*/ 2147483647 h 1644"/>
                <a:gd name="T78" fmla="*/ 2147483647 w 2915"/>
                <a:gd name="T79" fmla="*/ 2147483647 h 1644"/>
                <a:gd name="T80" fmla="*/ 2147483647 w 2915"/>
                <a:gd name="T81" fmla="*/ 2147483647 h 1644"/>
                <a:gd name="T82" fmla="*/ 0 w 2915"/>
                <a:gd name="T83" fmla="*/ 2147483647 h 1644"/>
                <a:gd name="T84" fmla="*/ 0 w 2915"/>
                <a:gd name="T85" fmla="*/ 2147483647 h 1644"/>
                <a:gd name="T86" fmla="*/ 0 w 2915"/>
                <a:gd name="T87" fmla="*/ 2147483647 h 1644"/>
                <a:gd name="T88" fmla="*/ 2147483647 w 2915"/>
                <a:gd name="T89" fmla="*/ 2147483647 h 1644"/>
                <a:gd name="T90" fmla="*/ 2147483647 w 2915"/>
                <a:gd name="T91" fmla="*/ 2147483647 h 1644"/>
                <a:gd name="T92" fmla="*/ 2147483647 w 2915"/>
                <a:gd name="T93" fmla="*/ 2147483647 h 1644"/>
                <a:gd name="T94" fmla="*/ 2147483647 w 2915"/>
                <a:gd name="T95" fmla="*/ 0 h 16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915"/>
                <a:gd name="T145" fmla="*/ 0 h 1644"/>
                <a:gd name="T146" fmla="*/ 2915 w 2915"/>
                <a:gd name="T147" fmla="*/ 1644 h 16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915" h="1644">
                  <a:moveTo>
                    <a:pt x="137" y="8"/>
                  </a:moveTo>
                  <a:lnTo>
                    <a:pt x="84" y="16"/>
                  </a:lnTo>
                  <a:lnTo>
                    <a:pt x="91" y="16"/>
                  </a:lnTo>
                  <a:lnTo>
                    <a:pt x="46" y="46"/>
                  </a:lnTo>
                  <a:lnTo>
                    <a:pt x="15" y="92"/>
                  </a:lnTo>
                  <a:lnTo>
                    <a:pt x="15" y="84"/>
                  </a:lnTo>
                  <a:lnTo>
                    <a:pt x="7" y="138"/>
                  </a:lnTo>
                  <a:lnTo>
                    <a:pt x="7" y="818"/>
                  </a:lnTo>
                  <a:lnTo>
                    <a:pt x="7" y="1499"/>
                  </a:lnTo>
                  <a:lnTo>
                    <a:pt x="15" y="1552"/>
                  </a:lnTo>
                  <a:lnTo>
                    <a:pt x="46" y="1590"/>
                  </a:lnTo>
                  <a:lnTo>
                    <a:pt x="91" y="1621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92" y="92"/>
                  </a:lnTo>
                  <a:lnTo>
                    <a:pt x="2862" y="46"/>
                  </a:lnTo>
                  <a:lnTo>
                    <a:pt x="2823" y="16"/>
                  </a:lnTo>
                  <a:lnTo>
                    <a:pt x="2770" y="8"/>
                  </a:lnTo>
                  <a:lnTo>
                    <a:pt x="1454" y="8"/>
                  </a:lnTo>
                  <a:lnTo>
                    <a:pt x="137" y="8"/>
                  </a:lnTo>
                  <a:lnTo>
                    <a:pt x="137" y="0"/>
                  </a:lnTo>
                  <a:lnTo>
                    <a:pt x="1454" y="0"/>
                  </a:lnTo>
                  <a:lnTo>
                    <a:pt x="2770" y="0"/>
                  </a:lnTo>
                  <a:lnTo>
                    <a:pt x="2823" y="8"/>
                  </a:lnTo>
                  <a:lnTo>
                    <a:pt x="2831" y="8"/>
                  </a:lnTo>
                  <a:lnTo>
                    <a:pt x="2869" y="39"/>
                  </a:lnTo>
                  <a:lnTo>
                    <a:pt x="2900" y="84"/>
                  </a:lnTo>
                  <a:lnTo>
                    <a:pt x="2915" y="138"/>
                  </a:lnTo>
                  <a:lnTo>
                    <a:pt x="2915" y="818"/>
                  </a:lnTo>
                  <a:lnTo>
                    <a:pt x="2915" y="1499"/>
                  </a:lnTo>
                  <a:lnTo>
                    <a:pt x="2900" y="1552"/>
                  </a:lnTo>
                  <a:lnTo>
                    <a:pt x="2900" y="1560"/>
                  </a:lnTo>
                  <a:lnTo>
                    <a:pt x="2869" y="1598"/>
                  </a:lnTo>
                  <a:lnTo>
                    <a:pt x="2831" y="1628"/>
                  </a:lnTo>
                  <a:lnTo>
                    <a:pt x="2823" y="1628"/>
                  </a:lnTo>
                  <a:lnTo>
                    <a:pt x="2770" y="1644"/>
                  </a:lnTo>
                  <a:lnTo>
                    <a:pt x="1454" y="1644"/>
                  </a:lnTo>
                  <a:lnTo>
                    <a:pt x="137" y="1644"/>
                  </a:lnTo>
                  <a:lnTo>
                    <a:pt x="84" y="1628"/>
                  </a:lnTo>
                  <a:lnTo>
                    <a:pt x="38" y="1598"/>
                  </a:lnTo>
                  <a:lnTo>
                    <a:pt x="7" y="1560"/>
                  </a:lnTo>
                  <a:lnTo>
                    <a:pt x="7" y="1552"/>
                  </a:lnTo>
                  <a:lnTo>
                    <a:pt x="0" y="1499"/>
                  </a:lnTo>
                  <a:lnTo>
                    <a:pt x="0" y="818"/>
                  </a:lnTo>
                  <a:lnTo>
                    <a:pt x="0" y="138"/>
                  </a:lnTo>
                  <a:lnTo>
                    <a:pt x="7" y="84"/>
                  </a:lnTo>
                  <a:lnTo>
                    <a:pt x="38" y="39"/>
                  </a:lnTo>
                  <a:lnTo>
                    <a:pt x="84" y="8"/>
                  </a:lnTo>
                  <a:lnTo>
                    <a:pt x="137" y="0"/>
                  </a:lnTo>
                  <a:lnTo>
                    <a:pt x="13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1" name="Freeform 151">
              <a:extLst>
                <a:ext uri="{FF2B5EF4-FFF2-40B4-BE49-F238E27FC236}">
                  <a16:creationId xmlns:a16="http://schemas.microsoft.com/office/drawing/2014/main" id="{1C76C546-E122-0A79-CB68-42FE2D8A6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86150" cy="2001838"/>
            </a:xfrm>
            <a:custGeom>
              <a:avLst/>
              <a:gdLst>
                <a:gd name="T0" fmla="*/ 2147483647 w 2196"/>
                <a:gd name="T1" fmla="*/ 0 h 1261"/>
                <a:gd name="T2" fmla="*/ 2147483647 w 2196"/>
                <a:gd name="T3" fmla="*/ 2147483647 h 1261"/>
                <a:gd name="T4" fmla="*/ 2147483647 w 2196"/>
                <a:gd name="T5" fmla="*/ 2147483647 h 1261"/>
                <a:gd name="T6" fmla="*/ 2147483647 w 2196"/>
                <a:gd name="T7" fmla="*/ 2147483647 h 1261"/>
                <a:gd name="T8" fmla="*/ 0 w 2196"/>
                <a:gd name="T9" fmla="*/ 2147483647 h 1261"/>
                <a:gd name="T10" fmla="*/ 0 w 2196"/>
                <a:gd name="T11" fmla="*/ 2147483647 h 1261"/>
                <a:gd name="T12" fmla="*/ 0 w 2196"/>
                <a:gd name="T13" fmla="*/ 2147483647 h 1261"/>
                <a:gd name="T14" fmla="*/ 2147483647 w 2196"/>
                <a:gd name="T15" fmla="*/ 2147483647 h 1261"/>
                <a:gd name="T16" fmla="*/ 2147483647 w 2196"/>
                <a:gd name="T17" fmla="*/ 2147483647 h 1261"/>
                <a:gd name="T18" fmla="*/ 2147483647 w 2196"/>
                <a:gd name="T19" fmla="*/ 2147483647 h 1261"/>
                <a:gd name="T20" fmla="*/ 2147483647 w 2196"/>
                <a:gd name="T21" fmla="*/ 2147483647 h 1261"/>
                <a:gd name="T22" fmla="*/ 2147483647 w 2196"/>
                <a:gd name="T23" fmla="*/ 2147483647 h 1261"/>
                <a:gd name="T24" fmla="*/ 2147483647 w 2196"/>
                <a:gd name="T25" fmla="*/ 2147483647 h 1261"/>
                <a:gd name="T26" fmla="*/ 2147483647 w 2196"/>
                <a:gd name="T27" fmla="*/ 2147483647 h 1261"/>
                <a:gd name="T28" fmla="*/ 2147483647 w 2196"/>
                <a:gd name="T29" fmla="*/ 2147483647 h 1261"/>
                <a:gd name="T30" fmla="*/ 2147483647 w 2196"/>
                <a:gd name="T31" fmla="*/ 2147483647 h 1261"/>
                <a:gd name="T32" fmla="*/ 2147483647 w 2196"/>
                <a:gd name="T33" fmla="*/ 2147483647 h 1261"/>
                <a:gd name="T34" fmla="*/ 2147483647 w 2196"/>
                <a:gd name="T35" fmla="*/ 2147483647 h 1261"/>
                <a:gd name="T36" fmla="*/ 2147483647 w 2196"/>
                <a:gd name="T37" fmla="*/ 2147483647 h 1261"/>
                <a:gd name="T38" fmla="*/ 2147483647 w 2196"/>
                <a:gd name="T39" fmla="*/ 2147483647 h 1261"/>
                <a:gd name="T40" fmla="*/ 2147483647 w 2196"/>
                <a:gd name="T41" fmla="*/ 2147483647 h 1261"/>
                <a:gd name="T42" fmla="*/ 2147483647 w 2196"/>
                <a:gd name="T43" fmla="*/ 2147483647 h 1261"/>
                <a:gd name="T44" fmla="*/ 2147483647 w 2196"/>
                <a:gd name="T45" fmla="*/ 0 h 1261"/>
                <a:gd name="T46" fmla="*/ 2147483647 w 2196"/>
                <a:gd name="T47" fmla="*/ 0 h 1261"/>
                <a:gd name="T48" fmla="*/ 2147483647 w 2196"/>
                <a:gd name="T49" fmla="*/ 0 h 12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96"/>
                <a:gd name="T76" fmla="*/ 0 h 1261"/>
                <a:gd name="T77" fmla="*/ 2196 w 2196"/>
                <a:gd name="T78" fmla="*/ 1261 h 126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96" h="1261">
                  <a:moveTo>
                    <a:pt x="138" y="0"/>
                  </a:moveTo>
                  <a:lnTo>
                    <a:pt x="84" y="8"/>
                  </a:lnTo>
                  <a:lnTo>
                    <a:pt x="39" y="38"/>
                  </a:lnTo>
                  <a:lnTo>
                    <a:pt x="8" y="84"/>
                  </a:lnTo>
                  <a:lnTo>
                    <a:pt x="0" y="138"/>
                  </a:lnTo>
                  <a:lnTo>
                    <a:pt x="0" y="627"/>
                  </a:lnTo>
                  <a:lnTo>
                    <a:pt x="0" y="1124"/>
                  </a:lnTo>
                  <a:lnTo>
                    <a:pt x="8" y="1177"/>
                  </a:lnTo>
                  <a:lnTo>
                    <a:pt x="39" y="1215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51" y="38"/>
                  </a:lnTo>
                  <a:lnTo>
                    <a:pt x="2112" y="8"/>
                  </a:lnTo>
                  <a:lnTo>
                    <a:pt x="2059" y="0"/>
                  </a:lnTo>
                  <a:lnTo>
                    <a:pt x="1095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2" name="Freeform 152">
              <a:extLst>
                <a:ext uri="{FF2B5EF4-FFF2-40B4-BE49-F238E27FC236}">
                  <a16:creationId xmlns:a16="http://schemas.microsoft.com/office/drawing/2014/main" id="{71B13BE2-12B2-A08A-E71A-0CE019F09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98850" cy="2014538"/>
            </a:xfrm>
            <a:custGeom>
              <a:avLst/>
              <a:gdLst>
                <a:gd name="T0" fmla="*/ 2147483647 w 2204"/>
                <a:gd name="T1" fmla="*/ 2147483647 h 1269"/>
                <a:gd name="T2" fmla="*/ 2147483647 w 2204"/>
                <a:gd name="T3" fmla="*/ 2147483647 h 1269"/>
                <a:gd name="T4" fmla="*/ 2147483647 w 2204"/>
                <a:gd name="T5" fmla="*/ 2147483647 h 1269"/>
                <a:gd name="T6" fmla="*/ 2147483647 w 2204"/>
                <a:gd name="T7" fmla="*/ 2147483647 h 1269"/>
                <a:gd name="T8" fmla="*/ 2147483647 w 2204"/>
                <a:gd name="T9" fmla="*/ 2147483647 h 1269"/>
                <a:gd name="T10" fmla="*/ 2147483647 w 2204"/>
                <a:gd name="T11" fmla="*/ 2147483647 h 1269"/>
                <a:gd name="T12" fmla="*/ 2147483647 w 2204"/>
                <a:gd name="T13" fmla="*/ 2147483647 h 1269"/>
                <a:gd name="T14" fmla="*/ 2147483647 w 2204"/>
                <a:gd name="T15" fmla="*/ 2147483647 h 1269"/>
                <a:gd name="T16" fmla="*/ 2147483647 w 2204"/>
                <a:gd name="T17" fmla="*/ 2147483647 h 1269"/>
                <a:gd name="T18" fmla="*/ 2147483647 w 2204"/>
                <a:gd name="T19" fmla="*/ 2147483647 h 1269"/>
                <a:gd name="T20" fmla="*/ 2147483647 w 2204"/>
                <a:gd name="T21" fmla="*/ 2147483647 h 1269"/>
                <a:gd name="T22" fmla="*/ 2147483647 w 2204"/>
                <a:gd name="T23" fmla="*/ 2147483647 h 1269"/>
                <a:gd name="T24" fmla="*/ 2147483647 w 2204"/>
                <a:gd name="T25" fmla="*/ 2147483647 h 1269"/>
                <a:gd name="T26" fmla="*/ 2147483647 w 2204"/>
                <a:gd name="T27" fmla="*/ 2147483647 h 1269"/>
                <a:gd name="T28" fmla="*/ 2147483647 w 2204"/>
                <a:gd name="T29" fmla="*/ 2147483647 h 1269"/>
                <a:gd name="T30" fmla="*/ 2147483647 w 2204"/>
                <a:gd name="T31" fmla="*/ 2147483647 h 1269"/>
                <a:gd name="T32" fmla="*/ 2147483647 w 2204"/>
                <a:gd name="T33" fmla="*/ 2147483647 h 1269"/>
                <a:gd name="T34" fmla="*/ 2147483647 w 2204"/>
                <a:gd name="T35" fmla="*/ 2147483647 h 1269"/>
                <a:gd name="T36" fmla="*/ 2147483647 w 2204"/>
                <a:gd name="T37" fmla="*/ 2147483647 h 1269"/>
                <a:gd name="T38" fmla="*/ 2147483647 w 2204"/>
                <a:gd name="T39" fmla="*/ 2147483647 h 1269"/>
                <a:gd name="T40" fmla="*/ 2147483647 w 2204"/>
                <a:gd name="T41" fmla="*/ 2147483647 h 1269"/>
                <a:gd name="T42" fmla="*/ 2147483647 w 2204"/>
                <a:gd name="T43" fmla="*/ 2147483647 h 1269"/>
                <a:gd name="T44" fmla="*/ 2147483647 w 2204"/>
                <a:gd name="T45" fmla="*/ 2147483647 h 1269"/>
                <a:gd name="T46" fmla="*/ 2147483647 w 2204"/>
                <a:gd name="T47" fmla="*/ 2147483647 h 1269"/>
                <a:gd name="T48" fmla="*/ 2147483647 w 2204"/>
                <a:gd name="T49" fmla="*/ 0 h 1269"/>
                <a:gd name="T50" fmla="*/ 2147483647 w 2204"/>
                <a:gd name="T51" fmla="*/ 0 h 1269"/>
                <a:gd name="T52" fmla="*/ 2147483647 w 2204"/>
                <a:gd name="T53" fmla="*/ 2147483647 h 1269"/>
                <a:gd name="T54" fmla="*/ 2147483647 w 2204"/>
                <a:gd name="T55" fmla="*/ 2147483647 h 1269"/>
                <a:gd name="T56" fmla="*/ 2147483647 w 2204"/>
                <a:gd name="T57" fmla="*/ 2147483647 h 1269"/>
                <a:gd name="T58" fmla="*/ 2147483647 w 2204"/>
                <a:gd name="T59" fmla="*/ 2147483647 h 1269"/>
                <a:gd name="T60" fmla="*/ 2147483647 w 2204"/>
                <a:gd name="T61" fmla="*/ 2147483647 h 1269"/>
                <a:gd name="T62" fmla="*/ 2147483647 w 2204"/>
                <a:gd name="T63" fmla="*/ 2147483647 h 1269"/>
                <a:gd name="T64" fmla="*/ 2147483647 w 2204"/>
                <a:gd name="T65" fmla="*/ 2147483647 h 1269"/>
                <a:gd name="T66" fmla="*/ 2147483647 w 2204"/>
                <a:gd name="T67" fmla="*/ 2147483647 h 1269"/>
                <a:gd name="T68" fmla="*/ 2147483647 w 2204"/>
                <a:gd name="T69" fmla="*/ 2147483647 h 1269"/>
                <a:gd name="T70" fmla="*/ 2147483647 w 2204"/>
                <a:gd name="T71" fmla="*/ 2147483647 h 1269"/>
                <a:gd name="T72" fmla="*/ 2147483647 w 2204"/>
                <a:gd name="T73" fmla="*/ 2147483647 h 1269"/>
                <a:gd name="T74" fmla="*/ 2147483647 w 2204"/>
                <a:gd name="T75" fmla="*/ 2147483647 h 1269"/>
                <a:gd name="T76" fmla="*/ 2147483647 w 2204"/>
                <a:gd name="T77" fmla="*/ 2147483647 h 1269"/>
                <a:gd name="T78" fmla="*/ 2147483647 w 2204"/>
                <a:gd name="T79" fmla="*/ 2147483647 h 1269"/>
                <a:gd name="T80" fmla="*/ 2147483647 w 2204"/>
                <a:gd name="T81" fmla="*/ 2147483647 h 1269"/>
                <a:gd name="T82" fmla="*/ 0 w 2204"/>
                <a:gd name="T83" fmla="*/ 2147483647 h 1269"/>
                <a:gd name="T84" fmla="*/ 0 w 2204"/>
                <a:gd name="T85" fmla="*/ 2147483647 h 1269"/>
                <a:gd name="T86" fmla="*/ 0 w 2204"/>
                <a:gd name="T87" fmla="*/ 2147483647 h 1269"/>
                <a:gd name="T88" fmla="*/ 2147483647 w 2204"/>
                <a:gd name="T89" fmla="*/ 2147483647 h 1269"/>
                <a:gd name="T90" fmla="*/ 2147483647 w 2204"/>
                <a:gd name="T91" fmla="*/ 2147483647 h 1269"/>
                <a:gd name="T92" fmla="*/ 2147483647 w 2204"/>
                <a:gd name="T93" fmla="*/ 2147483647 h 1269"/>
                <a:gd name="T94" fmla="*/ 2147483647 w 2204"/>
                <a:gd name="T95" fmla="*/ 0 h 12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04"/>
                <a:gd name="T145" fmla="*/ 0 h 1269"/>
                <a:gd name="T146" fmla="*/ 2204 w 2204"/>
                <a:gd name="T147" fmla="*/ 1269 h 126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04" h="1269">
                  <a:moveTo>
                    <a:pt x="138" y="8"/>
                  </a:moveTo>
                  <a:lnTo>
                    <a:pt x="84" y="15"/>
                  </a:lnTo>
                  <a:lnTo>
                    <a:pt x="92" y="15"/>
                  </a:lnTo>
                  <a:lnTo>
                    <a:pt x="46" y="46"/>
                  </a:lnTo>
                  <a:lnTo>
                    <a:pt x="16" y="92"/>
                  </a:lnTo>
                  <a:lnTo>
                    <a:pt x="16" y="84"/>
                  </a:lnTo>
                  <a:lnTo>
                    <a:pt x="8" y="138"/>
                  </a:lnTo>
                  <a:lnTo>
                    <a:pt x="8" y="627"/>
                  </a:lnTo>
                  <a:lnTo>
                    <a:pt x="8" y="1124"/>
                  </a:lnTo>
                  <a:lnTo>
                    <a:pt x="16" y="1177"/>
                  </a:lnTo>
                  <a:lnTo>
                    <a:pt x="46" y="1215"/>
                  </a:lnTo>
                  <a:lnTo>
                    <a:pt x="92" y="1246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81" y="92"/>
                  </a:lnTo>
                  <a:lnTo>
                    <a:pt x="2151" y="46"/>
                  </a:lnTo>
                  <a:lnTo>
                    <a:pt x="2112" y="15"/>
                  </a:lnTo>
                  <a:lnTo>
                    <a:pt x="2059" y="8"/>
                  </a:lnTo>
                  <a:lnTo>
                    <a:pt x="1095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095" y="0"/>
                  </a:lnTo>
                  <a:lnTo>
                    <a:pt x="2059" y="0"/>
                  </a:lnTo>
                  <a:lnTo>
                    <a:pt x="2112" y="8"/>
                  </a:lnTo>
                  <a:lnTo>
                    <a:pt x="2120" y="8"/>
                  </a:lnTo>
                  <a:lnTo>
                    <a:pt x="2158" y="38"/>
                  </a:lnTo>
                  <a:lnTo>
                    <a:pt x="2189" y="84"/>
                  </a:lnTo>
                  <a:lnTo>
                    <a:pt x="2204" y="138"/>
                  </a:lnTo>
                  <a:lnTo>
                    <a:pt x="2204" y="627"/>
                  </a:lnTo>
                  <a:lnTo>
                    <a:pt x="2204" y="1124"/>
                  </a:lnTo>
                  <a:lnTo>
                    <a:pt x="2189" y="1177"/>
                  </a:lnTo>
                  <a:lnTo>
                    <a:pt x="2189" y="1185"/>
                  </a:lnTo>
                  <a:lnTo>
                    <a:pt x="2158" y="1223"/>
                  </a:lnTo>
                  <a:lnTo>
                    <a:pt x="2120" y="1253"/>
                  </a:lnTo>
                  <a:lnTo>
                    <a:pt x="2112" y="1253"/>
                  </a:lnTo>
                  <a:lnTo>
                    <a:pt x="2059" y="1269"/>
                  </a:lnTo>
                  <a:lnTo>
                    <a:pt x="1095" y="1269"/>
                  </a:lnTo>
                  <a:lnTo>
                    <a:pt x="138" y="1269"/>
                  </a:lnTo>
                  <a:lnTo>
                    <a:pt x="84" y="1253"/>
                  </a:lnTo>
                  <a:lnTo>
                    <a:pt x="39" y="1223"/>
                  </a:lnTo>
                  <a:lnTo>
                    <a:pt x="8" y="1185"/>
                  </a:lnTo>
                  <a:lnTo>
                    <a:pt x="8" y="1177"/>
                  </a:lnTo>
                  <a:lnTo>
                    <a:pt x="0" y="1124"/>
                  </a:lnTo>
                  <a:lnTo>
                    <a:pt x="0" y="627"/>
                  </a:lnTo>
                  <a:lnTo>
                    <a:pt x="0" y="138"/>
                  </a:lnTo>
                  <a:lnTo>
                    <a:pt x="8" y="84"/>
                  </a:lnTo>
                  <a:lnTo>
                    <a:pt x="39" y="38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3" name="Freeform 153">
              <a:extLst>
                <a:ext uri="{FF2B5EF4-FFF2-40B4-BE49-F238E27FC236}">
                  <a16:creationId xmlns:a16="http://schemas.microsoft.com/office/drawing/2014/main" id="{6CA0D59C-548B-23B4-6A28-20C513DC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3802409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4" name="Freeform 154">
              <a:extLst>
                <a:ext uri="{FF2B5EF4-FFF2-40B4-BE49-F238E27FC236}">
                  <a16:creationId xmlns:a16="http://schemas.microsoft.com/office/drawing/2014/main" id="{E3BC5C61-57FD-B855-2373-1FD95D305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05063" cy="1139825"/>
            </a:xfrm>
            <a:custGeom>
              <a:avLst/>
              <a:gdLst>
                <a:gd name="T0" fmla="*/ 2147483647 w 1515"/>
                <a:gd name="T1" fmla="*/ 0 h 718"/>
                <a:gd name="T2" fmla="*/ 2147483647 w 1515"/>
                <a:gd name="T3" fmla="*/ 2147483647 h 718"/>
                <a:gd name="T4" fmla="*/ 2147483647 w 1515"/>
                <a:gd name="T5" fmla="*/ 2147483647 h 718"/>
                <a:gd name="T6" fmla="*/ 2147483647 w 1515"/>
                <a:gd name="T7" fmla="*/ 2147483647 h 718"/>
                <a:gd name="T8" fmla="*/ 0 w 1515"/>
                <a:gd name="T9" fmla="*/ 2147483647 h 718"/>
                <a:gd name="T10" fmla="*/ 0 w 1515"/>
                <a:gd name="T11" fmla="*/ 2147483647 h 718"/>
                <a:gd name="T12" fmla="*/ 0 w 1515"/>
                <a:gd name="T13" fmla="*/ 2147483647 h 718"/>
                <a:gd name="T14" fmla="*/ 2147483647 w 1515"/>
                <a:gd name="T15" fmla="*/ 2147483647 h 718"/>
                <a:gd name="T16" fmla="*/ 2147483647 w 1515"/>
                <a:gd name="T17" fmla="*/ 2147483647 h 718"/>
                <a:gd name="T18" fmla="*/ 2147483647 w 1515"/>
                <a:gd name="T19" fmla="*/ 2147483647 h 718"/>
                <a:gd name="T20" fmla="*/ 2147483647 w 1515"/>
                <a:gd name="T21" fmla="*/ 2147483647 h 718"/>
                <a:gd name="T22" fmla="*/ 2147483647 w 1515"/>
                <a:gd name="T23" fmla="*/ 2147483647 h 718"/>
                <a:gd name="T24" fmla="*/ 2147483647 w 1515"/>
                <a:gd name="T25" fmla="*/ 2147483647 h 718"/>
                <a:gd name="T26" fmla="*/ 2147483647 w 1515"/>
                <a:gd name="T27" fmla="*/ 2147483647 h 718"/>
                <a:gd name="T28" fmla="*/ 2147483647 w 1515"/>
                <a:gd name="T29" fmla="*/ 2147483647 h 718"/>
                <a:gd name="T30" fmla="*/ 2147483647 w 1515"/>
                <a:gd name="T31" fmla="*/ 2147483647 h 718"/>
                <a:gd name="T32" fmla="*/ 2147483647 w 1515"/>
                <a:gd name="T33" fmla="*/ 2147483647 h 718"/>
                <a:gd name="T34" fmla="*/ 2147483647 w 1515"/>
                <a:gd name="T35" fmla="*/ 2147483647 h 718"/>
                <a:gd name="T36" fmla="*/ 2147483647 w 1515"/>
                <a:gd name="T37" fmla="*/ 2147483647 h 718"/>
                <a:gd name="T38" fmla="*/ 2147483647 w 1515"/>
                <a:gd name="T39" fmla="*/ 2147483647 h 718"/>
                <a:gd name="T40" fmla="*/ 2147483647 w 1515"/>
                <a:gd name="T41" fmla="*/ 2147483647 h 718"/>
                <a:gd name="T42" fmla="*/ 2147483647 w 1515"/>
                <a:gd name="T43" fmla="*/ 2147483647 h 718"/>
                <a:gd name="T44" fmla="*/ 2147483647 w 1515"/>
                <a:gd name="T45" fmla="*/ 0 h 718"/>
                <a:gd name="T46" fmla="*/ 2147483647 w 1515"/>
                <a:gd name="T47" fmla="*/ 0 h 718"/>
                <a:gd name="T48" fmla="*/ 2147483647 w 1515"/>
                <a:gd name="T49" fmla="*/ 0 h 7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15"/>
                <a:gd name="T76" fmla="*/ 0 h 718"/>
                <a:gd name="T77" fmla="*/ 1515 w 1515"/>
                <a:gd name="T78" fmla="*/ 718 h 71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15" h="718">
                  <a:moveTo>
                    <a:pt x="138" y="0"/>
                  </a:moveTo>
                  <a:lnTo>
                    <a:pt x="84" y="15"/>
                  </a:lnTo>
                  <a:lnTo>
                    <a:pt x="39" y="46"/>
                  </a:lnTo>
                  <a:lnTo>
                    <a:pt x="16" y="84"/>
                  </a:lnTo>
                  <a:lnTo>
                    <a:pt x="0" y="137"/>
                  </a:lnTo>
                  <a:lnTo>
                    <a:pt x="0" y="359"/>
                  </a:lnTo>
                  <a:lnTo>
                    <a:pt x="0" y="581"/>
                  </a:lnTo>
                  <a:lnTo>
                    <a:pt x="16" y="634"/>
                  </a:lnTo>
                  <a:lnTo>
                    <a:pt x="39" y="672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470" y="46"/>
                  </a:lnTo>
                  <a:lnTo>
                    <a:pt x="1431" y="15"/>
                  </a:lnTo>
                  <a:lnTo>
                    <a:pt x="1378" y="0"/>
                  </a:lnTo>
                  <a:lnTo>
                    <a:pt x="758" y="0"/>
                  </a:lnTo>
                  <a:lnTo>
                    <a:pt x="138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5" name="Freeform 155">
              <a:extLst>
                <a:ext uri="{FF2B5EF4-FFF2-40B4-BE49-F238E27FC236}">
                  <a16:creationId xmlns:a16="http://schemas.microsoft.com/office/drawing/2014/main" id="{1FBE5800-A1CC-0BB1-2D62-FD7EAEFE9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17763" cy="1152525"/>
            </a:xfrm>
            <a:custGeom>
              <a:avLst/>
              <a:gdLst>
                <a:gd name="T0" fmla="*/ 2147483647 w 1523"/>
                <a:gd name="T1" fmla="*/ 2147483647 h 726"/>
                <a:gd name="T2" fmla="*/ 2147483647 w 1523"/>
                <a:gd name="T3" fmla="*/ 2147483647 h 726"/>
                <a:gd name="T4" fmla="*/ 2147483647 w 1523"/>
                <a:gd name="T5" fmla="*/ 2147483647 h 726"/>
                <a:gd name="T6" fmla="*/ 2147483647 w 1523"/>
                <a:gd name="T7" fmla="*/ 2147483647 h 726"/>
                <a:gd name="T8" fmla="*/ 2147483647 w 1523"/>
                <a:gd name="T9" fmla="*/ 2147483647 h 726"/>
                <a:gd name="T10" fmla="*/ 2147483647 w 1523"/>
                <a:gd name="T11" fmla="*/ 2147483647 h 726"/>
                <a:gd name="T12" fmla="*/ 2147483647 w 1523"/>
                <a:gd name="T13" fmla="*/ 2147483647 h 726"/>
                <a:gd name="T14" fmla="*/ 2147483647 w 1523"/>
                <a:gd name="T15" fmla="*/ 2147483647 h 726"/>
                <a:gd name="T16" fmla="*/ 2147483647 w 1523"/>
                <a:gd name="T17" fmla="*/ 2147483647 h 726"/>
                <a:gd name="T18" fmla="*/ 2147483647 w 1523"/>
                <a:gd name="T19" fmla="*/ 2147483647 h 726"/>
                <a:gd name="T20" fmla="*/ 2147483647 w 1523"/>
                <a:gd name="T21" fmla="*/ 2147483647 h 726"/>
                <a:gd name="T22" fmla="*/ 2147483647 w 1523"/>
                <a:gd name="T23" fmla="*/ 2147483647 h 726"/>
                <a:gd name="T24" fmla="*/ 2147483647 w 1523"/>
                <a:gd name="T25" fmla="*/ 2147483647 h 726"/>
                <a:gd name="T26" fmla="*/ 2147483647 w 1523"/>
                <a:gd name="T27" fmla="*/ 2147483647 h 726"/>
                <a:gd name="T28" fmla="*/ 2147483647 w 1523"/>
                <a:gd name="T29" fmla="*/ 2147483647 h 726"/>
                <a:gd name="T30" fmla="*/ 2147483647 w 1523"/>
                <a:gd name="T31" fmla="*/ 2147483647 h 726"/>
                <a:gd name="T32" fmla="*/ 2147483647 w 1523"/>
                <a:gd name="T33" fmla="*/ 2147483647 h 726"/>
                <a:gd name="T34" fmla="*/ 2147483647 w 1523"/>
                <a:gd name="T35" fmla="*/ 2147483647 h 726"/>
                <a:gd name="T36" fmla="*/ 2147483647 w 1523"/>
                <a:gd name="T37" fmla="*/ 2147483647 h 726"/>
                <a:gd name="T38" fmla="*/ 2147483647 w 1523"/>
                <a:gd name="T39" fmla="*/ 2147483647 h 726"/>
                <a:gd name="T40" fmla="*/ 2147483647 w 1523"/>
                <a:gd name="T41" fmla="*/ 2147483647 h 726"/>
                <a:gd name="T42" fmla="*/ 2147483647 w 1523"/>
                <a:gd name="T43" fmla="*/ 2147483647 h 726"/>
                <a:gd name="T44" fmla="*/ 2147483647 w 1523"/>
                <a:gd name="T45" fmla="*/ 2147483647 h 726"/>
                <a:gd name="T46" fmla="*/ 2147483647 w 1523"/>
                <a:gd name="T47" fmla="*/ 2147483647 h 726"/>
                <a:gd name="T48" fmla="*/ 2147483647 w 1523"/>
                <a:gd name="T49" fmla="*/ 0 h 726"/>
                <a:gd name="T50" fmla="*/ 2147483647 w 1523"/>
                <a:gd name="T51" fmla="*/ 0 h 726"/>
                <a:gd name="T52" fmla="*/ 2147483647 w 1523"/>
                <a:gd name="T53" fmla="*/ 2147483647 h 726"/>
                <a:gd name="T54" fmla="*/ 2147483647 w 1523"/>
                <a:gd name="T55" fmla="*/ 2147483647 h 726"/>
                <a:gd name="T56" fmla="*/ 2147483647 w 1523"/>
                <a:gd name="T57" fmla="*/ 2147483647 h 726"/>
                <a:gd name="T58" fmla="*/ 2147483647 w 1523"/>
                <a:gd name="T59" fmla="*/ 2147483647 h 726"/>
                <a:gd name="T60" fmla="*/ 2147483647 w 1523"/>
                <a:gd name="T61" fmla="*/ 2147483647 h 726"/>
                <a:gd name="T62" fmla="*/ 2147483647 w 1523"/>
                <a:gd name="T63" fmla="*/ 2147483647 h 726"/>
                <a:gd name="T64" fmla="*/ 2147483647 w 1523"/>
                <a:gd name="T65" fmla="*/ 2147483647 h 726"/>
                <a:gd name="T66" fmla="*/ 2147483647 w 1523"/>
                <a:gd name="T67" fmla="*/ 2147483647 h 726"/>
                <a:gd name="T68" fmla="*/ 2147483647 w 1523"/>
                <a:gd name="T69" fmla="*/ 2147483647 h 726"/>
                <a:gd name="T70" fmla="*/ 2147483647 w 1523"/>
                <a:gd name="T71" fmla="*/ 2147483647 h 726"/>
                <a:gd name="T72" fmla="*/ 2147483647 w 1523"/>
                <a:gd name="T73" fmla="*/ 2147483647 h 726"/>
                <a:gd name="T74" fmla="*/ 2147483647 w 1523"/>
                <a:gd name="T75" fmla="*/ 2147483647 h 726"/>
                <a:gd name="T76" fmla="*/ 2147483647 w 1523"/>
                <a:gd name="T77" fmla="*/ 2147483647 h 726"/>
                <a:gd name="T78" fmla="*/ 2147483647 w 1523"/>
                <a:gd name="T79" fmla="*/ 2147483647 h 726"/>
                <a:gd name="T80" fmla="*/ 2147483647 w 1523"/>
                <a:gd name="T81" fmla="*/ 2147483647 h 726"/>
                <a:gd name="T82" fmla="*/ 0 w 1523"/>
                <a:gd name="T83" fmla="*/ 2147483647 h 726"/>
                <a:gd name="T84" fmla="*/ 0 w 1523"/>
                <a:gd name="T85" fmla="*/ 2147483647 h 726"/>
                <a:gd name="T86" fmla="*/ 0 w 1523"/>
                <a:gd name="T87" fmla="*/ 2147483647 h 726"/>
                <a:gd name="T88" fmla="*/ 2147483647 w 1523"/>
                <a:gd name="T89" fmla="*/ 2147483647 h 726"/>
                <a:gd name="T90" fmla="*/ 2147483647 w 1523"/>
                <a:gd name="T91" fmla="*/ 2147483647 h 726"/>
                <a:gd name="T92" fmla="*/ 2147483647 w 1523"/>
                <a:gd name="T93" fmla="*/ 2147483647 h 726"/>
                <a:gd name="T94" fmla="*/ 2147483647 w 1523"/>
                <a:gd name="T95" fmla="*/ 0 h 7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523"/>
                <a:gd name="T145" fmla="*/ 0 h 726"/>
                <a:gd name="T146" fmla="*/ 1523 w 1523"/>
                <a:gd name="T147" fmla="*/ 726 h 72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523" h="726">
                  <a:moveTo>
                    <a:pt x="138" y="7"/>
                  </a:moveTo>
                  <a:lnTo>
                    <a:pt x="84" y="23"/>
                  </a:lnTo>
                  <a:lnTo>
                    <a:pt x="92" y="23"/>
                  </a:lnTo>
                  <a:lnTo>
                    <a:pt x="46" y="53"/>
                  </a:lnTo>
                  <a:lnTo>
                    <a:pt x="23" y="91"/>
                  </a:lnTo>
                  <a:lnTo>
                    <a:pt x="23" y="84"/>
                  </a:lnTo>
                  <a:lnTo>
                    <a:pt x="8" y="137"/>
                  </a:lnTo>
                  <a:lnTo>
                    <a:pt x="8" y="359"/>
                  </a:lnTo>
                  <a:lnTo>
                    <a:pt x="8" y="581"/>
                  </a:lnTo>
                  <a:lnTo>
                    <a:pt x="23" y="634"/>
                  </a:lnTo>
                  <a:lnTo>
                    <a:pt x="46" y="672"/>
                  </a:lnTo>
                  <a:lnTo>
                    <a:pt x="92" y="703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500" y="91"/>
                  </a:lnTo>
                  <a:lnTo>
                    <a:pt x="1470" y="53"/>
                  </a:lnTo>
                  <a:lnTo>
                    <a:pt x="1431" y="23"/>
                  </a:lnTo>
                  <a:lnTo>
                    <a:pt x="1378" y="7"/>
                  </a:lnTo>
                  <a:lnTo>
                    <a:pt x="758" y="7"/>
                  </a:lnTo>
                  <a:lnTo>
                    <a:pt x="138" y="7"/>
                  </a:lnTo>
                  <a:lnTo>
                    <a:pt x="138" y="0"/>
                  </a:lnTo>
                  <a:lnTo>
                    <a:pt x="758" y="0"/>
                  </a:lnTo>
                  <a:lnTo>
                    <a:pt x="1378" y="0"/>
                  </a:lnTo>
                  <a:lnTo>
                    <a:pt x="1431" y="15"/>
                  </a:lnTo>
                  <a:lnTo>
                    <a:pt x="1439" y="15"/>
                  </a:lnTo>
                  <a:lnTo>
                    <a:pt x="1477" y="46"/>
                  </a:lnTo>
                  <a:lnTo>
                    <a:pt x="1508" y="84"/>
                  </a:lnTo>
                  <a:lnTo>
                    <a:pt x="1523" y="137"/>
                  </a:lnTo>
                  <a:lnTo>
                    <a:pt x="1523" y="359"/>
                  </a:lnTo>
                  <a:lnTo>
                    <a:pt x="1523" y="581"/>
                  </a:lnTo>
                  <a:lnTo>
                    <a:pt x="1508" y="634"/>
                  </a:lnTo>
                  <a:lnTo>
                    <a:pt x="1508" y="642"/>
                  </a:lnTo>
                  <a:lnTo>
                    <a:pt x="1477" y="680"/>
                  </a:lnTo>
                  <a:lnTo>
                    <a:pt x="1439" y="710"/>
                  </a:lnTo>
                  <a:lnTo>
                    <a:pt x="1431" y="710"/>
                  </a:lnTo>
                  <a:lnTo>
                    <a:pt x="1378" y="726"/>
                  </a:lnTo>
                  <a:lnTo>
                    <a:pt x="758" y="726"/>
                  </a:lnTo>
                  <a:lnTo>
                    <a:pt x="138" y="726"/>
                  </a:lnTo>
                  <a:lnTo>
                    <a:pt x="84" y="710"/>
                  </a:lnTo>
                  <a:lnTo>
                    <a:pt x="39" y="680"/>
                  </a:lnTo>
                  <a:lnTo>
                    <a:pt x="16" y="642"/>
                  </a:lnTo>
                  <a:lnTo>
                    <a:pt x="16" y="634"/>
                  </a:lnTo>
                  <a:lnTo>
                    <a:pt x="0" y="581"/>
                  </a:lnTo>
                  <a:lnTo>
                    <a:pt x="0" y="359"/>
                  </a:lnTo>
                  <a:lnTo>
                    <a:pt x="0" y="137"/>
                  </a:lnTo>
                  <a:lnTo>
                    <a:pt x="16" y="84"/>
                  </a:lnTo>
                  <a:lnTo>
                    <a:pt x="39" y="46"/>
                  </a:lnTo>
                  <a:lnTo>
                    <a:pt x="84" y="15"/>
                  </a:lnTo>
                  <a:lnTo>
                    <a:pt x="138" y="0"/>
                  </a:lnTo>
                  <a:lnTo>
                    <a:pt x="13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6" name="Freeform 156">
              <a:extLst>
                <a:ext uri="{FF2B5EF4-FFF2-40B4-BE49-F238E27FC236}">
                  <a16:creationId xmlns:a16="http://schemas.microsoft.com/office/drawing/2014/main" id="{35E8CC84-BBF7-E5B0-8BB7-DEDEE2E2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9288" y="4664422"/>
              <a:ext cx="1588" cy="11113"/>
            </a:xfrm>
            <a:custGeom>
              <a:avLst/>
              <a:gdLst>
                <a:gd name="T0" fmla="*/ 0 w 1"/>
                <a:gd name="T1" fmla="*/ 2147483647 h 7"/>
                <a:gd name="T2" fmla="*/ 0 w 1"/>
                <a:gd name="T3" fmla="*/ 2147483647 h 7"/>
                <a:gd name="T4" fmla="*/ 0 w 1"/>
                <a:gd name="T5" fmla="*/ 2147483647 h 7"/>
                <a:gd name="T6" fmla="*/ 0 w 1"/>
                <a:gd name="T7" fmla="*/ 0 h 7"/>
                <a:gd name="T8" fmla="*/ 0 w 1"/>
                <a:gd name="T9" fmla="*/ 0 h 7"/>
                <a:gd name="T10" fmla="*/ 0 w 1"/>
                <a:gd name="T11" fmla="*/ 0 h 7"/>
                <a:gd name="T12" fmla="*/ 0 w 1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7"/>
                <a:gd name="T23" fmla="*/ 1 w 1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7">
                  <a:moveTo>
                    <a:pt x="0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7" name="Freeform 157">
              <a:extLst>
                <a:ext uri="{FF2B5EF4-FFF2-40B4-BE49-F238E27FC236}">
                  <a16:creationId xmlns:a16="http://schemas.microsoft.com/office/drawing/2014/main" id="{8D7E472E-ACDF-AC9E-D863-AF0C7ED7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41300"/>
            </a:xfrm>
            <a:custGeom>
              <a:avLst/>
              <a:gdLst>
                <a:gd name="T0" fmla="*/ 0 w 375"/>
                <a:gd name="T1" fmla="*/ 2147483647 h 152"/>
                <a:gd name="T2" fmla="*/ 0 w 375"/>
                <a:gd name="T3" fmla="*/ 0 h 152"/>
                <a:gd name="T4" fmla="*/ 2147483647 w 375"/>
                <a:gd name="T5" fmla="*/ 0 h 152"/>
                <a:gd name="T6" fmla="*/ 0 w 375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152"/>
                <a:gd name="T14" fmla="*/ 375 w 375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152">
                  <a:moveTo>
                    <a:pt x="0" y="152"/>
                  </a:moveTo>
                  <a:lnTo>
                    <a:pt x="0" y="0"/>
                  </a:lnTo>
                  <a:lnTo>
                    <a:pt x="375" y="0"/>
                  </a:lnTo>
                  <a:lnTo>
                    <a:pt x="0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8" name="Rectangle 158">
              <a:extLst>
                <a:ext uri="{FF2B5EF4-FFF2-40B4-BE49-F238E27FC236}">
                  <a16:creationId xmlns:a16="http://schemas.microsoft.com/office/drawing/2014/main" id="{A0DA3ADB-4F09-C10E-76F2-928D274E9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80384"/>
              <a:ext cx="11113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59" name="Freeform 159">
              <a:extLst>
                <a:ext uri="{FF2B5EF4-FFF2-40B4-BE49-F238E27FC236}">
                  <a16:creationId xmlns:a16="http://schemas.microsoft.com/office/drawing/2014/main" id="{EBE317B1-C750-583D-9C90-B83AA3077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54000"/>
            </a:xfrm>
            <a:custGeom>
              <a:avLst/>
              <a:gdLst>
                <a:gd name="T0" fmla="*/ 0 w 375"/>
                <a:gd name="T1" fmla="*/ 0 h 160"/>
                <a:gd name="T2" fmla="*/ 2147483647 w 375"/>
                <a:gd name="T3" fmla="*/ 0 h 160"/>
                <a:gd name="T4" fmla="*/ 2147483647 w 375"/>
                <a:gd name="T5" fmla="*/ 2147483647 h 160"/>
                <a:gd name="T6" fmla="*/ 2147483647 w 375"/>
                <a:gd name="T7" fmla="*/ 2147483647 h 160"/>
                <a:gd name="T8" fmla="*/ 0 w 375"/>
                <a:gd name="T9" fmla="*/ 2147483647 h 160"/>
                <a:gd name="T10" fmla="*/ 0 w 375"/>
                <a:gd name="T11" fmla="*/ 2147483647 h 160"/>
                <a:gd name="T12" fmla="*/ 0 w 375"/>
                <a:gd name="T13" fmla="*/ 2147483647 h 160"/>
                <a:gd name="T14" fmla="*/ 0 w 375"/>
                <a:gd name="T15" fmla="*/ 2147483647 h 160"/>
                <a:gd name="T16" fmla="*/ 2147483647 w 375"/>
                <a:gd name="T17" fmla="*/ 0 h 160"/>
                <a:gd name="T18" fmla="*/ 2147483647 w 375"/>
                <a:gd name="T19" fmla="*/ 0 h 160"/>
                <a:gd name="T20" fmla="*/ 2147483647 w 375"/>
                <a:gd name="T21" fmla="*/ 2147483647 h 160"/>
                <a:gd name="T22" fmla="*/ 0 w 375"/>
                <a:gd name="T23" fmla="*/ 2147483647 h 160"/>
                <a:gd name="T24" fmla="*/ 0 w 375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5"/>
                <a:gd name="T40" fmla="*/ 0 h 160"/>
                <a:gd name="T41" fmla="*/ 375 w 375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5" h="160">
                  <a:moveTo>
                    <a:pt x="0" y="0"/>
                  </a:moveTo>
                  <a:lnTo>
                    <a:pt x="375" y="0"/>
                  </a:lnTo>
                  <a:lnTo>
                    <a:pt x="375" y="7"/>
                  </a:lnTo>
                  <a:lnTo>
                    <a:pt x="0" y="160"/>
                  </a:lnTo>
                  <a:lnTo>
                    <a:pt x="0" y="152"/>
                  </a:lnTo>
                  <a:lnTo>
                    <a:pt x="375" y="0"/>
                  </a:lnTo>
                  <a:lnTo>
                    <a:pt x="375" y="7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0" name="Freeform 160">
              <a:extLst>
                <a:ext uri="{FF2B5EF4-FFF2-40B4-BE49-F238E27FC236}">
                  <a16:creationId xmlns:a16="http://schemas.microsoft.com/office/drawing/2014/main" id="{CF591545-295C-4ADE-A788-A030E4A2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67684"/>
              <a:ext cx="606425" cy="266700"/>
            </a:xfrm>
            <a:custGeom>
              <a:avLst/>
              <a:gdLst>
                <a:gd name="T0" fmla="*/ 0 w 382"/>
                <a:gd name="T1" fmla="*/ 2147483647 h 168"/>
                <a:gd name="T2" fmla="*/ 2147483647 w 382"/>
                <a:gd name="T3" fmla="*/ 2147483647 h 168"/>
                <a:gd name="T4" fmla="*/ 2147483647 w 382"/>
                <a:gd name="T5" fmla="*/ 2147483647 h 168"/>
                <a:gd name="T6" fmla="*/ 2147483647 w 382"/>
                <a:gd name="T7" fmla="*/ 2147483647 h 168"/>
                <a:gd name="T8" fmla="*/ 2147483647 w 382"/>
                <a:gd name="T9" fmla="*/ 2147483647 h 168"/>
                <a:gd name="T10" fmla="*/ 2147483647 w 382"/>
                <a:gd name="T11" fmla="*/ 0 h 168"/>
                <a:gd name="T12" fmla="*/ 0 w 38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2"/>
                <a:gd name="T22" fmla="*/ 0 h 168"/>
                <a:gd name="T23" fmla="*/ 382 w 38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2" h="168">
                  <a:moveTo>
                    <a:pt x="0" y="168"/>
                  </a:moveTo>
                  <a:lnTo>
                    <a:pt x="222" y="168"/>
                  </a:lnTo>
                  <a:lnTo>
                    <a:pt x="336" y="145"/>
                  </a:lnTo>
                  <a:lnTo>
                    <a:pt x="359" y="130"/>
                  </a:lnTo>
                  <a:lnTo>
                    <a:pt x="375" y="99"/>
                  </a:lnTo>
                  <a:lnTo>
                    <a:pt x="382" y="0"/>
                  </a:lnTo>
                  <a:lnTo>
                    <a:pt x="0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1" name="Freeform 161">
              <a:extLst>
                <a:ext uri="{FF2B5EF4-FFF2-40B4-BE49-F238E27FC236}">
                  <a16:creationId xmlns:a16="http://schemas.microsoft.com/office/drawing/2014/main" id="{F0CD8E37-4153-5159-2F32-3A51087DC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574059"/>
              <a:ext cx="582613" cy="73025"/>
            </a:xfrm>
            <a:custGeom>
              <a:avLst/>
              <a:gdLst>
                <a:gd name="T0" fmla="*/ 0 w 367"/>
                <a:gd name="T1" fmla="*/ 2147483647 h 46"/>
                <a:gd name="T2" fmla="*/ 2147483647 w 367"/>
                <a:gd name="T3" fmla="*/ 2147483647 h 46"/>
                <a:gd name="T4" fmla="*/ 2147483647 w 367"/>
                <a:gd name="T5" fmla="*/ 2147483647 h 46"/>
                <a:gd name="T6" fmla="*/ 2147483647 w 367"/>
                <a:gd name="T7" fmla="*/ 2147483647 h 46"/>
                <a:gd name="T8" fmla="*/ 2147483647 w 367"/>
                <a:gd name="T9" fmla="*/ 2147483647 h 46"/>
                <a:gd name="T10" fmla="*/ 2147483647 w 367"/>
                <a:gd name="T11" fmla="*/ 2147483647 h 46"/>
                <a:gd name="T12" fmla="*/ 2147483647 w 367"/>
                <a:gd name="T13" fmla="*/ 2147483647 h 46"/>
                <a:gd name="T14" fmla="*/ 2147483647 w 367"/>
                <a:gd name="T15" fmla="*/ 0 h 46"/>
                <a:gd name="T16" fmla="*/ 2147483647 w 367"/>
                <a:gd name="T17" fmla="*/ 0 h 46"/>
                <a:gd name="T18" fmla="*/ 2147483647 w 367"/>
                <a:gd name="T19" fmla="*/ 0 h 46"/>
                <a:gd name="T20" fmla="*/ 2147483647 w 367"/>
                <a:gd name="T21" fmla="*/ 2147483647 h 46"/>
                <a:gd name="T22" fmla="*/ 2147483647 w 367"/>
                <a:gd name="T23" fmla="*/ 2147483647 h 46"/>
                <a:gd name="T24" fmla="*/ 2147483647 w 367"/>
                <a:gd name="T25" fmla="*/ 2147483647 h 46"/>
                <a:gd name="T26" fmla="*/ 2147483647 w 367"/>
                <a:gd name="T27" fmla="*/ 2147483647 h 46"/>
                <a:gd name="T28" fmla="*/ 2147483647 w 367"/>
                <a:gd name="T29" fmla="*/ 2147483647 h 46"/>
                <a:gd name="T30" fmla="*/ 2147483647 w 367"/>
                <a:gd name="T31" fmla="*/ 2147483647 h 46"/>
                <a:gd name="T32" fmla="*/ 2147483647 w 367"/>
                <a:gd name="T33" fmla="*/ 2147483647 h 46"/>
                <a:gd name="T34" fmla="*/ 0 w 367"/>
                <a:gd name="T35" fmla="*/ 2147483647 h 46"/>
                <a:gd name="T36" fmla="*/ 0 w 367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67"/>
                <a:gd name="T58" fmla="*/ 0 h 46"/>
                <a:gd name="T59" fmla="*/ 367 w 367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67" h="46">
                  <a:moveTo>
                    <a:pt x="0" y="38"/>
                  </a:moveTo>
                  <a:lnTo>
                    <a:pt x="222" y="38"/>
                  </a:lnTo>
                  <a:lnTo>
                    <a:pt x="336" y="15"/>
                  </a:lnTo>
                  <a:lnTo>
                    <a:pt x="359" y="0"/>
                  </a:lnTo>
                  <a:lnTo>
                    <a:pt x="367" y="0"/>
                  </a:lnTo>
                  <a:lnTo>
                    <a:pt x="367" y="8"/>
                  </a:lnTo>
                  <a:lnTo>
                    <a:pt x="344" y="23"/>
                  </a:lnTo>
                  <a:lnTo>
                    <a:pt x="336" y="23"/>
                  </a:lnTo>
                  <a:lnTo>
                    <a:pt x="222" y="46"/>
                  </a:lnTo>
                  <a:lnTo>
                    <a:pt x="0" y="46"/>
                  </a:lnTo>
                  <a:lnTo>
                    <a:pt x="0" y="3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2" name="Freeform 162">
              <a:extLst>
                <a:ext uri="{FF2B5EF4-FFF2-40B4-BE49-F238E27FC236}">
                  <a16:creationId xmlns:a16="http://schemas.microsoft.com/office/drawing/2014/main" id="{1E984389-BE63-D73C-B3AD-2D86DAA22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5524847"/>
              <a:ext cx="36513" cy="49213"/>
            </a:xfrm>
            <a:custGeom>
              <a:avLst/>
              <a:gdLst>
                <a:gd name="T0" fmla="*/ 0 w 23"/>
                <a:gd name="T1" fmla="*/ 2147483647 h 31"/>
                <a:gd name="T2" fmla="*/ 2147483647 w 23"/>
                <a:gd name="T3" fmla="*/ 0 h 31"/>
                <a:gd name="T4" fmla="*/ 2147483647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0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0" y="31"/>
                  </a:moveTo>
                  <a:lnTo>
                    <a:pt x="16" y="0"/>
                  </a:lnTo>
                  <a:lnTo>
                    <a:pt x="23" y="0"/>
                  </a:lnTo>
                  <a:lnTo>
                    <a:pt x="8" y="31"/>
                  </a:lnTo>
                  <a:lnTo>
                    <a:pt x="0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3" name="Freeform 163">
              <a:extLst>
                <a:ext uri="{FF2B5EF4-FFF2-40B4-BE49-F238E27FC236}">
                  <a16:creationId xmlns:a16="http://schemas.microsoft.com/office/drawing/2014/main" id="{D7105821-4FA7-9D1C-8B50-E50E31169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0788" y="5367684"/>
              <a:ext cx="23813" cy="157163"/>
            </a:xfrm>
            <a:custGeom>
              <a:avLst/>
              <a:gdLst>
                <a:gd name="T0" fmla="*/ 0 w 15"/>
                <a:gd name="T1" fmla="*/ 2147483647 h 99"/>
                <a:gd name="T2" fmla="*/ 2147483647 w 15"/>
                <a:gd name="T3" fmla="*/ 2147483647 h 99"/>
                <a:gd name="T4" fmla="*/ 2147483647 w 15"/>
                <a:gd name="T5" fmla="*/ 0 h 99"/>
                <a:gd name="T6" fmla="*/ 2147483647 w 15"/>
                <a:gd name="T7" fmla="*/ 0 h 99"/>
                <a:gd name="T8" fmla="*/ 0 w 15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9"/>
                <a:gd name="T17" fmla="*/ 15 w 15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9">
                  <a:moveTo>
                    <a:pt x="0" y="99"/>
                  </a:moveTo>
                  <a:lnTo>
                    <a:pt x="7" y="99"/>
                  </a:lnTo>
                  <a:lnTo>
                    <a:pt x="15" y="0"/>
                  </a:lnTo>
                  <a:lnTo>
                    <a:pt x="7" y="0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4" name="Freeform 164">
              <a:extLst>
                <a:ext uri="{FF2B5EF4-FFF2-40B4-BE49-F238E27FC236}">
                  <a16:creationId xmlns:a16="http://schemas.microsoft.com/office/drawing/2014/main" id="{098175BF-02DB-DDC4-5331-9DD086BB5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558800" cy="266700"/>
            </a:xfrm>
            <a:custGeom>
              <a:avLst/>
              <a:gdLst>
                <a:gd name="T0" fmla="*/ 2147483647 w 352"/>
                <a:gd name="T1" fmla="*/ 2147483647 h 168"/>
                <a:gd name="T2" fmla="*/ 2147483647 w 352"/>
                <a:gd name="T3" fmla="*/ 2147483647 h 168"/>
                <a:gd name="T4" fmla="*/ 2147483647 w 352"/>
                <a:gd name="T5" fmla="*/ 2147483647 h 168"/>
                <a:gd name="T6" fmla="*/ 2147483647 w 352"/>
                <a:gd name="T7" fmla="*/ 2147483647 h 168"/>
                <a:gd name="T8" fmla="*/ 2147483647 w 352"/>
                <a:gd name="T9" fmla="*/ 2147483647 h 168"/>
                <a:gd name="T10" fmla="*/ 0 w 352"/>
                <a:gd name="T11" fmla="*/ 0 h 168"/>
                <a:gd name="T12" fmla="*/ 2147483647 w 35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2"/>
                <a:gd name="T22" fmla="*/ 0 h 168"/>
                <a:gd name="T23" fmla="*/ 352 w 35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2" h="168">
                  <a:moveTo>
                    <a:pt x="352" y="168"/>
                  </a:moveTo>
                  <a:lnTo>
                    <a:pt x="153" y="168"/>
                  </a:lnTo>
                  <a:lnTo>
                    <a:pt x="46" y="145"/>
                  </a:lnTo>
                  <a:lnTo>
                    <a:pt x="23" y="130"/>
                  </a:lnTo>
                  <a:lnTo>
                    <a:pt x="8" y="99"/>
                  </a:lnTo>
                  <a:lnTo>
                    <a:pt x="0" y="0"/>
                  </a:lnTo>
                  <a:lnTo>
                    <a:pt x="352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5" name="Freeform 165">
              <a:extLst>
                <a:ext uri="{FF2B5EF4-FFF2-40B4-BE49-F238E27FC236}">
                  <a16:creationId xmlns:a16="http://schemas.microsoft.com/office/drawing/2014/main" id="{152850F3-E531-8245-295E-21CAED2F9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6613" y="5574059"/>
              <a:ext cx="522288" cy="73025"/>
            </a:xfrm>
            <a:custGeom>
              <a:avLst/>
              <a:gdLst>
                <a:gd name="T0" fmla="*/ 2147483647 w 329"/>
                <a:gd name="T1" fmla="*/ 2147483647 h 46"/>
                <a:gd name="T2" fmla="*/ 2147483647 w 329"/>
                <a:gd name="T3" fmla="*/ 2147483647 h 46"/>
                <a:gd name="T4" fmla="*/ 2147483647 w 329"/>
                <a:gd name="T5" fmla="*/ 2147483647 h 46"/>
                <a:gd name="T6" fmla="*/ 2147483647 w 329"/>
                <a:gd name="T7" fmla="*/ 2147483647 h 46"/>
                <a:gd name="T8" fmla="*/ 2147483647 w 329"/>
                <a:gd name="T9" fmla="*/ 2147483647 h 46"/>
                <a:gd name="T10" fmla="*/ 2147483647 w 329"/>
                <a:gd name="T11" fmla="*/ 2147483647 h 46"/>
                <a:gd name="T12" fmla="*/ 2147483647 w 329"/>
                <a:gd name="T13" fmla="*/ 2147483647 h 46"/>
                <a:gd name="T14" fmla="*/ 0 w 329"/>
                <a:gd name="T15" fmla="*/ 2147483647 h 46"/>
                <a:gd name="T16" fmla="*/ 0 w 329"/>
                <a:gd name="T17" fmla="*/ 0 h 46"/>
                <a:gd name="T18" fmla="*/ 2147483647 w 329"/>
                <a:gd name="T19" fmla="*/ 0 h 46"/>
                <a:gd name="T20" fmla="*/ 2147483647 w 329"/>
                <a:gd name="T21" fmla="*/ 0 h 46"/>
                <a:gd name="T22" fmla="*/ 2147483647 w 329"/>
                <a:gd name="T23" fmla="*/ 2147483647 h 46"/>
                <a:gd name="T24" fmla="*/ 2147483647 w 329"/>
                <a:gd name="T25" fmla="*/ 2147483647 h 46"/>
                <a:gd name="T26" fmla="*/ 2147483647 w 329"/>
                <a:gd name="T27" fmla="*/ 2147483647 h 46"/>
                <a:gd name="T28" fmla="*/ 2147483647 w 329"/>
                <a:gd name="T29" fmla="*/ 2147483647 h 46"/>
                <a:gd name="T30" fmla="*/ 2147483647 w 329"/>
                <a:gd name="T31" fmla="*/ 2147483647 h 46"/>
                <a:gd name="T32" fmla="*/ 2147483647 w 329"/>
                <a:gd name="T33" fmla="*/ 2147483647 h 46"/>
                <a:gd name="T34" fmla="*/ 2147483647 w 329"/>
                <a:gd name="T35" fmla="*/ 2147483647 h 46"/>
                <a:gd name="T36" fmla="*/ 2147483647 w 329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46"/>
                <a:gd name="T59" fmla="*/ 329 w 329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46">
                  <a:moveTo>
                    <a:pt x="329" y="46"/>
                  </a:moveTo>
                  <a:lnTo>
                    <a:pt x="130" y="46"/>
                  </a:lnTo>
                  <a:lnTo>
                    <a:pt x="23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31" y="15"/>
                  </a:lnTo>
                  <a:lnTo>
                    <a:pt x="23" y="15"/>
                  </a:lnTo>
                  <a:lnTo>
                    <a:pt x="130" y="38"/>
                  </a:lnTo>
                  <a:lnTo>
                    <a:pt x="329" y="38"/>
                  </a:lnTo>
                  <a:lnTo>
                    <a:pt x="329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6" name="Freeform 166">
              <a:extLst>
                <a:ext uri="{FF2B5EF4-FFF2-40B4-BE49-F238E27FC236}">
                  <a16:creationId xmlns:a16="http://schemas.microsoft.com/office/drawing/2014/main" id="{8DE46726-FE53-6A6C-7127-49AE069D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0" y="5524847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0 w 23"/>
                <a:gd name="T3" fmla="*/ 0 h 31"/>
                <a:gd name="T4" fmla="*/ 0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2147483647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15" y="31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23" y="31"/>
                  </a:lnTo>
                  <a:lnTo>
                    <a:pt x="15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7" name="Freeform 167">
              <a:extLst>
                <a:ext uri="{FF2B5EF4-FFF2-40B4-BE49-F238E27FC236}">
                  <a16:creationId xmlns:a16="http://schemas.microsoft.com/office/drawing/2014/main" id="{BE9187A6-66B5-A9BF-7974-D93E64B5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25400" cy="157163"/>
            </a:xfrm>
            <a:custGeom>
              <a:avLst/>
              <a:gdLst>
                <a:gd name="T0" fmla="*/ 2147483647 w 16"/>
                <a:gd name="T1" fmla="*/ 2147483647 h 99"/>
                <a:gd name="T2" fmla="*/ 2147483647 w 16"/>
                <a:gd name="T3" fmla="*/ 2147483647 h 99"/>
                <a:gd name="T4" fmla="*/ 2147483647 w 16"/>
                <a:gd name="T5" fmla="*/ 0 h 99"/>
                <a:gd name="T6" fmla="*/ 0 w 16"/>
                <a:gd name="T7" fmla="*/ 0 h 99"/>
                <a:gd name="T8" fmla="*/ 2147483647 w 16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99"/>
                <a:gd name="T17" fmla="*/ 16 w 16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99">
                  <a:moveTo>
                    <a:pt x="8" y="99"/>
                  </a:moveTo>
                  <a:lnTo>
                    <a:pt x="16" y="99"/>
                  </a:lnTo>
                  <a:lnTo>
                    <a:pt x="8" y="0"/>
                  </a:lnTo>
                  <a:lnTo>
                    <a:pt x="0" y="0"/>
                  </a:lnTo>
                  <a:lnTo>
                    <a:pt x="8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8" name="Freeform 168">
              <a:extLst>
                <a:ext uri="{FF2B5EF4-FFF2-40B4-BE49-F238E27FC236}">
                  <a16:creationId xmlns:a16="http://schemas.microsoft.com/office/drawing/2014/main" id="{3C429C93-CBB2-BB48-2CE6-33A3FF45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33400" cy="241300"/>
            </a:xfrm>
            <a:custGeom>
              <a:avLst/>
              <a:gdLst>
                <a:gd name="T0" fmla="*/ 2147483647 w 336"/>
                <a:gd name="T1" fmla="*/ 2147483647 h 152"/>
                <a:gd name="T2" fmla="*/ 2147483647 w 336"/>
                <a:gd name="T3" fmla="*/ 0 h 152"/>
                <a:gd name="T4" fmla="*/ 0 w 336"/>
                <a:gd name="T5" fmla="*/ 0 h 152"/>
                <a:gd name="T6" fmla="*/ 2147483647 w 336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6"/>
                <a:gd name="T13" fmla="*/ 0 h 152"/>
                <a:gd name="T14" fmla="*/ 336 w 336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6" h="152">
                  <a:moveTo>
                    <a:pt x="336" y="152"/>
                  </a:moveTo>
                  <a:lnTo>
                    <a:pt x="336" y="0"/>
                  </a:lnTo>
                  <a:lnTo>
                    <a:pt x="0" y="0"/>
                  </a:lnTo>
                  <a:lnTo>
                    <a:pt x="336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9" name="Rectangle 169">
              <a:extLst>
                <a:ext uri="{FF2B5EF4-FFF2-40B4-BE49-F238E27FC236}">
                  <a16:creationId xmlns:a16="http://schemas.microsoft.com/office/drawing/2014/main" id="{E55CBD90-1731-987A-9B3B-1E483DD31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8900" y="5380384"/>
              <a:ext cx="12700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0" name="Freeform 170">
              <a:extLst>
                <a:ext uri="{FF2B5EF4-FFF2-40B4-BE49-F238E27FC236}">
                  <a16:creationId xmlns:a16="http://schemas.microsoft.com/office/drawing/2014/main" id="{290ACAFC-8ACF-20F8-AA77-E4E95A9BA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46100" cy="254000"/>
            </a:xfrm>
            <a:custGeom>
              <a:avLst/>
              <a:gdLst>
                <a:gd name="T0" fmla="*/ 2147483647 w 344"/>
                <a:gd name="T1" fmla="*/ 2147483647 h 160"/>
                <a:gd name="T2" fmla="*/ 0 w 344"/>
                <a:gd name="T3" fmla="*/ 2147483647 h 160"/>
                <a:gd name="T4" fmla="*/ 0 w 344"/>
                <a:gd name="T5" fmla="*/ 0 h 160"/>
                <a:gd name="T6" fmla="*/ 0 w 344"/>
                <a:gd name="T7" fmla="*/ 0 h 160"/>
                <a:gd name="T8" fmla="*/ 2147483647 w 344"/>
                <a:gd name="T9" fmla="*/ 2147483647 h 160"/>
                <a:gd name="T10" fmla="*/ 2147483647 w 344"/>
                <a:gd name="T11" fmla="*/ 2147483647 h 160"/>
                <a:gd name="T12" fmla="*/ 2147483647 w 344"/>
                <a:gd name="T13" fmla="*/ 2147483647 h 160"/>
                <a:gd name="T14" fmla="*/ 2147483647 w 344"/>
                <a:gd name="T15" fmla="*/ 2147483647 h 160"/>
                <a:gd name="T16" fmla="*/ 0 w 344"/>
                <a:gd name="T17" fmla="*/ 2147483647 h 160"/>
                <a:gd name="T18" fmla="*/ 0 w 344"/>
                <a:gd name="T19" fmla="*/ 2147483647 h 160"/>
                <a:gd name="T20" fmla="*/ 0 w 344"/>
                <a:gd name="T21" fmla="*/ 0 h 160"/>
                <a:gd name="T22" fmla="*/ 2147483647 w 344"/>
                <a:gd name="T23" fmla="*/ 0 h 160"/>
                <a:gd name="T24" fmla="*/ 2147483647 w 344"/>
                <a:gd name="T25" fmla="*/ 2147483647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4"/>
                <a:gd name="T40" fmla="*/ 0 h 160"/>
                <a:gd name="T41" fmla="*/ 344 w 344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4" h="160">
                  <a:moveTo>
                    <a:pt x="336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336" y="152"/>
                  </a:lnTo>
                  <a:lnTo>
                    <a:pt x="344" y="152"/>
                  </a:lnTo>
                  <a:lnTo>
                    <a:pt x="344" y="160"/>
                  </a:lnTo>
                  <a:lnTo>
                    <a:pt x="336" y="160"/>
                  </a:lnTo>
                  <a:lnTo>
                    <a:pt x="0" y="7"/>
                  </a:lnTo>
                  <a:lnTo>
                    <a:pt x="0" y="0"/>
                  </a:lnTo>
                  <a:lnTo>
                    <a:pt x="336" y="0"/>
                  </a:lnTo>
                  <a:lnTo>
                    <a:pt x="336" y="7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1" name="Rectangle 171">
              <a:extLst>
                <a:ext uri="{FF2B5EF4-FFF2-40B4-BE49-F238E27FC236}">
                  <a16:creationId xmlns:a16="http://schemas.microsoft.com/office/drawing/2014/main" id="{9AAFE3C4-364A-847D-32A0-78E353531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984250" cy="109538"/>
            </a:xfrm>
            <a:prstGeom prst="rect">
              <a:avLst/>
            </a:prstGeom>
            <a:blipFill dpi="0" rotWithShape="0">
              <a:blip r:embed="rId5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2" name="Rectangle 172">
              <a:extLst>
                <a:ext uri="{FF2B5EF4-FFF2-40B4-BE49-F238E27FC236}">
                  <a16:creationId xmlns:a16="http://schemas.microsoft.com/office/drawing/2014/main" id="{46495626-9FC2-3431-A1B1-C9212BDD3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2013" y="5258147"/>
              <a:ext cx="11113" cy="1222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3" name="Rectangle 173">
              <a:extLst>
                <a:ext uri="{FF2B5EF4-FFF2-40B4-BE49-F238E27FC236}">
                  <a16:creationId xmlns:a16="http://schemas.microsoft.com/office/drawing/2014/main" id="{85F65379-C1DA-9111-C585-D2D7CE184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367684"/>
              <a:ext cx="9842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4" name="Rectangle 174">
              <a:extLst>
                <a:ext uri="{FF2B5EF4-FFF2-40B4-BE49-F238E27FC236}">
                  <a16:creationId xmlns:a16="http://schemas.microsoft.com/office/drawing/2014/main" id="{8195FC6D-E1AD-5EC8-5C65-2B9F837A3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5" name="Freeform 175">
              <a:extLst>
                <a:ext uri="{FF2B5EF4-FFF2-40B4-BE49-F238E27FC236}">
                  <a16:creationId xmlns:a16="http://schemas.microsoft.com/office/drawing/2014/main" id="{C5DEA7BB-F08A-4762-5F3E-0AFBDA45D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995363" cy="133350"/>
            </a:xfrm>
            <a:custGeom>
              <a:avLst/>
              <a:gdLst>
                <a:gd name="T0" fmla="*/ 0 w 627"/>
                <a:gd name="T1" fmla="*/ 2147483647 h 84"/>
                <a:gd name="T2" fmla="*/ 2147483647 w 627"/>
                <a:gd name="T3" fmla="*/ 0 h 84"/>
                <a:gd name="T4" fmla="*/ 2147483647 w 627"/>
                <a:gd name="T5" fmla="*/ 0 h 84"/>
                <a:gd name="T6" fmla="*/ 2147483647 w 627"/>
                <a:gd name="T7" fmla="*/ 2147483647 h 84"/>
                <a:gd name="T8" fmla="*/ 0 w 627"/>
                <a:gd name="T9" fmla="*/ 214748364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7"/>
                <a:gd name="T16" fmla="*/ 0 h 84"/>
                <a:gd name="T17" fmla="*/ 627 w 627"/>
                <a:gd name="T18" fmla="*/ 84 h 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7" h="84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627" y="84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6" name="Freeform 176">
              <a:extLst>
                <a:ext uri="{FF2B5EF4-FFF2-40B4-BE49-F238E27FC236}">
                  <a16:creationId xmlns:a16="http://schemas.microsoft.com/office/drawing/2014/main" id="{28502B36-5EB6-D6FE-5FFF-CD6D3056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1020763" cy="144463"/>
            </a:xfrm>
            <a:custGeom>
              <a:avLst/>
              <a:gdLst>
                <a:gd name="T0" fmla="*/ 0 w 643"/>
                <a:gd name="T1" fmla="*/ 2147483647 h 91"/>
                <a:gd name="T2" fmla="*/ 2147483647 w 643"/>
                <a:gd name="T3" fmla="*/ 0 h 91"/>
                <a:gd name="T4" fmla="*/ 2147483647 w 643"/>
                <a:gd name="T5" fmla="*/ 0 h 91"/>
                <a:gd name="T6" fmla="*/ 2147483647 w 643"/>
                <a:gd name="T7" fmla="*/ 0 h 91"/>
                <a:gd name="T8" fmla="*/ 2147483647 w 643"/>
                <a:gd name="T9" fmla="*/ 0 h 91"/>
                <a:gd name="T10" fmla="*/ 2147483647 w 643"/>
                <a:gd name="T11" fmla="*/ 0 h 91"/>
                <a:gd name="T12" fmla="*/ 2147483647 w 643"/>
                <a:gd name="T13" fmla="*/ 0 h 91"/>
                <a:gd name="T14" fmla="*/ 2147483647 w 643"/>
                <a:gd name="T15" fmla="*/ 2147483647 h 91"/>
                <a:gd name="T16" fmla="*/ 2147483647 w 643"/>
                <a:gd name="T17" fmla="*/ 2147483647 h 91"/>
                <a:gd name="T18" fmla="*/ 2147483647 w 643"/>
                <a:gd name="T19" fmla="*/ 2147483647 h 91"/>
                <a:gd name="T20" fmla="*/ 2147483647 w 643"/>
                <a:gd name="T21" fmla="*/ 2147483647 h 91"/>
                <a:gd name="T22" fmla="*/ 2147483647 w 643"/>
                <a:gd name="T23" fmla="*/ 2147483647 h 91"/>
                <a:gd name="T24" fmla="*/ 2147483647 w 643"/>
                <a:gd name="T25" fmla="*/ 0 h 91"/>
                <a:gd name="T26" fmla="*/ 2147483647 w 643"/>
                <a:gd name="T27" fmla="*/ 2147483647 h 91"/>
                <a:gd name="T28" fmla="*/ 2147483647 w 643"/>
                <a:gd name="T29" fmla="*/ 2147483647 h 91"/>
                <a:gd name="T30" fmla="*/ 2147483647 w 643"/>
                <a:gd name="T31" fmla="*/ 0 h 91"/>
                <a:gd name="T32" fmla="*/ 2147483647 w 643"/>
                <a:gd name="T33" fmla="*/ 2147483647 h 91"/>
                <a:gd name="T34" fmla="*/ 2147483647 w 643"/>
                <a:gd name="T35" fmla="*/ 2147483647 h 91"/>
                <a:gd name="T36" fmla="*/ 0 w 643"/>
                <a:gd name="T37" fmla="*/ 214748364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43"/>
                <a:gd name="T58" fmla="*/ 0 h 91"/>
                <a:gd name="T59" fmla="*/ 643 w 643"/>
                <a:gd name="T60" fmla="*/ 91 h 9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43" h="91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581" y="0"/>
                  </a:lnTo>
                  <a:lnTo>
                    <a:pt x="635" y="84"/>
                  </a:lnTo>
                  <a:lnTo>
                    <a:pt x="643" y="91"/>
                  </a:lnTo>
                  <a:lnTo>
                    <a:pt x="627" y="91"/>
                  </a:lnTo>
                  <a:lnTo>
                    <a:pt x="574" y="7"/>
                  </a:lnTo>
                  <a:lnTo>
                    <a:pt x="581" y="0"/>
                  </a:lnTo>
                  <a:lnTo>
                    <a:pt x="574" y="7"/>
                  </a:lnTo>
                  <a:lnTo>
                    <a:pt x="61" y="7"/>
                  </a:lnTo>
                  <a:lnTo>
                    <a:pt x="61" y="0"/>
                  </a:lnTo>
                  <a:lnTo>
                    <a:pt x="69" y="7"/>
                  </a:lnTo>
                  <a:lnTo>
                    <a:pt x="7" y="91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7" name="Freeform 177">
              <a:extLst>
                <a:ext uri="{FF2B5EF4-FFF2-40B4-BE49-F238E27FC236}">
                  <a16:creationId xmlns:a16="http://schemas.microsoft.com/office/drawing/2014/main" id="{6C4FF57D-BD8F-0F47-B732-FE4F5E64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063" y="5270847"/>
              <a:ext cx="1008063" cy="11113"/>
            </a:xfrm>
            <a:custGeom>
              <a:avLst/>
              <a:gdLst>
                <a:gd name="T0" fmla="*/ 2147483647 w 635"/>
                <a:gd name="T1" fmla="*/ 2147483647 h 7"/>
                <a:gd name="T2" fmla="*/ 2147483647 w 635"/>
                <a:gd name="T3" fmla="*/ 2147483647 h 7"/>
                <a:gd name="T4" fmla="*/ 0 w 635"/>
                <a:gd name="T5" fmla="*/ 2147483647 h 7"/>
                <a:gd name="T6" fmla="*/ 2147483647 w 635"/>
                <a:gd name="T7" fmla="*/ 0 h 7"/>
                <a:gd name="T8" fmla="*/ 2147483647 w 635"/>
                <a:gd name="T9" fmla="*/ 0 h 7"/>
                <a:gd name="T10" fmla="*/ 2147483647 w 635"/>
                <a:gd name="T11" fmla="*/ 0 h 7"/>
                <a:gd name="T12" fmla="*/ 2147483647 w 635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5"/>
                <a:gd name="T22" fmla="*/ 0 h 7"/>
                <a:gd name="T23" fmla="*/ 635 w 63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5" h="7">
                  <a:moveTo>
                    <a:pt x="635" y="7"/>
                  </a:moveTo>
                  <a:lnTo>
                    <a:pt x="8" y="7"/>
                  </a:lnTo>
                  <a:lnTo>
                    <a:pt x="0" y="7"/>
                  </a:lnTo>
                  <a:lnTo>
                    <a:pt x="8" y="0"/>
                  </a:lnTo>
                  <a:lnTo>
                    <a:pt x="635" y="0"/>
                  </a:lnTo>
                  <a:lnTo>
                    <a:pt x="635" y="7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8" name="Rectangle 178">
              <a:extLst>
                <a:ext uri="{FF2B5EF4-FFF2-40B4-BE49-F238E27FC236}">
                  <a16:creationId xmlns:a16="http://schemas.microsoft.com/office/drawing/2014/main" id="{AB8FDD3B-18A9-F5EA-046A-F5AB5AC0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688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9" name="Rectangle 179">
              <a:extLst>
                <a:ext uri="{FF2B5EF4-FFF2-40B4-BE49-F238E27FC236}">
                  <a16:creationId xmlns:a16="http://schemas.microsoft.com/office/drawing/2014/main" id="{CB103FAD-349F-5A1B-1A6A-2B78F7F82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8363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0" name="Rectangle 180">
              <a:extLst>
                <a:ext uri="{FF2B5EF4-FFF2-40B4-BE49-F238E27FC236}">
                  <a16:creationId xmlns:a16="http://schemas.microsoft.com/office/drawing/2014/main" id="{5813370B-D115-8B0F-D473-A1869CEF6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8038" y="5161309"/>
              <a:ext cx="9207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1" name="Rectangle 181">
              <a:extLst>
                <a:ext uri="{FF2B5EF4-FFF2-40B4-BE49-F238E27FC236}">
                  <a16:creationId xmlns:a16="http://schemas.microsoft.com/office/drawing/2014/main" id="{3FF3A1DB-9A0A-1639-A5FE-67FE1814B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3863" y="4942234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2" name="Rectangle 182">
              <a:extLst>
                <a:ext uri="{FF2B5EF4-FFF2-40B4-BE49-F238E27FC236}">
                  <a16:creationId xmlns:a16="http://schemas.microsoft.com/office/drawing/2014/main" id="{25C124AD-736D-70CF-CF50-9010754D6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0838" y="4931122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3" name="Freeform 183">
              <a:extLst>
                <a:ext uri="{FF2B5EF4-FFF2-40B4-BE49-F238E27FC236}">
                  <a16:creationId xmlns:a16="http://schemas.microsoft.com/office/drawing/2014/main" id="{74CCABDD-5CAE-72EF-13A2-70787EBD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5" y="4858097"/>
              <a:ext cx="73025" cy="84138"/>
            </a:xfrm>
            <a:custGeom>
              <a:avLst/>
              <a:gdLst>
                <a:gd name="T0" fmla="*/ 2147483647 w 46"/>
                <a:gd name="T1" fmla="*/ 2147483647 h 53"/>
                <a:gd name="T2" fmla="*/ 2147483647 w 46"/>
                <a:gd name="T3" fmla="*/ 2147483647 h 53"/>
                <a:gd name="T4" fmla="*/ 2147483647 w 46"/>
                <a:gd name="T5" fmla="*/ 2147483647 h 53"/>
                <a:gd name="T6" fmla="*/ 2147483647 w 46"/>
                <a:gd name="T7" fmla="*/ 2147483647 h 53"/>
                <a:gd name="T8" fmla="*/ 2147483647 w 46"/>
                <a:gd name="T9" fmla="*/ 2147483647 h 53"/>
                <a:gd name="T10" fmla="*/ 2147483647 w 46"/>
                <a:gd name="T11" fmla="*/ 2147483647 h 53"/>
                <a:gd name="T12" fmla="*/ 2147483647 w 46"/>
                <a:gd name="T13" fmla="*/ 2147483647 h 53"/>
                <a:gd name="T14" fmla="*/ 2147483647 w 46"/>
                <a:gd name="T15" fmla="*/ 2147483647 h 53"/>
                <a:gd name="T16" fmla="*/ 2147483647 w 46"/>
                <a:gd name="T17" fmla="*/ 2147483647 h 53"/>
                <a:gd name="T18" fmla="*/ 2147483647 w 46"/>
                <a:gd name="T19" fmla="*/ 2147483647 h 53"/>
                <a:gd name="T20" fmla="*/ 2147483647 w 46"/>
                <a:gd name="T21" fmla="*/ 2147483647 h 53"/>
                <a:gd name="T22" fmla="*/ 2147483647 w 46"/>
                <a:gd name="T23" fmla="*/ 2147483647 h 53"/>
                <a:gd name="T24" fmla="*/ 2147483647 w 46"/>
                <a:gd name="T25" fmla="*/ 2147483647 h 53"/>
                <a:gd name="T26" fmla="*/ 2147483647 w 46"/>
                <a:gd name="T27" fmla="*/ 2147483647 h 53"/>
                <a:gd name="T28" fmla="*/ 2147483647 w 46"/>
                <a:gd name="T29" fmla="*/ 2147483647 h 53"/>
                <a:gd name="T30" fmla="*/ 2147483647 w 46"/>
                <a:gd name="T31" fmla="*/ 2147483647 h 53"/>
                <a:gd name="T32" fmla="*/ 2147483647 w 46"/>
                <a:gd name="T33" fmla="*/ 2147483647 h 53"/>
                <a:gd name="T34" fmla="*/ 2147483647 w 46"/>
                <a:gd name="T35" fmla="*/ 2147483647 h 53"/>
                <a:gd name="T36" fmla="*/ 2147483647 w 46"/>
                <a:gd name="T37" fmla="*/ 2147483647 h 53"/>
                <a:gd name="T38" fmla="*/ 2147483647 w 46"/>
                <a:gd name="T39" fmla="*/ 2147483647 h 53"/>
                <a:gd name="T40" fmla="*/ 2147483647 w 46"/>
                <a:gd name="T41" fmla="*/ 2147483647 h 53"/>
                <a:gd name="T42" fmla="*/ 2147483647 w 46"/>
                <a:gd name="T43" fmla="*/ 2147483647 h 53"/>
                <a:gd name="T44" fmla="*/ 2147483647 w 46"/>
                <a:gd name="T45" fmla="*/ 2147483647 h 53"/>
                <a:gd name="T46" fmla="*/ 2147483647 w 46"/>
                <a:gd name="T47" fmla="*/ 2147483647 h 53"/>
                <a:gd name="T48" fmla="*/ 2147483647 w 46"/>
                <a:gd name="T49" fmla="*/ 2147483647 h 53"/>
                <a:gd name="T50" fmla="*/ 2147483647 w 46"/>
                <a:gd name="T51" fmla="*/ 2147483647 h 53"/>
                <a:gd name="T52" fmla="*/ 2147483647 w 46"/>
                <a:gd name="T53" fmla="*/ 2147483647 h 53"/>
                <a:gd name="T54" fmla="*/ 2147483647 w 46"/>
                <a:gd name="T55" fmla="*/ 2147483647 h 53"/>
                <a:gd name="T56" fmla="*/ 2147483647 w 46"/>
                <a:gd name="T57" fmla="*/ 2147483647 h 53"/>
                <a:gd name="T58" fmla="*/ 2147483647 w 46"/>
                <a:gd name="T59" fmla="*/ 2147483647 h 53"/>
                <a:gd name="T60" fmla="*/ 2147483647 w 46"/>
                <a:gd name="T61" fmla="*/ 2147483647 h 53"/>
                <a:gd name="T62" fmla="*/ 2147483647 w 46"/>
                <a:gd name="T63" fmla="*/ 2147483647 h 53"/>
                <a:gd name="T64" fmla="*/ 2147483647 w 46"/>
                <a:gd name="T65" fmla="*/ 2147483647 h 53"/>
                <a:gd name="T66" fmla="*/ 2147483647 w 46"/>
                <a:gd name="T67" fmla="*/ 2147483647 h 53"/>
                <a:gd name="T68" fmla="*/ 2147483647 w 46"/>
                <a:gd name="T69" fmla="*/ 2147483647 h 53"/>
                <a:gd name="T70" fmla="*/ 0 w 46"/>
                <a:gd name="T71" fmla="*/ 2147483647 h 53"/>
                <a:gd name="T72" fmla="*/ 0 w 46"/>
                <a:gd name="T73" fmla="*/ 2147483647 h 53"/>
                <a:gd name="T74" fmla="*/ 0 w 46"/>
                <a:gd name="T75" fmla="*/ 2147483647 h 53"/>
                <a:gd name="T76" fmla="*/ 2147483647 w 46"/>
                <a:gd name="T77" fmla="*/ 2147483647 h 53"/>
                <a:gd name="T78" fmla="*/ 2147483647 w 46"/>
                <a:gd name="T79" fmla="*/ 2147483647 h 53"/>
                <a:gd name="T80" fmla="*/ 2147483647 w 46"/>
                <a:gd name="T81" fmla="*/ 2147483647 h 53"/>
                <a:gd name="T82" fmla="*/ 2147483647 w 46"/>
                <a:gd name="T83" fmla="*/ 0 h 53"/>
                <a:gd name="T84" fmla="*/ 2147483647 w 46"/>
                <a:gd name="T85" fmla="*/ 0 h 53"/>
                <a:gd name="T86" fmla="*/ 2147483647 w 46"/>
                <a:gd name="T87" fmla="*/ 0 h 53"/>
                <a:gd name="T88" fmla="*/ 2147483647 w 46"/>
                <a:gd name="T89" fmla="*/ 2147483647 h 53"/>
                <a:gd name="T90" fmla="*/ 2147483647 w 46"/>
                <a:gd name="T91" fmla="*/ 2147483647 h 53"/>
                <a:gd name="T92" fmla="*/ 2147483647 w 46"/>
                <a:gd name="T93" fmla="*/ 2147483647 h 53"/>
                <a:gd name="T94" fmla="*/ 2147483647 w 46"/>
                <a:gd name="T95" fmla="*/ 2147483647 h 53"/>
                <a:gd name="T96" fmla="*/ 2147483647 w 46"/>
                <a:gd name="T97" fmla="*/ 2147483647 h 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3"/>
                <a:gd name="T149" fmla="*/ 46 w 46"/>
                <a:gd name="T150" fmla="*/ 53 h 5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3">
                  <a:moveTo>
                    <a:pt x="38" y="23"/>
                  </a:moveTo>
                  <a:lnTo>
                    <a:pt x="31" y="8"/>
                  </a:lnTo>
                  <a:lnTo>
                    <a:pt x="31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8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1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1" y="46"/>
                  </a:lnTo>
                  <a:lnTo>
                    <a:pt x="15" y="53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15" y="0"/>
                  </a:lnTo>
                  <a:lnTo>
                    <a:pt x="31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4" name="Freeform 184">
              <a:extLst>
                <a:ext uri="{FF2B5EF4-FFF2-40B4-BE49-F238E27FC236}">
                  <a16:creationId xmlns:a16="http://schemas.microsoft.com/office/drawing/2014/main" id="{B2F44563-8BE9-670D-7DAD-50573979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7350" y="4894609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5" name="Rectangle 185">
              <a:extLst>
                <a:ext uri="{FF2B5EF4-FFF2-40B4-BE49-F238E27FC236}">
                  <a16:creationId xmlns:a16="http://schemas.microsoft.com/office/drawing/2014/main" id="{8483CE74-85DF-595F-350B-88FC26364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67684"/>
              <a:ext cx="20161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6" name="Rectangle 186">
              <a:extLst>
                <a:ext uri="{FF2B5EF4-FFF2-40B4-BE49-F238E27FC236}">
                  <a16:creationId xmlns:a16="http://schemas.microsoft.com/office/drawing/2014/main" id="{55A9374B-93C9-5F57-39F2-192498414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7" name="Freeform 187">
              <a:extLst>
                <a:ext uri="{FF2B5EF4-FFF2-40B4-BE49-F238E27FC236}">
                  <a16:creationId xmlns:a16="http://schemas.microsoft.com/office/drawing/2014/main" id="{EF3E9C07-8EFD-480D-AA0D-9A117066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7925" y="5088284"/>
              <a:ext cx="71438" cy="85725"/>
            </a:xfrm>
            <a:custGeom>
              <a:avLst/>
              <a:gdLst>
                <a:gd name="T0" fmla="*/ 2147483647 w 45"/>
                <a:gd name="T1" fmla="*/ 2147483647 h 54"/>
                <a:gd name="T2" fmla="*/ 2147483647 w 45"/>
                <a:gd name="T3" fmla="*/ 2147483647 h 54"/>
                <a:gd name="T4" fmla="*/ 2147483647 w 45"/>
                <a:gd name="T5" fmla="*/ 2147483647 h 54"/>
                <a:gd name="T6" fmla="*/ 2147483647 w 45"/>
                <a:gd name="T7" fmla="*/ 2147483647 h 54"/>
                <a:gd name="T8" fmla="*/ 2147483647 w 45"/>
                <a:gd name="T9" fmla="*/ 2147483647 h 54"/>
                <a:gd name="T10" fmla="*/ 2147483647 w 45"/>
                <a:gd name="T11" fmla="*/ 2147483647 h 54"/>
                <a:gd name="T12" fmla="*/ 2147483647 w 45"/>
                <a:gd name="T13" fmla="*/ 2147483647 h 54"/>
                <a:gd name="T14" fmla="*/ 2147483647 w 45"/>
                <a:gd name="T15" fmla="*/ 2147483647 h 54"/>
                <a:gd name="T16" fmla="*/ 2147483647 w 45"/>
                <a:gd name="T17" fmla="*/ 2147483647 h 54"/>
                <a:gd name="T18" fmla="*/ 2147483647 w 45"/>
                <a:gd name="T19" fmla="*/ 2147483647 h 54"/>
                <a:gd name="T20" fmla="*/ 2147483647 w 45"/>
                <a:gd name="T21" fmla="*/ 2147483647 h 54"/>
                <a:gd name="T22" fmla="*/ 2147483647 w 45"/>
                <a:gd name="T23" fmla="*/ 2147483647 h 54"/>
                <a:gd name="T24" fmla="*/ 2147483647 w 45"/>
                <a:gd name="T25" fmla="*/ 2147483647 h 54"/>
                <a:gd name="T26" fmla="*/ 2147483647 w 45"/>
                <a:gd name="T27" fmla="*/ 2147483647 h 54"/>
                <a:gd name="T28" fmla="*/ 2147483647 w 45"/>
                <a:gd name="T29" fmla="*/ 2147483647 h 54"/>
                <a:gd name="T30" fmla="*/ 2147483647 w 45"/>
                <a:gd name="T31" fmla="*/ 2147483647 h 54"/>
                <a:gd name="T32" fmla="*/ 2147483647 w 45"/>
                <a:gd name="T33" fmla="*/ 2147483647 h 54"/>
                <a:gd name="T34" fmla="*/ 2147483647 w 45"/>
                <a:gd name="T35" fmla="*/ 2147483647 h 54"/>
                <a:gd name="T36" fmla="*/ 2147483647 w 45"/>
                <a:gd name="T37" fmla="*/ 2147483647 h 54"/>
                <a:gd name="T38" fmla="*/ 2147483647 w 45"/>
                <a:gd name="T39" fmla="*/ 2147483647 h 54"/>
                <a:gd name="T40" fmla="*/ 2147483647 w 45"/>
                <a:gd name="T41" fmla="*/ 2147483647 h 54"/>
                <a:gd name="T42" fmla="*/ 2147483647 w 45"/>
                <a:gd name="T43" fmla="*/ 2147483647 h 54"/>
                <a:gd name="T44" fmla="*/ 2147483647 w 45"/>
                <a:gd name="T45" fmla="*/ 2147483647 h 54"/>
                <a:gd name="T46" fmla="*/ 2147483647 w 45"/>
                <a:gd name="T47" fmla="*/ 2147483647 h 54"/>
                <a:gd name="T48" fmla="*/ 2147483647 w 45"/>
                <a:gd name="T49" fmla="*/ 2147483647 h 54"/>
                <a:gd name="T50" fmla="*/ 2147483647 w 45"/>
                <a:gd name="T51" fmla="*/ 2147483647 h 54"/>
                <a:gd name="T52" fmla="*/ 2147483647 w 45"/>
                <a:gd name="T53" fmla="*/ 2147483647 h 54"/>
                <a:gd name="T54" fmla="*/ 2147483647 w 45"/>
                <a:gd name="T55" fmla="*/ 2147483647 h 54"/>
                <a:gd name="T56" fmla="*/ 2147483647 w 45"/>
                <a:gd name="T57" fmla="*/ 2147483647 h 54"/>
                <a:gd name="T58" fmla="*/ 2147483647 w 45"/>
                <a:gd name="T59" fmla="*/ 2147483647 h 54"/>
                <a:gd name="T60" fmla="*/ 2147483647 w 45"/>
                <a:gd name="T61" fmla="*/ 2147483647 h 54"/>
                <a:gd name="T62" fmla="*/ 2147483647 w 45"/>
                <a:gd name="T63" fmla="*/ 2147483647 h 54"/>
                <a:gd name="T64" fmla="*/ 2147483647 w 45"/>
                <a:gd name="T65" fmla="*/ 2147483647 h 54"/>
                <a:gd name="T66" fmla="*/ 2147483647 w 45"/>
                <a:gd name="T67" fmla="*/ 2147483647 h 54"/>
                <a:gd name="T68" fmla="*/ 2147483647 w 45"/>
                <a:gd name="T69" fmla="*/ 2147483647 h 54"/>
                <a:gd name="T70" fmla="*/ 0 w 45"/>
                <a:gd name="T71" fmla="*/ 2147483647 h 54"/>
                <a:gd name="T72" fmla="*/ 0 w 45"/>
                <a:gd name="T73" fmla="*/ 2147483647 h 54"/>
                <a:gd name="T74" fmla="*/ 0 w 45"/>
                <a:gd name="T75" fmla="*/ 2147483647 h 54"/>
                <a:gd name="T76" fmla="*/ 2147483647 w 45"/>
                <a:gd name="T77" fmla="*/ 2147483647 h 54"/>
                <a:gd name="T78" fmla="*/ 2147483647 w 45"/>
                <a:gd name="T79" fmla="*/ 2147483647 h 54"/>
                <a:gd name="T80" fmla="*/ 2147483647 w 45"/>
                <a:gd name="T81" fmla="*/ 2147483647 h 54"/>
                <a:gd name="T82" fmla="*/ 2147483647 w 45"/>
                <a:gd name="T83" fmla="*/ 0 h 54"/>
                <a:gd name="T84" fmla="*/ 2147483647 w 45"/>
                <a:gd name="T85" fmla="*/ 0 h 54"/>
                <a:gd name="T86" fmla="*/ 2147483647 w 45"/>
                <a:gd name="T87" fmla="*/ 0 h 54"/>
                <a:gd name="T88" fmla="*/ 2147483647 w 45"/>
                <a:gd name="T89" fmla="*/ 2147483647 h 54"/>
                <a:gd name="T90" fmla="*/ 2147483647 w 45"/>
                <a:gd name="T91" fmla="*/ 2147483647 h 54"/>
                <a:gd name="T92" fmla="*/ 2147483647 w 45"/>
                <a:gd name="T93" fmla="*/ 2147483647 h 54"/>
                <a:gd name="T94" fmla="*/ 2147483647 w 45"/>
                <a:gd name="T95" fmla="*/ 2147483647 h 54"/>
                <a:gd name="T96" fmla="*/ 2147483647 w 45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54"/>
                <a:gd name="T149" fmla="*/ 45 w 45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7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5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7" y="46"/>
                  </a:lnTo>
                  <a:lnTo>
                    <a:pt x="7" y="38"/>
                  </a:lnTo>
                  <a:lnTo>
                    <a:pt x="0" y="23"/>
                  </a:lnTo>
                  <a:lnTo>
                    <a:pt x="7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5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8" name="Freeform 188">
              <a:extLst>
                <a:ext uri="{FF2B5EF4-FFF2-40B4-BE49-F238E27FC236}">
                  <a16:creationId xmlns:a16="http://schemas.microsoft.com/office/drawing/2014/main" id="{30B91CB4-348E-7AF0-5A30-0161C8FC9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8250" y="5124797"/>
              <a:ext cx="11113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0 w 7"/>
                <a:gd name="T5" fmla="*/ 0 h 1"/>
                <a:gd name="T6" fmla="*/ 2147483647 w 7"/>
                <a:gd name="T7" fmla="*/ 0 h 1"/>
                <a:gd name="T8" fmla="*/ 2147483647 w 7"/>
                <a:gd name="T9" fmla="*/ 0 h 1"/>
                <a:gd name="T10" fmla="*/ 2147483647 w 7"/>
                <a:gd name="T11" fmla="*/ 0 h 1"/>
                <a:gd name="T12" fmla="*/ 0 w 7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"/>
                <a:gd name="T23" fmla="*/ 7 w 7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9" name="Rectangle 189">
              <a:extLst>
                <a:ext uri="{FF2B5EF4-FFF2-40B4-BE49-F238E27FC236}">
                  <a16:creationId xmlns:a16="http://schemas.microsoft.com/office/drawing/2014/main" id="{F205DC50-E1B4-E381-F69F-B9BDCF677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2063" y="5124797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0" name="Rectangle 190">
              <a:extLst>
                <a:ext uri="{FF2B5EF4-FFF2-40B4-BE49-F238E27FC236}">
                  <a16:creationId xmlns:a16="http://schemas.microsoft.com/office/drawing/2014/main" id="{D7BBCCCB-BBE0-F028-2D35-4960BEDA8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5200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1" name="Freeform 191">
              <a:extLst>
                <a:ext uri="{FF2B5EF4-FFF2-40B4-BE49-F238E27FC236}">
                  <a16:creationId xmlns:a16="http://schemas.microsoft.com/office/drawing/2014/main" id="{671C6FB9-8B57-1BB9-917C-E64A2665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5088284"/>
              <a:ext cx="73025" cy="85725"/>
            </a:xfrm>
            <a:custGeom>
              <a:avLst/>
              <a:gdLst>
                <a:gd name="T0" fmla="*/ 2147483647 w 46"/>
                <a:gd name="T1" fmla="*/ 2147483647 h 54"/>
                <a:gd name="T2" fmla="*/ 2147483647 w 46"/>
                <a:gd name="T3" fmla="*/ 2147483647 h 54"/>
                <a:gd name="T4" fmla="*/ 2147483647 w 46"/>
                <a:gd name="T5" fmla="*/ 2147483647 h 54"/>
                <a:gd name="T6" fmla="*/ 2147483647 w 46"/>
                <a:gd name="T7" fmla="*/ 2147483647 h 54"/>
                <a:gd name="T8" fmla="*/ 2147483647 w 46"/>
                <a:gd name="T9" fmla="*/ 2147483647 h 54"/>
                <a:gd name="T10" fmla="*/ 2147483647 w 46"/>
                <a:gd name="T11" fmla="*/ 2147483647 h 54"/>
                <a:gd name="T12" fmla="*/ 2147483647 w 46"/>
                <a:gd name="T13" fmla="*/ 2147483647 h 54"/>
                <a:gd name="T14" fmla="*/ 0 w 46"/>
                <a:gd name="T15" fmla="*/ 2147483647 h 54"/>
                <a:gd name="T16" fmla="*/ 2147483647 w 46"/>
                <a:gd name="T17" fmla="*/ 2147483647 h 54"/>
                <a:gd name="T18" fmla="*/ 2147483647 w 46"/>
                <a:gd name="T19" fmla="*/ 2147483647 h 54"/>
                <a:gd name="T20" fmla="*/ 2147483647 w 46"/>
                <a:gd name="T21" fmla="*/ 2147483647 h 54"/>
                <a:gd name="T22" fmla="*/ 2147483647 w 46"/>
                <a:gd name="T23" fmla="*/ 2147483647 h 54"/>
                <a:gd name="T24" fmla="*/ 2147483647 w 46"/>
                <a:gd name="T25" fmla="*/ 2147483647 h 54"/>
                <a:gd name="T26" fmla="*/ 2147483647 w 46"/>
                <a:gd name="T27" fmla="*/ 2147483647 h 54"/>
                <a:gd name="T28" fmla="*/ 0 w 46"/>
                <a:gd name="T29" fmla="*/ 2147483647 h 54"/>
                <a:gd name="T30" fmla="*/ 0 w 46"/>
                <a:gd name="T31" fmla="*/ 2147483647 h 54"/>
                <a:gd name="T32" fmla="*/ 2147483647 w 46"/>
                <a:gd name="T33" fmla="*/ 2147483647 h 54"/>
                <a:gd name="T34" fmla="*/ 2147483647 w 46"/>
                <a:gd name="T35" fmla="*/ 2147483647 h 54"/>
                <a:gd name="T36" fmla="*/ 2147483647 w 46"/>
                <a:gd name="T37" fmla="*/ 2147483647 h 54"/>
                <a:gd name="T38" fmla="*/ 2147483647 w 46"/>
                <a:gd name="T39" fmla="*/ 2147483647 h 54"/>
                <a:gd name="T40" fmla="*/ 2147483647 w 46"/>
                <a:gd name="T41" fmla="*/ 2147483647 h 54"/>
                <a:gd name="T42" fmla="*/ 2147483647 w 46"/>
                <a:gd name="T43" fmla="*/ 2147483647 h 54"/>
                <a:gd name="T44" fmla="*/ 2147483647 w 46"/>
                <a:gd name="T45" fmla="*/ 2147483647 h 54"/>
                <a:gd name="T46" fmla="*/ 2147483647 w 46"/>
                <a:gd name="T47" fmla="*/ 2147483647 h 54"/>
                <a:gd name="T48" fmla="*/ 2147483647 w 46"/>
                <a:gd name="T49" fmla="*/ 2147483647 h 54"/>
                <a:gd name="T50" fmla="*/ 2147483647 w 46"/>
                <a:gd name="T51" fmla="*/ 2147483647 h 54"/>
                <a:gd name="T52" fmla="*/ 2147483647 w 46"/>
                <a:gd name="T53" fmla="*/ 2147483647 h 54"/>
                <a:gd name="T54" fmla="*/ 2147483647 w 46"/>
                <a:gd name="T55" fmla="*/ 2147483647 h 54"/>
                <a:gd name="T56" fmla="*/ 2147483647 w 46"/>
                <a:gd name="T57" fmla="*/ 2147483647 h 54"/>
                <a:gd name="T58" fmla="*/ 2147483647 w 46"/>
                <a:gd name="T59" fmla="*/ 2147483647 h 54"/>
                <a:gd name="T60" fmla="*/ 2147483647 w 46"/>
                <a:gd name="T61" fmla="*/ 2147483647 h 54"/>
                <a:gd name="T62" fmla="*/ 2147483647 w 46"/>
                <a:gd name="T63" fmla="*/ 2147483647 h 54"/>
                <a:gd name="T64" fmla="*/ 0 w 46"/>
                <a:gd name="T65" fmla="*/ 2147483647 h 54"/>
                <a:gd name="T66" fmla="*/ 0 w 46"/>
                <a:gd name="T67" fmla="*/ 2147483647 h 54"/>
                <a:gd name="T68" fmla="*/ 0 w 46"/>
                <a:gd name="T69" fmla="*/ 2147483647 h 54"/>
                <a:gd name="T70" fmla="*/ 0 w 46"/>
                <a:gd name="T71" fmla="*/ 2147483647 h 54"/>
                <a:gd name="T72" fmla="*/ 0 w 46"/>
                <a:gd name="T73" fmla="*/ 2147483647 h 54"/>
                <a:gd name="T74" fmla="*/ 0 w 46"/>
                <a:gd name="T75" fmla="*/ 2147483647 h 54"/>
                <a:gd name="T76" fmla="*/ 0 w 46"/>
                <a:gd name="T77" fmla="*/ 2147483647 h 54"/>
                <a:gd name="T78" fmla="*/ 0 w 46"/>
                <a:gd name="T79" fmla="*/ 2147483647 h 54"/>
                <a:gd name="T80" fmla="*/ 0 w 46"/>
                <a:gd name="T81" fmla="*/ 2147483647 h 54"/>
                <a:gd name="T82" fmla="*/ 2147483647 w 46"/>
                <a:gd name="T83" fmla="*/ 0 h 54"/>
                <a:gd name="T84" fmla="*/ 2147483647 w 46"/>
                <a:gd name="T85" fmla="*/ 0 h 54"/>
                <a:gd name="T86" fmla="*/ 2147483647 w 46"/>
                <a:gd name="T87" fmla="*/ 0 h 54"/>
                <a:gd name="T88" fmla="*/ 2147483647 w 46"/>
                <a:gd name="T89" fmla="*/ 2147483647 h 54"/>
                <a:gd name="T90" fmla="*/ 2147483647 w 46"/>
                <a:gd name="T91" fmla="*/ 2147483647 h 54"/>
                <a:gd name="T92" fmla="*/ 2147483647 w 46"/>
                <a:gd name="T93" fmla="*/ 2147483647 h 54"/>
                <a:gd name="T94" fmla="*/ 2147483647 w 46"/>
                <a:gd name="T95" fmla="*/ 2147483647 h 54"/>
                <a:gd name="T96" fmla="*/ 2147483647 w 46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4"/>
                <a:gd name="T149" fmla="*/ 46 w 46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0" y="15"/>
                  </a:lnTo>
                  <a:lnTo>
                    <a:pt x="7" y="8"/>
                  </a:lnTo>
                  <a:lnTo>
                    <a:pt x="7" y="23"/>
                  </a:lnTo>
                  <a:lnTo>
                    <a:pt x="7" y="38"/>
                  </a:lnTo>
                  <a:lnTo>
                    <a:pt x="0" y="38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0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2" name="Freeform 192">
              <a:extLst>
                <a:ext uri="{FF2B5EF4-FFF2-40B4-BE49-F238E27FC236}">
                  <a16:creationId xmlns:a16="http://schemas.microsoft.com/office/drawing/2014/main" id="{9AB92A47-D7DF-7266-77DD-7E9BD346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512479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3" name="Rectangle 193">
              <a:extLst>
                <a:ext uri="{FF2B5EF4-FFF2-40B4-BE49-F238E27FC236}">
                  <a16:creationId xmlns:a16="http://schemas.microsoft.com/office/drawing/2014/main" id="{523DD289-FC1F-99AF-B2D7-0E72F6223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578697"/>
              <a:ext cx="12700" cy="3159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4" name="Rectangle 194">
              <a:extLst>
                <a:ext uri="{FF2B5EF4-FFF2-40B4-BE49-F238E27FC236}">
                  <a16:creationId xmlns:a16="http://schemas.microsoft.com/office/drawing/2014/main" id="{BC47187F-61FB-3FF4-0C33-A7E54B032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8453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5" name="Rectangle 195">
              <a:extLst>
                <a:ext uri="{FF2B5EF4-FFF2-40B4-BE49-F238E27FC236}">
                  <a16:creationId xmlns:a16="http://schemas.microsoft.com/office/drawing/2014/main" id="{8E4BCDE1-F375-54DF-B2CD-A2E5F24A9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6" name="Rectangle 196">
              <a:extLst>
                <a:ext uri="{FF2B5EF4-FFF2-40B4-BE49-F238E27FC236}">
                  <a16:creationId xmlns:a16="http://schemas.microsoft.com/office/drawing/2014/main" id="{17EE7E48-C036-5EA3-A8C2-A43E10877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7" name="Rectangle 197">
              <a:extLst>
                <a:ext uri="{FF2B5EF4-FFF2-40B4-BE49-F238E27FC236}">
                  <a16:creationId xmlns:a16="http://schemas.microsoft.com/office/drawing/2014/main" id="{933C1DE2-EF9B-915A-0A1B-A2552276D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518372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8" name="Rectangle 198">
              <a:extLst>
                <a:ext uri="{FF2B5EF4-FFF2-40B4-BE49-F238E27FC236}">
                  <a16:creationId xmlns:a16="http://schemas.microsoft.com/office/drawing/2014/main" id="{C4E5979B-2748-7B76-B2E9-FF294B0D9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845397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9" name="Rectangle 199">
              <a:extLst>
                <a:ext uri="{FF2B5EF4-FFF2-40B4-BE49-F238E27FC236}">
                  <a16:creationId xmlns:a16="http://schemas.microsoft.com/office/drawing/2014/main" id="{78C333F2-9BA3-2AD4-85B2-7E9A36ACE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0" name="Rectangle 200">
              <a:extLst>
                <a:ext uri="{FF2B5EF4-FFF2-40B4-BE49-F238E27FC236}">
                  <a16:creationId xmlns:a16="http://schemas.microsoft.com/office/drawing/2014/main" id="{1A8534FC-C12C-B35F-D3DA-29D6E911E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550" y="4748559"/>
              <a:ext cx="968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1" name="Rectangle 201">
              <a:extLst>
                <a:ext uri="{FF2B5EF4-FFF2-40B4-BE49-F238E27FC236}">
                  <a16:creationId xmlns:a16="http://schemas.microsoft.com/office/drawing/2014/main" id="{F2683FEB-6B7A-A82C-E6B6-F0FA1235D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3984972"/>
              <a:ext cx="12700" cy="3143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2" name="Rectangle 202">
              <a:extLst>
                <a:ext uri="{FF2B5EF4-FFF2-40B4-BE49-F238E27FC236}">
                  <a16:creationId xmlns:a16="http://schemas.microsoft.com/office/drawing/2014/main" id="{ACC46C5E-1890-AA21-DB19-0A7C6BBDA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251672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3" name="Rectangle 203">
              <a:extLst>
                <a:ext uri="{FF2B5EF4-FFF2-40B4-BE49-F238E27FC236}">
                  <a16:creationId xmlns:a16="http://schemas.microsoft.com/office/drawing/2014/main" id="{0005F6F9-39E5-1F93-AE20-D0AEF8964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4" name="Rectangle 204">
              <a:extLst>
                <a:ext uri="{FF2B5EF4-FFF2-40B4-BE49-F238E27FC236}">
                  <a16:creationId xmlns:a16="http://schemas.microsoft.com/office/drawing/2014/main" id="{435B8928-4D23-EC02-B10A-6D744ABA5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5" name="Rectangle 205">
              <a:extLst>
                <a:ext uri="{FF2B5EF4-FFF2-40B4-BE49-F238E27FC236}">
                  <a16:creationId xmlns:a16="http://schemas.microsoft.com/office/drawing/2014/main" id="{015F0E2B-A94A-4DE5-6F34-9F726C2A6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923059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6" name="Rectangle 206">
              <a:extLst>
                <a:ext uri="{FF2B5EF4-FFF2-40B4-BE49-F238E27FC236}">
                  <a16:creationId xmlns:a16="http://schemas.microsoft.com/office/drawing/2014/main" id="{CA6059B9-DC2E-CA17-14CD-216933F9D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251672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7" name="Rectangle 207">
              <a:extLst>
                <a:ext uri="{FF2B5EF4-FFF2-40B4-BE49-F238E27FC236}">
                  <a16:creationId xmlns:a16="http://schemas.microsoft.com/office/drawing/2014/main" id="{026FE4AC-6D6D-129F-A172-1F3AEEB10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8" name="Freeform 208">
              <a:extLst>
                <a:ext uri="{FF2B5EF4-FFF2-40B4-BE49-F238E27FC236}">
                  <a16:creationId xmlns:a16="http://schemas.microsoft.com/office/drawing/2014/main" id="{F32770DD-CAC7-EFEA-5EF9-F4B98715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363" y="4105622"/>
              <a:ext cx="85725" cy="85725"/>
            </a:xfrm>
            <a:custGeom>
              <a:avLst/>
              <a:gdLst>
                <a:gd name="T0" fmla="*/ 2147483647 w 54"/>
                <a:gd name="T1" fmla="*/ 2147483647 h 54"/>
                <a:gd name="T2" fmla="*/ 2147483647 w 54"/>
                <a:gd name="T3" fmla="*/ 2147483647 h 54"/>
                <a:gd name="T4" fmla="*/ 2147483647 w 54"/>
                <a:gd name="T5" fmla="*/ 2147483647 h 54"/>
                <a:gd name="T6" fmla="*/ 2147483647 w 54"/>
                <a:gd name="T7" fmla="*/ 2147483647 h 54"/>
                <a:gd name="T8" fmla="*/ 2147483647 w 54"/>
                <a:gd name="T9" fmla="*/ 2147483647 h 54"/>
                <a:gd name="T10" fmla="*/ 2147483647 w 54"/>
                <a:gd name="T11" fmla="*/ 2147483647 h 54"/>
                <a:gd name="T12" fmla="*/ 2147483647 w 54"/>
                <a:gd name="T13" fmla="*/ 2147483647 h 54"/>
                <a:gd name="T14" fmla="*/ 2147483647 w 54"/>
                <a:gd name="T15" fmla="*/ 2147483647 h 54"/>
                <a:gd name="T16" fmla="*/ 2147483647 w 54"/>
                <a:gd name="T17" fmla="*/ 2147483647 h 54"/>
                <a:gd name="T18" fmla="*/ 2147483647 w 54"/>
                <a:gd name="T19" fmla="*/ 2147483647 h 54"/>
                <a:gd name="T20" fmla="*/ 2147483647 w 54"/>
                <a:gd name="T21" fmla="*/ 2147483647 h 54"/>
                <a:gd name="T22" fmla="*/ 2147483647 w 54"/>
                <a:gd name="T23" fmla="*/ 2147483647 h 54"/>
                <a:gd name="T24" fmla="*/ 2147483647 w 54"/>
                <a:gd name="T25" fmla="*/ 2147483647 h 54"/>
                <a:gd name="T26" fmla="*/ 2147483647 w 54"/>
                <a:gd name="T27" fmla="*/ 2147483647 h 54"/>
                <a:gd name="T28" fmla="*/ 2147483647 w 54"/>
                <a:gd name="T29" fmla="*/ 2147483647 h 54"/>
                <a:gd name="T30" fmla="*/ 2147483647 w 54"/>
                <a:gd name="T31" fmla="*/ 2147483647 h 54"/>
                <a:gd name="T32" fmla="*/ 2147483647 w 54"/>
                <a:gd name="T33" fmla="*/ 2147483647 h 54"/>
                <a:gd name="T34" fmla="*/ 2147483647 w 54"/>
                <a:gd name="T35" fmla="*/ 2147483647 h 54"/>
                <a:gd name="T36" fmla="*/ 2147483647 w 54"/>
                <a:gd name="T37" fmla="*/ 2147483647 h 54"/>
                <a:gd name="T38" fmla="*/ 2147483647 w 54"/>
                <a:gd name="T39" fmla="*/ 2147483647 h 54"/>
                <a:gd name="T40" fmla="*/ 2147483647 w 54"/>
                <a:gd name="T41" fmla="*/ 2147483647 h 54"/>
                <a:gd name="T42" fmla="*/ 2147483647 w 54"/>
                <a:gd name="T43" fmla="*/ 2147483647 h 54"/>
                <a:gd name="T44" fmla="*/ 2147483647 w 54"/>
                <a:gd name="T45" fmla="*/ 2147483647 h 54"/>
                <a:gd name="T46" fmla="*/ 2147483647 w 54"/>
                <a:gd name="T47" fmla="*/ 2147483647 h 54"/>
                <a:gd name="T48" fmla="*/ 2147483647 w 54"/>
                <a:gd name="T49" fmla="*/ 2147483647 h 54"/>
                <a:gd name="T50" fmla="*/ 2147483647 w 54"/>
                <a:gd name="T51" fmla="*/ 2147483647 h 54"/>
                <a:gd name="T52" fmla="*/ 2147483647 w 54"/>
                <a:gd name="T53" fmla="*/ 2147483647 h 54"/>
                <a:gd name="T54" fmla="*/ 2147483647 w 54"/>
                <a:gd name="T55" fmla="*/ 2147483647 h 54"/>
                <a:gd name="T56" fmla="*/ 2147483647 w 54"/>
                <a:gd name="T57" fmla="*/ 2147483647 h 54"/>
                <a:gd name="T58" fmla="*/ 2147483647 w 54"/>
                <a:gd name="T59" fmla="*/ 2147483647 h 54"/>
                <a:gd name="T60" fmla="*/ 2147483647 w 54"/>
                <a:gd name="T61" fmla="*/ 2147483647 h 54"/>
                <a:gd name="T62" fmla="*/ 2147483647 w 54"/>
                <a:gd name="T63" fmla="*/ 2147483647 h 54"/>
                <a:gd name="T64" fmla="*/ 2147483647 w 54"/>
                <a:gd name="T65" fmla="*/ 2147483647 h 54"/>
                <a:gd name="T66" fmla="*/ 2147483647 w 54"/>
                <a:gd name="T67" fmla="*/ 2147483647 h 54"/>
                <a:gd name="T68" fmla="*/ 2147483647 w 54"/>
                <a:gd name="T69" fmla="*/ 2147483647 h 54"/>
                <a:gd name="T70" fmla="*/ 0 w 54"/>
                <a:gd name="T71" fmla="*/ 2147483647 h 54"/>
                <a:gd name="T72" fmla="*/ 0 w 54"/>
                <a:gd name="T73" fmla="*/ 2147483647 h 54"/>
                <a:gd name="T74" fmla="*/ 0 w 54"/>
                <a:gd name="T75" fmla="*/ 2147483647 h 54"/>
                <a:gd name="T76" fmla="*/ 2147483647 w 54"/>
                <a:gd name="T77" fmla="*/ 2147483647 h 54"/>
                <a:gd name="T78" fmla="*/ 2147483647 w 54"/>
                <a:gd name="T79" fmla="*/ 2147483647 h 54"/>
                <a:gd name="T80" fmla="*/ 2147483647 w 54"/>
                <a:gd name="T81" fmla="*/ 2147483647 h 54"/>
                <a:gd name="T82" fmla="*/ 2147483647 w 54"/>
                <a:gd name="T83" fmla="*/ 0 h 54"/>
                <a:gd name="T84" fmla="*/ 2147483647 w 54"/>
                <a:gd name="T85" fmla="*/ 0 h 54"/>
                <a:gd name="T86" fmla="*/ 2147483647 w 54"/>
                <a:gd name="T87" fmla="*/ 0 h 54"/>
                <a:gd name="T88" fmla="*/ 2147483647 w 54"/>
                <a:gd name="T89" fmla="*/ 2147483647 h 54"/>
                <a:gd name="T90" fmla="*/ 2147483647 w 54"/>
                <a:gd name="T91" fmla="*/ 2147483647 h 54"/>
                <a:gd name="T92" fmla="*/ 2147483647 w 54"/>
                <a:gd name="T93" fmla="*/ 2147483647 h 54"/>
                <a:gd name="T94" fmla="*/ 2147483647 w 54"/>
                <a:gd name="T95" fmla="*/ 2147483647 h 54"/>
                <a:gd name="T96" fmla="*/ 2147483647 w 54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4"/>
                <a:gd name="T148" fmla="*/ 0 h 54"/>
                <a:gd name="T149" fmla="*/ 54 w 54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4" h="54">
                  <a:moveTo>
                    <a:pt x="46" y="23"/>
                  </a:moveTo>
                  <a:lnTo>
                    <a:pt x="39" y="8"/>
                  </a:lnTo>
                  <a:lnTo>
                    <a:pt x="39" y="15"/>
                  </a:lnTo>
                  <a:lnTo>
                    <a:pt x="23" y="8"/>
                  </a:lnTo>
                  <a:lnTo>
                    <a:pt x="8" y="15"/>
                  </a:lnTo>
                  <a:lnTo>
                    <a:pt x="16" y="8"/>
                  </a:lnTo>
                  <a:lnTo>
                    <a:pt x="8" y="23"/>
                  </a:lnTo>
                  <a:lnTo>
                    <a:pt x="16" y="38"/>
                  </a:lnTo>
                  <a:lnTo>
                    <a:pt x="8" y="38"/>
                  </a:lnTo>
                  <a:lnTo>
                    <a:pt x="23" y="46"/>
                  </a:lnTo>
                  <a:lnTo>
                    <a:pt x="39" y="38"/>
                  </a:lnTo>
                  <a:lnTo>
                    <a:pt x="46" y="23"/>
                  </a:lnTo>
                  <a:lnTo>
                    <a:pt x="54" y="23"/>
                  </a:lnTo>
                  <a:lnTo>
                    <a:pt x="46" y="38"/>
                  </a:lnTo>
                  <a:lnTo>
                    <a:pt x="39" y="46"/>
                  </a:lnTo>
                  <a:lnTo>
                    <a:pt x="23" y="54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23" y="0"/>
                  </a:lnTo>
                  <a:lnTo>
                    <a:pt x="39" y="8"/>
                  </a:lnTo>
                  <a:lnTo>
                    <a:pt x="46" y="8"/>
                  </a:lnTo>
                  <a:lnTo>
                    <a:pt x="54" y="23"/>
                  </a:lnTo>
                  <a:lnTo>
                    <a:pt x="46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09" name="Freeform 209">
              <a:extLst>
                <a:ext uri="{FF2B5EF4-FFF2-40B4-BE49-F238E27FC236}">
                  <a16:creationId xmlns:a16="http://schemas.microsoft.com/office/drawing/2014/main" id="{B955A7CD-B94B-B816-1C0A-56988E77E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4142134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0" name="Rectangle 210">
              <a:extLst>
                <a:ext uri="{FF2B5EF4-FFF2-40B4-BE49-F238E27FC236}">
                  <a16:creationId xmlns:a16="http://schemas.microsoft.com/office/drawing/2014/main" id="{527BB8AD-C42C-BAC0-B900-712444C49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714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1" name="Rectangle 211">
              <a:extLst>
                <a:ext uri="{FF2B5EF4-FFF2-40B4-BE49-F238E27FC236}">
                  <a16:creationId xmlns:a16="http://schemas.microsoft.com/office/drawing/2014/main" id="{6AD302C6-2A8E-F1CB-FB01-47A72D3D6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57869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2" name="Rectangle 212">
              <a:extLst>
                <a:ext uri="{FF2B5EF4-FFF2-40B4-BE49-F238E27FC236}">
                  <a16:creationId xmlns:a16="http://schemas.microsoft.com/office/drawing/2014/main" id="{B0733B90-F836-CFE3-C722-721834B2D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213" y="4578697"/>
              <a:ext cx="2174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3" name="Rectangle 213">
              <a:extLst>
                <a:ext uri="{FF2B5EF4-FFF2-40B4-BE49-F238E27FC236}">
                  <a16:creationId xmlns:a16="http://schemas.microsoft.com/office/drawing/2014/main" id="{B57F542C-AC17-13D4-61AF-DCC542469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44534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4" name="Freeform 214">
              <a:extLst>
                <a:ext uri="{FF2B5EF4-FFF2-40B4-BE49-F238E27FC236}">
                  <a16:creationId xmlns:a16="http://schemas.microsoft.com/office/drawing/2014/main" id="{85F3F855-E363-F590-7E20-2806439BF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275" y="5015259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5" name="Freeform 215">
              <a:extLst>
                <a:ext uri="{FF2B5EF4-FFF2-40B4-BE49-F238E27FC236}">
                  <a16:creationId xmlns:a16="http://schemas.microsoft.com/office/drawing/2014/main" id="{CD3B6EC1-592C-27BB-9ECD-1108A8C25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325" y="50152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6" name="Rectangle 216">
              <a:extLst>
                <a:ext uri="{FF2B5EF4-FFF2-40B4-BE49-F238E27FC236}">
                  <a16:creationId xmlns:a16="http://schemas.microsoft.com/office/drawing/2014/main" id="{C1680404-95F3-926E-0231-19D7A351A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5015259"/>
              <a:ext cx="1079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7" name="Freeform 217">
              <a:extLst>
                <a:ext uri="{FF2B5EF4-FFF2-40B4-BE49-F238E27FC236}">
                  <a16:creationId xmlns:a16="http://schemas.microsoft.com/office/drawing/2014/main" id="{822A0BED-6165-56A1-2EEF-0991245B7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188" y="49787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8" name="Freeform 218">
              <a:extLst>
                <a:ext uri="{FF2B5EF4-FFF2-40B4-BE49-F238E27FC236}">
                  <a16:creationId xmlns:a16="http://schemas.microsoft.com/office/drawing/2014/main" id="{7036D81B-4A52-73C9-7FE0-8886B302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113" y="49787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9" name="Rectangle 219">
              <a:extLst>
                <a:ext uri="{FF2B5EF4-FFF2-40B4-BE49-F238E27FC236}">
                  <a16:creationId xmlns:a16="http://schemas.microsoft.com/office/drawing/2014/main" id="{765D9F7C-136E-6AAA-492D-B17397E0F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3" y="4978747"/>
              <a:ext cx="219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0" name="Freeform 220">
              <a:extLst>
                <a:ext uri="{FF2B5EF4-FFF2-40B4-BE49-F238E27FC236}">
                  <a16:creationId xmlns:a16="http://schemas.microsoft.com/office/drawing/2014/main" id="{4C2BD85B-5B33-97DA-4EAC-4DF1C686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942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1" name="Freeform 221">
              <a:extLst>
                <a:ext uri="{FF2B5EF4-FFF2-40B4-BE49-F238E27FC236}">
                  <a16:creationId xmlns:a16="http://schemas.microsoft.com/office/drawing/2014/main" id="{10C5A739-E2E0-7618-EF65-6F2ED2B77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788" y="4942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2" name="Rectangle 222">
              <a:extLst>
                <a:ext uri="{FF2B5EF4-FFF2-40B4-BE49-F238E27FC236}">
                  <a16:creationId xmlns:a16="http://schemas.microsoft.com/office/drawing/2014/main" id="{413620C8-EC4A-4600-A58C-FF9961AF8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788" y="4942234"/>
              <a:ext cx="3270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3" name="Freeform 223">
              <a:extLst>
                <a:ext uri="{FF2B5EF4-FFF2-40B4-BE49-F238E27FC236}">
                  <a16:creationId xmlns:a16="http://schemas.microsoft.com/office/drawing/2014/main" id="{DFC09684-54ED-BF42-07CE-36B70090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75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4" name="Freeform 224">
              <a:extLst>
                <a:ext uri="{FF2B5EF4-FFF2-40B4-BE49-F238E27FC236}">
                  <a16:creationId xmlns:a16="http://schemas.microsoft.com/office/drawing/2014/main" id="{7E1C4399-442E-B47C-09E6-FECD0134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538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5" name="Rectangle 225">
              <a:extLst>
                <a:ext uri="{FF2B5EF4-FFF2-40B4-BE49-F238E27FC236}">
                  <a16:creationId xmlns:a16="http://schemas.microsoft.com/office/drawing/2014/main" id="{682D4FDC-112D-5556-CECE-E116D3F7D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4737447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6" name="Freeform 226">
              <a:extLst>
                <a:ext uri="{FF2B5EF4-FFF2-40B4-BE49-F238E27FC236}">
                  <a16:creationId xmlns:a16="http://schemas.microsoft.com/office/drawing/2014/main" id="{2ADC5EC2-3897-8C9C-4A9E-88294DC7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47120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7" name="Freeform 227">
              <a:extLst>
                <a:ext uri="{FF2B5EF4-FFF2-40B4-BE49-F238E27FC236}">
                  <a16:creationId xmlns:a16="http://schemas.microsoft.com/office/drawing/2014/main" id="{5180531A-8CF9-904B-94A9-83C4FE31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7120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8" name="Rectangle 228">
              <a:extLst>
                <a:ext uri="{FF2B5EF4-FFF2-40B4-BE49-F238E27FC236}">
                  <a16:creationId xmlns:a16="http://schemas.microsoft.com/office/drawing/2014/main" id="{4749BCD7-A692-C174-E1EB-D48FFE4E5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025" y="4712047"/>
              <a:ext cx="1825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9" name="Freeform 229">
              <a:extLst>
                <a:ext uri="{FF2B5EF4-FFF2-40B4-BE49-F238E27FC236}">
                  <a16:creationId xmlns:a16="http://schemas.microsoft.com/office/drawing/2014/main" id="{B7FEAEF8-C18C-6740-0355-2EA8C07E0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0" y="4688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0" name="Freeform 230">
              <a:extLst>
                <a:ext uri="{FF2B5EF4-FFF2-40B4-BE49-F238E27FC236}">
                  <a16:creationId xmlns:a16="http://schemas.microsoft.com/office/drawing/2014/main" id="{8B0F5A80-BE5C-DF7E-EF3E-47102732F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688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1" name="Rectangle 231">
              <a:extLst>
                <a:ext uri="{FF2B5EF4-FFF2-40B4-BE49-F238E27FC236}">
                  <a16:creationId xmlns:a16="http://schemas.microsoft.com/office/drawing/2014/main" id="{DD0659F8-FEEB-885D-1A60-3BBE62172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813" y="4688234"/>
              <a:ext cx="2682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2" name="Rectangle 232">
              <a:extLst>
                <a:ext uri="{FF2B5EF4-FFF2-40B4-BE49-F238E27FC236}">
                  <a16:creationId xmlns:a16="http://schemas.microsoft.com/office/drawing/2014/main" id="{4F40B41C-DC9C-0464-ADF5-FCB2F8715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445347"/>
              <a:ext cx="473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3" name="Rectangle 233">
              <a:extLst>
                <a:ext uri="{FF2B5EF4-FFF2-40B4-BE49-F238E27FC236}">
                  <a16:creationId xmlns:a16="http://schemas.microsoft.com/office/drawing/2014/main" id="{DECA2D12-FA44-EB8A-A42B-6119B79C0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335809"/>
              <a:ext cx="11113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4" name="Rectangle 234">
              <a:extLst>
                <a:ext uri="{FF2B5EF4-FFF2-40B4-BE49-F238E27FC236}">
                  <a16:creationId xmlns:a16="http://schemas.microsoft.com/office/drawing/2014/main" id="{14A31C9D-70BB-8EDA-FE63-5052E202A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7485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5" name="Rectangle 235">
              <a:extLst>
                <a:ext uri="{FF2B5EF4-FFF2-40B4-BE49-F238E27FC236}">
                  <a16:creationId xmlns:a16="http://schemas.microsoft.com/office/drawing/2014/main" id="{EABF299A-A4C5-0EF0-DFC4-7911B7B3D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11113" cy="6064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6" name="Rectangle 236">
              <a:extLst>
                <a:ext uri="{FF2B5EF4-FFF2-40B4-BE49-F238E27FC236}">
                  <a16:creationId xmlns:a16="http://schemas.microsoft.com/office/drawing/2014/main" id="{B0CAE5E9-0FC9-287B-1BDF-F935D163C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663" y="4445347"/>
              <a:ext cx="1952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7" name="Rectangle 237">
              <a:extLst>
                <a:ext uri="{FF2B5EF4-FFF2-40B4-BE49-F238E27FC236}">
                  <a16:creationId xmlns:a16="http://schemas.microsoft.com/office/drawing/2014/main" id="{7B4683EE-5411-7CBA-1E3E-1A1ED30CE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5" y="3923059"/>
              <a:ext cx="1571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8" name="Freeform 238">
              <a:extLst>
                <a:ext uri="{FF2B5EF4-FFF2-40B4-BE49-F238E27FC236}">
                  <a16:creationId xmlns:a16="http://schemas.microsoft.com/office/drawing/2014/main" id="{C93D17AF-6110-537F-EC80-A33A2C952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9" name="Freeform 239">
              <a:extLst>
                <a:ext uri="{FF2B5EF4-FFF2-40B4-BE49-F238E27FC236}">
                  <a16:creationId xmlns:a16="http://schemas.microsoft.com/office/drawing/2014/main" id="{E8D6BEA1-DAEB-013C-5E2E-0BF8D1BAE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0" name="Freeform 240">
              <a:extLst>
                <a:ext uri="{FF2B5EF4-FFF2-40B4-BE49-F238E27FC236}">
                  <a16:creationId xmlns:a16="http://schemas.microsoft.com/office/drawing/2014/main" id="{31FA7A22-9547-9F20-74BC-ED4357C42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1" name="Freeform 241">
              <a:extLst>
                <a:ext uri="{FF2B5EF4-FFF2-40B4-BE49-F238E27FC236}">
                  <a16:creationId xmlns:a16="http://schemas.microsoft.com/office/drawing/2014/main" id="{67420D5D-18A2-E614-35E7-C41002465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2" name="Freeform 242">
              <a:extLst>
                <a:ext uri="{FF2B5EF4-FFF2-40B4-BE49-F238E27FC236}">
                  <a16:creationId xmlns:a16="http://schemas.microsoft.com/office/drawing/2014/main" id="{DC419E36-B743-164E-0B08-10C9F433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3" name="Freeform 243">
              <a:extLst>
                <a:ext uri="{FF2B5EF4-FFF2-40B4-BE49-F238E27FC236}">
                  <a16:creationId xmlns:a16="http://schemas.microsoft.com/office/drawing/2014/main" id="{82823B5D-184C-55AD-EF6B-0EAA54A0B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038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4" name="Freeform 244">
              <a:extLst>
                <a:ext uri="{FF2B5EF4-FFF2-40B4-BE49-F238E27FC236}">
                  <a16:creationId xmlns:a16="http://schemas.microsoft.com/office/drawing/2014/main" id="{B21EEC80-E316-40E8-2037-F4B7E9307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5" name="Freeform 245">
              <a:extLst>
                <a:ext uri="{FF2B5EF4-FFF2-40B4-BE49-F238E27FC236}">
                  <a16:creationId xmlns:a16="http://schemas.microsoft.com/office/drawing/2014/main" id="{1B828029-21F3-D4FD-C8A6-E2995673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6" name="Freeform 246">
              <a:extLst>
                <a:ext uri="{FF2B5EF4-FFF2-40B4-BE49-F238E27FC236}">
                  <a16:creationId xmlns:a16="http://schemas.microsoft.com/office/drawing/2014/main" id="{911A89E7-7E91-A5B1-0001-2BA94B9F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8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7" name="Freeform 247">
              <a:extLst>
                <a:ext uri="{FF2B5EF4-FFF2-40B4-BE49-F238E27FC236}">
                  <a16:creationId xmlns:a16="http://schemas.microsoft.com/office/drawing/2014/main" id="{081FF689-E3A0-0AD5-B9C4-B57F8F81C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25400" cy="25400"/>
            </a:xfrm>
            <a:custGeom>
              <a:avLst/>
              <a:gdLst>
                <a:gd name="T0" fmla="*/ 2147483647 w 16"/>
                <a:gd name="T1" fmla="*/ 2147483647 h 16"/>
                <a:gd name="T2" fmla="*/ 2147483647 w 16"/>
                <a:gd name="T3" fmla="*/ 2147483647 h 16"/>
                <a:gd name="T4" fmla="*/ 2147483647 w 16"/>
                <a:gd name="T5" fmla="*/ 0 h 16"/>
                <a:gd name="T6" fmla="*/ 0 w 16"/>
                <a:gd name="T7" fmla="*/ 2147483647 h 16"/>
                <a:gd name="T8" fmla="*/ 0 w 16"/>
                <a:gd name="T9" fmla="*/ 2147483647 h 16"/>
                <a:gd name="T10" fmla="*/ 0 w 16"/>
                <a:gd name="T11" fmla="*/ 2147483647 h 16"/>
                <a:gd name="T12" fmla="*/ 2147483647 w 16"/>
                <a:gd name="T13" fmla="*/ 2147483647 h 16"/>
                <a:gd name="T14" fmla="*/ 2147483647 w 16"/>
                <a:gd name="T15" fmla="*/ 2147483647 h 16"/>
                <a:gd name="T16" fmla="*/ 2147483647 w 16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16"/>
                <a:gd name="T29" fmla="*/ 16 w 16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16">
                  <a:moveTo>
                    <a:pt x="16" y="8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8" name="Freeform 248">
              <a:extLst>
                <a:ext uri="{FF2B5EF4-FFF2-40B4-BE49-F238E27FC236}">
                  <a16:creationId xmlns:a16="http://schemas.microsoft.com/office/drawing/2014/main" id="{5058D44E-91D8-D7BE-21B3-E5194FF4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0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16" y="16"/>
                  </a:moveTo>
                  <a:lnTo>
                    <a:pt x="8" y="16"/>
                  </a:lnTo>
                  <a:lnTo>
                    <a:pt x="8" y="8"/>
                  </a:lnTo>
                  <a:lnTo>
                    <a:pt x="8" y="0"/>
                  </a:lnTo>
                  <a:lnTo>
                    <a:pt x="16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23" y="16"/>
                  </a:lnTo>
                  <a:lnTo>
                    <a:pt x="16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6" y="0"/>
                  </a:lnTo>
                  <a:lnTo>
                    <a:pt x="16" y="8"/>
                  </a:lnTo>
                  <a:lnTo>
                    <a:pt x="8" y="8"/>
                  </a:lnTo>
                  <a:lnTo>
                    <a:pt x="16" y="8"/>
                  </a:lnTo>
                  <a:lnTo>
                    <a:pt x="16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9" name="Freeform 249">
              <a:extLst>
                <a:ext uri="{FF2B5EF4-FFF2-40B4-BE49-F238E27FC236}">
                  <a16:creationId xmlns:a16="http://schemas.microsoft.com/office/drawing/2014/main" id="{10117720-DC6B-42F8-DCC9-9B59F450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125" y="4445347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0 w 7"/>
                <a:gd name="T5" fmla="*/ 2147483647 h 8"/>
                <a:gd name="T6" fmla="*/ 0 w 7"/>
                <a:gd name="T7" fmla="*/ 0 h 8"/>
                <a:gd name="T8" fmla="*/ 2147483647 w 7"/>
                <a:gd name="T9" fmla="*/ 2147483647 h 8"/>
                <a:gd name="T10" fmla="*/ 2147483647 w 7"/>
                <a:gd name="T11" fmla="*/ 2147483647 h 8"/>
                <a:gd name="T12" fmla="*/ 0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0" name="Freeform 250">
              <a:extLst>
                <a:ext uri="{FF2B5EF4-FFF2-40B4-BE49-F238E27FC236}">
                  <a16:creationId xmlns:a16="http://schemas.microsoft.com/office/drawing/2014/main" id="{267A202F-5F94-C3CE-B2FC-15D7D8A14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1" name="Freeform 251">
              <a:extLst>
                <a:ext uri="{FF2B5EF4-FFF2-40B4-BE49-F238E27FC236}">
                  <a16:creationId xmlns:a16="http://schemas.microsoft.com/office/drawing/2014/main" id="{F79C0745-ED57-E662-317B-A66DFABF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2" name="Rectangle 252">
              <a:extLst>
                <a:ext uri="{FF2B5EF4-FFF2-40B4-BE49-F238E27FC236}">
                  <a16:creationId xmlns:a16="http://schemas.microsoft.com/office/drawing/2014/main" id="{35AD2703-BD64-65E7-C94D-F0B73D3C4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3" name="Freeform 253">
              <a:extLst>
                <a:ext uri="{FF2B5EF4-FFF2-40B4-BE49-F238E27FC236}">
                  <a16:creationId xmlns:a16="http://schemas.microsoft.com/office/drawing/2014/main" id="{AF19AE3D-9852-C9F7-A07E-35EA44AC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49263" cy="642938"/>
            </a:xfrm>
            <a:custGeom>
              <a:avLst/>
              <a:gdLst>
                <a:gd name="T0" fmla="*/ 0 w 283"/>
                <a:gd name="T1" fmla="*/ 0 h 405"/>
                <a:gd name="T2" fmla="*/ 2147483647 w 283"/>
                <a:gd name="T3" fmla="*/ 2147483647 h 405"/>
                <a:gd name="T4" fmla="*/ 2147483647 w 283"/>
                <a:gd name="T5" fmla="*/ 2147483647 h 405"/>
                <a:gd name="T6" fmla="*/ 2147483647 w 283"/>
                <a:gd name="T7" fmla="*/ 2147483647 h 405"/>
                <a:gd name="T8" fmla="*/ 2147483647 w 283"/>
                <a:gd name="T9" fmla="*/ 2147483647 h 405"/>
                <a:gd name="T10" fmla="*/ 2147483647 w 283"/>
                <a:gd name="T11" fmla="*/ 2147483647 h 405"/>
                <a:gd name="T12" fmla="*/ 2147483647 w 283"/>
                <a:gd name="T13" fmla="*/ 2147483647 h 405"/>
                <a:gd name="T14" fmla="*/ 2147483647 w 283"/>
                <a:gd name="T15" fmla="*/ 2147483647 h 405"/>
                <a:gd name="T16" fmla="*/ 2147483647 w 283"/>
                <a:gd name="T17" fmla="*/ 2147483647 h 405"/>
                <a:gd name="T18" fmla="*/ 2147483647 w 283"/>
                <a:gd name="T19" fmla="*/ 2147483647 h 405"/>
                <a:gd name="T20" fmla="*/ 0 w 283"/>
                <a:gd name="T21" fmla="*/ 2147483647 h 405"/>
                <a:gd name="T22" fmla="*/ 0 w 283"/>
                <a:gd name="T23" fmla="*/ 0 h 4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3"/>
                <a:gd name="T37" fmla="*/ 0 h 405"/>
                <a:gd name="T38" fmla="*/ 283 w 283"/>
                <a:gd name="T39" fmla="*/ 405 h 40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3" h="40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37" y="69"/>
                  </a:lnTo>
                  <a:lnTo>
                    <a:pt x="268" y="99"/>
                  </a:lnTo>
                  <a:lnTo>
                    <a:pt x="283" y="206"/>
                  </a:lnTo>
                  <a:lnTo>
                    <a:pt x="268" y="306"/>
                  </a:lnTo>
                  <a:lnTo>
                    <a:pt x="237" y="344"/>
                  </a:lnTo>
                  <a:lnTo>
                    <a:pt x="207" y="367"/>
                  </a:lnTo>
                  <a:lnTo>
                    <a:pt x="122" y="397"/>
                  </a:lnTo>
                  <a:lnTo>
                    <a:pt x="0" y="405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4" name="Freeform 254">
              <a:extLst>
                <a:ext uri="{FF2B5EF4-FFF2-40B4-BE49-F238E27FC236}">
                  <a16:creationId xmlns:a16="http://schemas.microsoft.com/office/drawing/2014/main" id="{050F5239-7327-38F8-90B2-B023B2E6A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61963" cy="595313"/>
            </a:xfrm>
            <a:custGeom>
              <a:avLst/>
              <a:gdLst>
                <a:gd name="T0" fmla="*/ 0 w 291"/>
                <a:gd name="T1" fmla="*/ 0 h 375"/>
                <a:gd name="T2" fmla="*/ 2147483647 w 291"/>
                <a:gd name="T3" fmla="*/ 2147483647 h 375"/>
                <a:gd name="T4" fmla="*/ 2147483647 w 291"/>
                <a:gd name="T5" fmla="*/ 2147483647 h 375"/>
                <a:gd name="T6" fmla="*/ 2147483647 w 291"/>
                <a:gd name="T7" fmla="*/ 2147483647 h 375"/>
                <a:gd name="T8" fmla="*/ 2147483647 w 291"/>
                <a:gd name="T9" fmla="*/ 2147483647 h 375"/>
                <a:gd name="T10" fmla="*/ 2147483647 w 291"/>
                <a:gd name="T11" fmla="*/ 2147483647 h 375"/>
                <a:gd name="T12" fmla="*/ 2147483647 w 291"/>
                <a:gd name="T13" fmla="*/ 2147483647 h 375"/>
                <a:gd name="T14" fmla="*/ 2147483647 w 291"/>
                <a:gd name="T15" fmla="*/ 2147483647 h 375"/>
                <a:gd name="T16" fmla="*/ 2147483647 w 291"/>
                <a:gd name="T17" fmla="*/ 2147483647 h 375"/>
                <a:gd name="T18" fmla="*/ 2147483647 w 291"/>
                <a:gd name="T19" fmla="*/ 2147483647 h 375"/>
                <a:gd name="T20" fmla="*/ 2147483647 w 291"/>
                <a:gd name="T21" fmla="*/ 2147483647 h 375"/>
                <a:gd name="T22" fmla="*/ 2147483647 w 291"/>
                <a:gd name="T23" fmla="*/ 2147483647 h 375"/>
                <a:gd name="T24" fmla="*/ 2147483647 w 291"/>
                <a:gd name="T25" fmla="*/ 2147483647 h 375"/>
                <a:gd name="T26" fmla="*/ 2147483647 w 291"/>
                <a:gd name="T27" fmla="*/ 2147483647 h 375"/>
                <a:gd name="T28" fmla="*/ 2147483647 w 291"/>
                <a:gd name="T29" fmla="*/ 2147483647 h 375"/>
                <a:gd name="T30" fmla="*/ 2147483647 w 291"/>
                <a:gd name="T31" fmla="*/ 2147483647 h 375"/>
                <a:gd name="T32" fmla="*/ 2147483647 w 291"/>
                <a:gd name="T33" fmla="*/ 2147483647 h 375"/>
                <a:gd name="T34" fmla="*/ 2147483647 w 291"/>
                <a:gd name="T35" fmla="*/ 2147483647 h 375"/>
                <a:gd name="T36" fmla="*/ 2147483647 w 291"/>
                <a:gd name="T37" fmla="*/ 2147483647 h 375"/>
                <a:gd name="T38" fmla="*/ 2147483647 w 291"/>
                <a:gd name="T39" fmla="*/ 2147483647 h 375"/>
                <a:gd name="T40" fmla="*/ 2147483647 w 291"/>
                <a:gd name="T41" fmla="*/ 2147483647 h 375"/>
                <a:gd name="T42" fmla="*/ 2147483647 w 291"/>
                <a:gd name="T43" fmla="*/ 2147483647 h 375"/>
                <a:gd name="T44" fmla="*/ 2147483647 w 291"/>
                <a:gd name="T45" fmla="*/ 2147483647 h 375"/>
                <a:gd name="T46" fmla="*/ 2147483647 w 291"/>
                <a:gd name="T47" fmla="*/ 2147483647 h 375"/>
                <a:gd name="T48" fmla="*/ 2147483647 w 291"/>
                <a:gd name="T49" fmla="*/ 2147483647 h 375"/>
                <a:gd name="T50" fmla="*/ 2147483647 w 291"/>
                <a:gd name="T51" fmla="*/ 2147483647 h 375"/>
                <a:gd name="T52" fmla="*/ 2147483647 w 291"/>
                <a:gd name="T53" fmla="*/ 2147483647 h 375"/>
                <a:gd name="T54" fmla="*/ 2147483647 w 291"/>
                <a:gd name="T55" fmla="*/ 2147483647 h 375"/>
                <a:gd name="T56" fmla="*/ 2147483647 w 291"/>
                <a:gd name="T57" fmla="*/ 2147483647 h 375"/>
                <a:gd name="T58" fmla="*/ 2147483647 w 291"/>
                <a:gd name="T59" fmla="*/ 2147483647 h 375"/>
                <a:gd name="T60" fmla="*/ 2147483647 w 291"/>
                <a:gd name="T61" fmla="*/ 2147483647 h 375"/>
                <a:gd name="T62" fmla="*/ 2147483647 w 291"/>
                <a:gd name="T63" fmla="*/ 2147483647 h 375"/>
                <a:gd name="T64" fmla="*/ 2147483647 w 291"/>
                <a:gd name="T65" fmla="*/ 2147483647 h 375"/>
                <a:gd name="T66" fmla="*/ 2147483647 w 291"/>
                <a:gd name="T67" fmla="*/ 2147483647 h 375"/>
                <a:gd name="T68" fmla="*/ 2147483647 w 291"/>
                <a:gd name="T69" fmla="*/ 2147483647 h 375"/>
                <a:gd name="T70" fmla="*/ 2147483647 w 291"/>
                <a:gd name="T71" fmla="*/ 2147483647 h 375"/>
                <a:gd name="T72" fmla="*/ 2147483647 w 291"/>
                <a:gd name="T73" fmla="*/ 2147483647 h 375"/>
                <a:gd name="T74" fmla="*/ 2147483647 w 291"/>
                <a:gd name="T75" fmla="*/ 2147483647 h 375"/>
                <a:gd name="T76" fmla="*/ 2147483647 w 291"/>
                <a:gd name="T77" fmla="*/ 2147483647 h 375"/>
                <a:gd name="T78" fmla="*/ 2147483647 w 291"/>
                <a:gd name="T79" fmla="*/ 2147483647 h 375"/>
                <a:gd name="T80" fmla="*/ 2147483647 w 291"/>
                <a:gd name="T81" fmla="*/ 2147483647 h 375"/>
                <a:gd name="T82" fmla="*/ 2147483647 w 291"/>
                <a:gd name="T83" fmla="*/ 2147483647 h 375"/>
                <a:gd name="T84" fmla="*/ 2147483647 w 291"/>
                <a:gd name="T85" fmla="*/ 2147483647 h 375"/>
                <a:gd name="T86" fmla="*/ 2147483647 w 291"/>
                <a:gd name="T87" fmla="*/ 2147483647 h 375"/>
                <a:gd name="T88" fmla="*/ 2147483647 w 291"/>
                <a:gd name="T89" fmla="*/ 2147483647 h 375"/>
                <a:gd name="T90" fmla="*/ 2147483647 w 291"/>
                <a:gd name="T91" fmla="*/ 2147483647 h 375"/>
                <a:gd name="T92" fmla="*/ 2147483647 w 291"/>
                <a:gd name="T93" fmla="*/ 2147483647 h 375"/>
                <a:gd name="T94" fmla="*/ 0 w 291"/>
                <a:gd name="T95" fmla="*/ 2147483647 h 375"/>
                <a:gd name="T96" fmla="*/ 0 w 291"/>
                <a:gd name="T97" fmla="*/ 0 h 3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1"/>
                <a:gd name="T148" fmla="*/ 0 h 375"/>
                <a:gd name="T149" fmla="*/ 291 w 291"/>
                <a:gd name="T150" fmla="*/ 375 h 3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1" h="37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14" y="38"/>
                  </a:lnTo>
                  <a:lnTo>
                    <a:pt x="245" y="69"/>
                  </a:lnTo>
                  <a:lnTo>
                    <a:pt x="275" y="99"/>
                  </a:lnTo>
                  <a:lnTo>
                    <a:pt x="291" y="206"/>
                  </a:lnTo>
                  <a:lnTo>
                    <a:pt x="275" y="306"/>
                  </a:lnTo>
                  <a:lnTo>
                    <a:pt x="275" y="313"/>
                  </a:lnTo>
                  <a:lnTo>
                    <a:pt x="245" y="352"/>
                  </a:lnTo>
                  <a:lnTo>
                    <a:pt x="214" y="375"/>
                  </a:lnTo>
                  <a:lnTo>
                    <a:pt x="207" y="375"/>
                  </a:lnTo>
                  <a:lnTo>
                    <a:pt x="207" y="367"/>
                  </a:lnTo>
                  <a:lnTo>
                    <a:pt x="237" y="344"/>
                  </a:lnTo>
                  <a:lnTo>
                    <a:pt x="268" y="306"/>
                  </a:lnTo>
                  <a:lnTo>
                    <a:pt x="283" y="206"/>
                  </a:lnTo>
                  <a:lnTo>
                    <a:pt x="268" y="99"/>
                  </a:lnTo>
                  <a:lnTo>
                    <a:pt x="268" y="107"/>
                  </a:lnTo>
                  <a:lnTo>
                    <a:pt x="237" y="76"/>
                  </a:lnTo>
                  <a:lnTo>
                    <a:pt x="207" y="46"/>
                  </a:lnTo>
                  <a:lnTo>
                    <a:pt x="122" y="15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5" name="Freeform 255">
              <a:extLst>
                <a:ext uri="{FF2B5EF4-FFF2-40B4-BE49-F238E27FC236}">
                  <a16:creationId xmlns:a16="http://schemas.microsoft.com/office/drawing/2014/main" id="{2A0AB10B-C06F-F87B-698D-D0654C75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4008784"/>
              <a:ext cx="134938" cy="60325"/>
            </a:xfrm>
            <a:custGeom>
              <a:avLst/>
              <a:gdLst>
                <a:gd name="T0" fmla="*/ 2147483647 w 85"/>
                <a:gd name="T1" fmla="*/ 2147483647 h 38"/>
                <a:gd name="T2" fmla="*/ 0 w 85"/>
                <a:gd name="T3" fmla="*/ 2147483647 h 38"/>
                <a:gd name="T4" fmla="*/ 0 w 85"/>
                <a:gd name="T5" fmla="*/ 2147483647 h 38"/>
                <a:gd name="T6" fmla="*/ 0 w 85"/>
                <a:gd name="T7" fmla="*/ 2147483647 h 38"/>
                <a:gd name="T8" fmla="*/ 0 w 85"/>
                <a:gd name="T9" fmla="*/ 2147483647 h 38"/>
                <a:gd name="T10" fmla="*/ 2147483647 w 85"/>
                <a:gd name="T11" fmla="*/ 0 h 38"/>
                <a:gd name="T12" fmla="*/ 2147483647 w 85"/>
                <a:gd name="T13" fmla="*/ 21474836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38"/>
                <a:gd name="T23" fmla="*/ 85 w 85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38">
                  <a:moveTo>
                    <a:pt x="85" y="8"/>
                  </a:moveTo>
                  <a:lnTo>
                    <a:pt x="0" y="38"/>
                  </a:lnTo>
                  <a:lnTo>
                    <a:pt x="0" y="30"/>
                  </a:lnTo>
                  <a:lnTo>
                    <a:pt x="85" y="0"/>
                  </a:lnTo>
                  <a:lnTo>
                    <a:pt x="8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6" name="Freeform 256">
              <a:extLst>
                <a:ext uri="{FF2B5EF4-FFF2-40B4-BE49-F238E27FC236}">
                  <a16:creationId xmlns:a16="http://schemas.microsoft.com/office/drawing/2014/main" id="{59DB0FCC-3D60-7352-D72B-7B63ABBA7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4056409"/>
              <a:ext cx="193675" cy="25400"/>
            </a:xfrm>
            <a:custGeom>
              <a:avLst/>
              <a:gdLst>
                <a:gd name="T0" fmla="*/ 2147483647 w 122"/>
                <a:gd name="T1" fmla="*/ 2147483647 h 16"/>
                <a:gd name="T2" fmla="*/ 2147483647 w 122"/>
                <a:gd name="T3" fmla="*/ 0 h 16"/>
                <a:gd name="T4" fmla="*/ 0 w 122"/>
                <a:gd name="T5" fmla="*/ 2147483647 h 16"/>
                <a:gd name="T6" fmla="*/ 0 w 122"/>
                <a:gd name="T7" fmla="*/ 2147483647 h 16"/>
                <a:gd name="T8" fmla="*/ 2147483647 w 122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2"/>
                <a:gd name="T16" fmla="*/ 0 h 16"/>
                <a:gd name="T17" fmla="*/ 122 w 122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2" h="16">
                  <a:moveTo>
                    <a:pt x="122" y="8"/>
                  </a:moveTo>
                  <a:lnTo>
                    <a:pt x="122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122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7" name="Rectangle 257">
              <a:extLst>
                <a:ext uri="{FF2B5EF4-FFF2-40B4-BE49-F238E27FC236}">
                  <a16:creationId xmlns:a16="http://schemas.microsoft.com/office/drawing/2014/main" id="{48B45194-DC41-671C-FCA2-EAAA6BE6E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499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8" name="Rectangle 258">
              <a:extLst>
                <a:ext uri="{FF2B5EF4-FFF2-40B4-BE49-F238E27FC236}">
                  <a16:creationId xmlns:a16="http://schemas.microsoft.com/office/drawing/2014/main" id="{9B0CB779-AA45-4406-95AC-85F156C9E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63254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9" name="Rectangle 259">
              <a:extLst>
                <a:ext uri="{FF2B5EF4-FFF2-40B4-BE49-F238E27FC236}">
                  <a16:creationId xmlns:a16="http://schemas.microsoft.com/office/drawing/2014/main" id="{1BFD1A60-1B6F-1F32-084E-A9E8797EB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753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0" name="Rectangle 260">
              <a:extLst>
                <a:ext uri="{FF2B5EF4-FFF2-40B4-BE49-F238E27FC236}">
                  <a16:creationId xmlns:a16="http://schemas.microsoft.com/office/drawing/2014/main" id="{AF83F311-5265-D6BD-DFD9-B032A2E2D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89924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1" name="Rectangle 261">
              <a:extLst>
                <a:ext uri="{FF2B5EF4-FFF2-40B4-BE49-F238E27FC236}">
                  <a16:creationId xmlns:a16="http://schemas.microsoft.com/office/drawing/2014/main" id="{67A64D37-0E0F-FF8D-2B91-87F6124AA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263" y="3742084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2" name="Rectangle 262">
              <a:extLst>
                <a:ext uri="{FF2B5EF4-FFF2-40B4-BE49-F238E27FC236}">
                  <a16:creationId xmlns:a16="http://schemas.microsoft.com/office/drawing/2014/main" id="{F100EA56-F675-2B75-A8CC-1FA64FB04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3" name="Rectangle 263">
              <a:extLst>
                <a:ext uri="{FF2B5EF4-FFF2-40B4-BE49-F238E27FC236}">
                  <a16:creationId xmlns:a16="http://schemas.microsoft.com/office/drawing/2014/main" id="{B87BAD4F-7769-050D-FB07-F34C8A9DB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8988" y="4700934"/>
              <a:ext cx="6397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DEVICE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4" name="Rectangle 264">
              <a:extLst>
                <a:ext uri="{FF2B5EF4-FFF2-40B4-BE49-F238E27FC236}">
                  <a16:creationId xmlns:a16="http://schemas.microsoft.com/office/drawing/2014/main" id="{07C1CC64-05FC-7C07-C05A-CB41534D4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3263" y="3886547"/>
              <a:ext cx="712788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CIRCUIT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5" name="Rectangle 265">
              <a:extLst>
                <a:ext uri="{FF2B5EF4-FFF2-40B4-BE49-F238E27FC236}">
                  <a16:creationId xmlns:a16="http://schemas.microsoft.com/office/drawing/2014/main" id="{B34005FA-5551-D677-4BFF-A585760C5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9963" y="3269009"/>
              <a:ext cx="4667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GATE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6" name="Rectangle 266">
              <a:extLst>
                <a:ext uri="{FF2B5EF4-FFF2-40B4-BE49-F238E27FC236}">
                  <a16:creationId xmlns:a16="http://schemas.microsoft.com/office/drawing/2014/main" id="{96D2200F-DF7D-34F5-5853-9795D4ED7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450" y="2430809"/>
              <a:ext cx="7413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MODULE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7" name="Freeform 267">
              <a:extLst>
                <a:ext uri="{FF2B5EF4-FFF2-40B4-BE49-F238E27FC236}">
                  <a16:creationId xmlns:a16="http://schemas.microsoft.com/office/drawing/2014/main" id="{11979EFD-B3A2-6057-2BF5-7C19CA07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837084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3"/>
                  </a:lnTo>
                  <a:lnTo>
                    <a:pt x="16" y="61"/>
                  </a:lnTo>
                  <a:lnTo>
                    <a:pt x="16" y="107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0" y="53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8" name="Freeform 268">
              <a:extLst>
                <a:ext uri="{FF2B5EF4-FFF2-40B4-BE49-F238E27FC236}">
                  <a16:creationId xmlns:a16="http://schemas.microsoft.com/office/drawing/2014/main" id="{7D273C59-BEC7-38AD-2AB8-EEC74A01C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1837084"/>
              <a:ext cx="23813" cy="107950"/>
            </a:xfrm>
            <a:custGeom>
              <a:avLst/>
              <a:gdLst>
                <a:gd name="T0" fmla="*/ 2147483647 w 15"/>
                <a:gd name="T1" fmla="*/ 0 h 68"/>
                <a:gd name="T2" fmla="*/ 2147483647 w 15"/>
                <a:gd name="T3" fmla="*/ 2147483647 h 68"/>
                <a:gd name="T4" fmla="*/ 2147483647 w 15"/>
                <a:gd name="T5" fmla="*/ 2147483647 h 68"/>
                <a:gd name="T6" fmla="*/ 2147483647 w 15"/>
                <a:gd name="T7" fmla="*/ 2147483647 h 68"/>
                <a:gd name="T8" fmla="*/ 2147483647 w 15"/>
                <a:gd name="T9" fmla="*/ 2147483647 h 68"/>
                <a:gd name="T10" fmla="*/ 0 w 15"/>
                <a:gd name="T11" fmla="*/ 2147483647 h 68"/>
                <a:gd name="T12" fmla="*/ 0 w 15"/>
                <a:gd name="T13" fmla="*/ 2147483647 h 68"/>
                <a:gd name="T14" fmla="*/ 0 w 15"/>
                <a:gd name="T15" fmla="*/ 2147483647 h 68"/>
                <a:gd name="T16" fmla="*/ 2147483647 w 15"/>
                <a:gd name="T17" fmla="*/ 2147483647 h 68"/>
                <a:gd name="T18" fmla="*/ 2147483647 w 15"/>
                <a:gd name="T19" fmla="*/ 2147483647 h 68"/>
                <a:gd name="T20" fmla="*/ 2147483647 w 15"/>
                <a:gd name="T21" fmla="*/ 2147483647 h 68"/>
                <a:gd name="T22" fmla="*/ 2147483647 w 15"/>
                <a:gd name="T23" fmla="*/ 0 h 68"/>
                <a:gd name="T24" fmla="*/ 2147483647 w 15"/>
                <a:gd name="T25" fmla="*/ 0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8"/>
                <a:gd name="T41" fmla="*/ 15 w 15"/>
                <a:gd name="T42" fmla="*/ 68 h 6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8">
                  <a:moveTo>
                    <a:pt x="15" y="0"/>
                  </a:moveTo>
                  <a:lnTo>
                    <a:pt x="15" y="53"/>
                  </a:lnTo>
                  <a:lnTo>
                    <a:pt x="15" y="61"/>
                  </a:lnTo>
                  <a:lnTo>
                    <a:pt x="7" y="68"/>
                  </a:lnTo>
                  <a:lnTo>
                    <a:pt x="0" y="61"/>
                  </a:lnTo>
                  <a:lnTo>
                    <a:pt x="7" y="53"/>
                  </a:lnTo>
                  <a:lnTo>
                    <a:pt x="15" y="61"/>
                  </a:lnTo>
                  <a:lnTo>
                    <a:pt x="7" y="53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9" name="Rectangle 269">
              <a:extLst>
                <a:ext uri="{FF2B5EF4-FFF2-40B4-BE49-F238E27FC236}">
                  <a16:creationId xmlns:a16="http://schemas.microsoft.com/office/drawing/2014/main" id="{1CF1D2E9-FDFF-5C52-39E4-21F217FF1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638" y="1933922"/>
              <a:ext cx="11113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0" name="Rectangle 270">
              <a:extLst>
                <a:ext uri="{FF2B5EF4-FFF2-40B4-BE49-F238E27FC236}">
                  <a16:creationId xmlns:a16="http://schemas.microsoft.com/office/drawing/2014/main" id="{7D31004B-E6BD-F668-21AD-50D00F234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938" y="2006947"/>
              <a:ext cx="1270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1" name="Freeform 271">
              <a:extLst>
                <a:ext uri="{FF2B5EF4-FFF2-40B4-BE49-F238E27FC236}">
                  <a16:creationId xmlns:a16="http://schemas.microsoft.com/office/drawing/2014/main" id="{8938753B-2B6B-526C-4886-6A5FE8A9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921222"/>
              <a:ext cx="25400" cy="85725"/>
            </a:xfrm>
            <a:custGeom>
              <a:avLst/>
              <a:gdLst>
                <a:gd name="T0" fmla="*/ 2147483647 w 16"/>
                <a:gd name="T1" fmla="*/ 2147483647 h 54"/>
                <a:gd name="T2" fmla="*/ 2147483647 w 16"/>
                <a:gd name="T3" fmla="*/ 2147483647 h 54"/>
                <a:gd name="T4" fmla="*/ 2147483647 w 16"/>
                <a:gd name="T5" fmla="*/ 2147483647 h 54"/>
                <a:gd name="T6" fmla="*/ 2147483647 w 16"/>
                <a:gd name="T7" fmla="*/ 2147483647 h 54"/>
                <a:gd name="T8" fmla="*/ 0 w 16"/>
                <a:gd name="T9" fmla="*/ 2147483647 h 54"/>
                <a:gd name="T10" fmla="*/ 0 w 16"/>
                <a:gd name="T11" fmla="*/ 2147483647 h 54"/>
                <a:gd name="T12" fmla="*/ 0 w 16"/>
                <a:gd name="T13" fmla="*/ 0 h 54"/>
                <a:gd name="T14" fmla="*/ 2147483647 w 16"/>
                <a:gd name="T15" fmla="*/ 0 h 54"/>
                <a:gd name="T16" fmla="*/ 2147483647 w 16"/>
                <a:gd name="T17" fmla="*/ 2147483647 h 54"/>
                <a:gd name="T18" fmla="*/ 2147483647 w 16"/>
                <a:gd name="T19" fmla="*/ 2147483647 h 54"/>
                <a:gd name="T20" fmla="*/ 2147483647 w 16"/>
                <a:gd name="T21" fmla="*/ 2147483647 h 54"/>
                <a:gd name="T22" fmla="*/ 2147483647 w 16"/>
                <a:gd name="T23" fmla="*/ 2147483647 h 54"/>
                <a:gd name="T24" fmla="*/ 2147483647 w 16"/>
                <a:gd name="T25" fmla="*/ 2147483647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4"/>
                <a:gd name="T41" fmla="*/ 16 w 16"/>
                <a:gd name="T42" fmla="*/ 54 h 5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4">
                  <a:moveTo>
                    <a:pt x="8" y="54"/>
                  </a:moveTo>
                  <a:lnTo>
                    <a:pt x="8" y="8"/>
                  </a:lnTo>
                  <a:lnTo>
                    <a:pt x="16" y="8"/>
                  </a:lnTo>
                  <a:lnTo>
                    <a:pt x="8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8"/>
                  </a:lnTo>
                  <a:lnTo>
                    <a:pt x="16" y="54"/>
                  </a:lnTo>
                  <a:lnTo>
                    <a:pt x="8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2" name="Rectangle 272">
              <a:extLst>
                <a:ext uri="{FF2B5EF4-FFF2-40B4-BE49-F238E27FC236}">
                  <a16:creationId xmlns:a16="http://schemas.microsoft.com/office/drawing/2014/main" id="{C5FB87D7-8A6B-6CD2-93F5-CB97AE42B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1837084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3" name="Freeform 273">
              <a:extLst>
                <a:ext uri="{FF2B5EF4-FFF2-40B4-BE49-F238E27FC236}">
                  <a16:creationId xmlns:a16="http://schemas.microsoft.com/office/drawing/2014/main" id="{8064AD62-868C-5A6B-8668-77EBCEE5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4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4" name="Rectangle 274">
              <a:extLst>
                <a:ext uri="{FF2B5EF4-FFF2-40B4-BE49-F238E27FC236}">
                  <a16:creationId xmlns:a16="http://schemas.microsoft.com/office/drawing/2014/main" id="{F26C17B3-D4A9-7C1B-F764-2588B211A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492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5" name="Freeform 275">
              <a:extLst>
                <a:ext uri="{FF2B5EF4-FFF2-40B4-BE49-F238E27FC236}">
                  <a16:creationId xmlns:a16="http://schemas.microsoft.com/office/drawing/2014/main" id="{57B3C607-1BA8-B545-DF43-92976A357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49213" cy="169863"/>
            </a:xfrm>
            <a:custGeom>
              <a:avLst/>
              <a:gdLst>
                <a:gd name="T0" fmla="*/ 2147483647 w 31"/>
                <a:gd name="T1" fmla="*/ 0 h 107"/>
                <a:gd name="T2" fmla="*/ 2147483647 w 31"/>
                <a:gd name="T3" fmla="*/ 2147483647 h 107"/>
                <a:gd name="T4" fmla="*/ 2147483647 w 31"/>
                <a:gd name="T5" fmla="*/ 2147483647 h 107"/>
                <a:gd name="T6" fmla="*/ 2147483647 w 31"/>
                <a:gd name="T7" fmla="*/ 2147483647 h 107"/>
                <a:gd name="T8" fmla="*/ 2147483647 w 31"/>
                <a:gd name="T9" fmla="*/ 2147483647 h 107"/>
                <a:gd name="T10" fmla="*/ 2147483647 w 31"/>
                <a:gd name="T11" fmla="*/ 2147483647 h 107"/>
                <a:gd name="T12" fmla="*/ 2147483647 w 31"/>
                <a:gd name="T13" fmla="*/ 2147483647 h 107"/>
                <a:gd name="T14" fmla="*/ 2147483647 w 31"/>
                <a:gd name="T15" fmla="*/ 2147483647 h 107"/>
                <a:gd name="T16" fmla="*/ 2147483647 w 31"/>
                <a:gd name="T17" fmla="*/ 2147483647 h 107"/>
                <a:gd name="T18" fmla="*/ 2147483647 w 31"/>
                <a:gd name="T19" fmla="*/ 2147483647 h 107"/>
                <a:gd name="T20" fmla="*/ 2147483647 w 31"/>
                <a:gd name="T21" fmla="*/ 2147483647 h 107"/>
                <a:gd name="T22" fmla="*/ 2147483647 w 31"/>
                <a:gd name="T23" fmla="*/ 2147483647 h 107"/>
                <a:gd name="T24" fmla="*/ 2147483647 w 31"/>
                <a:gd name="T25" fmla="*/ 2147483647 h 107"/>
                <a:gd name="T26" fmla="*/ 0 w 31"/>
                <a:gd name="T27" fmla="*/ 2147483647 h 107"/>
                <a:gd name="T28" fmla="*/ 0 w 31"/>
                <a:gd name="T29" fmla="*/ 2147483647 h 107"/>
                <a:gd name="T30" fmla="*/ 0 w 31"/>
                <a:gd name="T31" fmla="*/ 2147483647 h 107"/>
                <a:gd name="T32" fmla="*/ 2147483647 w 31"/>
                <a:gd name="T33" fmla="*/ 2147483647 h 107"/>
                <a:gd name="T34" fmla="*/ 2147483647 w 31"/>
                <a:gd name="T35" fmla="*/ 2147483647 h 107"/>
                <a:gd name="T36" fmla="*/ 2147483647 w 31"/>
                <a:gd name="T37" fmla="*/ 2147483647 h 107"/>
                <a:gd name="T38" fmla="*/ 2147483647 w 31"/>
                <a:gd name="T39" fmla="*/ 2147483647 h 107"/>
                <a:gd name="T40" fmla="*/ 2147483647 w 31"/>
                <a:gd name="T41" fmla="*/ 2147483647 h 107"/>
                <a:gd name="T42" fmla="*/ 2147483647 w 31"/>
                <a:gd name="T43" fmla="*/ 2147483647 h 107"/>
                <a:gd name="T44" fmla="*/ 2147483647 w 31"/>
                <a:gd name="T45" fmla="*/ 2147483647 h 107"/>
                <a:gd name="T46" fmla="*/ 2147483647 w 31"/>
                <a:gd name="T47" fmla="*/ 2147483647 h 107"/>
                <a:gd name="T48" fmla="*/ 2147483647 w 31"/>
                <a:gd name="T49" fmla="*/ 2147483647 h 107"/>
                <a:gd name="T50" fmla="*/ 2147483647 w 31"/>
                <a:gd name="T51" fmla="*/ 2147483647 h 107"/>
                <a:gd name="T52" fmla="*/ 2147483647 w 31"/>
                <a:gd name="T53" fmla="*/ 2147483647 h 107"/>
                <a:gd name="T54" fmla="*/ 2147483647 w 31"/>
                <a:gd name="T55" fmla="*/ 2147483647 h 107"/>
                <a:gd name="T56" fmla="*/ 2147483647 w 31"/>
                <a:gd name="T57" fmla="*/ 2147483647 h 107"/>
                <a:gd name="T58" fmla="*/ 2147483647 w 31"/>
                <a:gd name="T59" fmla="*/ 0 h 107"/>
                <a:gd name="T60" fmla="*/ 2147483647 w 31"/>
                <a:gd name="T61" fmla="*/ 0 h 10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"/>
                <a:gd name="T94" fmla="*/ 0 h 107"/>
                <a:gd name="T95" fmla="*/ 31 w 31"/>
                <a:gd name="T96" fmla="*/ 107 h 10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" h="107">
                  <a:moveTo>
                    <a:pt x="31" y="0"/>
                  </a:moveTo>
                  <a:lnTo>
                    <a:pt x="31" y="54"/>
                  </a:lnTo>
                  <a:lnTo>
                    <a:pt x="31" y="61"/>
                  </a:lnTo>
                  <a:lnTo>
                    <a:pt x="23" y="69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9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8" y="54"/>
                  </a:lnTo>
                  <a:lnTo>
                    <a:pt x="15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23" y="54"/>
                  </a:lnTo>
                  <a:lnTo>
                    <a:pt x="31" y="61"/>
                  </a:lnTo>
                  <a:lnTo>
                    <a:pt x="23" y="54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6" name="Rectangle 276">
              <a:extLst>
                <a:ext uri="{FF2B5EF4-FFF2-40B4-BE49-F238E27FC236}">
                  <a16:creationId xmlns:a16="http://schemas.microsoft.com/office/drawing/2014/main" id="{95CB2FA2-32BA-2206-6628-AF3F1C99B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7" name="Freeform 277">
              <a:extLst>
                <a:ext uri="{FF2B5EF4-FFF2-40B4-BE49-F238E27FC236}">
                  <a16:creationId xmlns:a16="http://schemas.microsoft.com/office/drawing/2014/main" id="{80EA5070-9149-CC88-8D4A-6325EFAB1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47625" cy="169863"/>
            </a:xfrm>
            <a:custGeom>
              <a:avLst/>
              <a:gdLst>
                <a:gd name="T0" fmla="*/ 0 w 30"/>
                <a:gd name="T1" fmla="*/ 0 h 107"/>
                <a:gd name="T2" fmla="*/ 2147483647 w 30"/>
                <a:gd name="T3" fmla="*/ 0 h 107"/>
                <a:gd name="T4" fmla="*/ 2147483647 w 30"/>
                <a:gd name="T5" fmla="*/ 2147483647 h 107"/>
                <a:gd name="T6" fmla="*/ 2147483647 w 30"/>
                <a:gd name="T7" fmla="*/ 2147483647 h 107"/>
                <a:gd name="T8" fmla="*/ 2147483647 w 30"/>
                <a:gd name="T9" fmla="*/ 2147483647 h 107"/>
                <a:gd name="T10" fmla="*/ 2147483647 w 30"/>
                <a:gd name="T11" fmla="*/ 2147483647 h 107"/>
                <a:gd name="T12" fmla="*/ 2147483647 w 30"/>
                <a:gd name="T13" fmla="*/ 2147483647 h 107"/>
                <a:gd name="T14" fmla="*/ 2147483647 w 30"/>
                <a:gd name="T15" fmla="*/ 2147483647 h 107"/>
                <a:gd name="T16" fmla="*/ 2147483647 w 30"/>
                <a:gd name="T17" fmla="*/ 0 h 107"/>
                <a:gd name="T18" fmla="*/ 0 w 30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107"/>
                <a:gd name="T32" fmla="*/ 30 w 30"/>
                <a:gd name="T33" fmla="*/ 107 h 1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107">
                  <a:moveTo>
                    <a:pt x="0" y="0"/>
                  </a:moveTo>
                  <a:lnTo>
                    <a:pt x="30" y="0"/>
                  </a:lnTo>
                  <a:lnTo>
                    <a:pt x="30" y="54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8" name="Rectangle 278">
              <a:extLst>
                <a:ext uri="{FF2B5EF4-FFF2-40B4-BE49-F238E27FC236}">
                  <a16:creationId xmlns:a16="http://schemas.microsoft.com/office/drawing/2014/main" id="{C85EE6BB-A59C-748F-589C-9E58D90EC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500" y="17513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9" name="Freeform 279">
              <a:extLst>
                <a:ext uri="{FF2B5EF4-FFF2-40B4-BE49-F238E27FC236}">
                  <a16:creationId xmlns:a16="http://schemas.microsoft.com/office/drawing/2014/main" id="{9EC5CC38-348D-B2EE-6880-BB88A392C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1751359"/>
              <a:ext cx="23813" cy="109538"/>
            </a:xfrm>
            <a:custGeom>
              <a:avLst/>
              <a:gdLst>
                <a:gd name="T0" fmla="*/ 2147483647 w 15"/>
                <a:gd name="T1" fmla="*/ 0 h 69"/>
                <a:gd name="T2" fmla="*/ 2147483647 w 15"/>
                <a:gd name="T3" fmla="*/ 2147483647 h 69"/>
                <a:gd name="T4" fmla="*/ 2147483647 w 15"/>
                <a:gd name="T5" fmla="*/ 2147483647 h 69"/>
                <a:gd name="T6" fmla="*/ 2147483647 w 15"/>
                <a:gd name="T7" fmla="*/ 2147483647 h 69"/>
                <a:gd name="T8" fmla="*/ 2147483647 w 15"/>
                <a:gd name="T9" fmla="*/ 2147483647 h 69"/>
                <a:gd name="T10" fmla="*/ 0 w 15"/>
                <a:gd name="T11" fmla="*/ 2147483647 h 69"/>
                <a:gd name="T12" fmla="*/ 0 w 15"/>
                <a:gd name="T13" fmla="*/ 2147483647 h 69"/>
                <a:gd name="T14" fmla="*/ 0 w 15"/>
                <a:gd name="T15" fmla="*/ 2147483647 h 69"/>
                <a:gd name="T16" fmla="*/ 2147483647 w 15"/>
                <a:gd name="T17" fmla="*/ 2147483647 h 69"/>
                <a:gd name="T18" fmla="*/ 2147483647 w 15"/>
                <a:gd name="T19" fmla="*/ 2147483647 h 69"/>
                <a:gd name="T20" fmla="*/ 2147483647 w 15"/>
                <a:gd name="T21" fmla="*/ 2147483647 h 69"/>
                <a:gd name="T22" fmla="*/ 2147483647 w 15"/>
                <a:gd name="T23" fmla="*/ 0 h 69"/>
                <a:gd name="T24" fmla="*/ 2147483647 w 15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9"/>
                <a:gd name="T41" fmla="*/ 15 w 15"/>
                <a:gd name="T42" fmla="*/ 69 h 6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9">
                  <a:moveTo>
                    <a:pt x="15" y="0"/>
                  </a:moveTo>
                  <a:lnTo>
                    <a:pt x="15" y="54"/>
                  </a:lnTo>
                  <a:lnTo>
                    <a:pt x="15" y="61"/>
                  </a:lnTo>
                  <a:lnTo>
                    <a:pt x="7" y="69"/>
                  </a:lnTo>
                  <a:lnTo>
                    <a:pt x="0" y="61"/>
                  </a:lnTo>
                  <a:lnTo>
                    <a:pt x="7" y="54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0" name="Rectangle 280">
              <a:extLst>
                <a:ext uri="{FF2B5EF4-FFF2-40B4-BE49-F238E27FC236}">
                  <a16:creationId xmlns:a16="http://schemas.microsoft.com/office/drawing/2014/main" id="{61A7841F-870D-4696-E50A-4D763BB0B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313" y="1921222"/>
              <a:ext cx="127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1" name="Freeform 281">
              <a:extLst>
                <a:ext uri="{FF2B5EF4-FFF2-40B4-BE49-F238E27FC236}">
                  <a16:creationId xmlns:a16="http://schemas.microsoft.com/office/drawing/2014/main" id="{236A328E-06F1-F036-06CF-03EFD6BD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837084"/>
              <a:ext cx="25400" cy="84138"/>
            </a:xfrm>
            <a:custGeom>
              <a:avLst/>
              <a:gdLst>
                <a:gd name="T0" fmla="*/ 2147483647 w 16"/>
                <a:gd name="T1" fmla="*/ 2147483647 h 53"/>
                <a:gd name="T2" fmla="*/ 2147483647 w 16"/>
                <a:gd name="T3" fmla="*/ 2147483647 h 53"/>
                <a:gd name="T4" fmla="*/ 2147483647 w 16"/>
                <a:gd name="T5" fmla="*/ 2147483647 h 53"/>
                <a:gd name="T6" fmla="*/ 2147483647 w 16"/>
                <a:gd name="T7" fmla="*/ 2147483647 h 53"/>
                <a:gd name="T8" fmla="*/ 0 w 16"/>
                <a:gd name="T9" fmla="*/ 2147483647 h 53"/>
                <a:gd name="T10" fmla="*/ 0 w 16"/>
                <a:gd name="T11" fmla="*/ 2147483647 h 53"/>
                <a:gd name="T12" fmla="*/ 0 w 16"/>
                <a:gd name="T13" fmla="*/ 0 h 53"/>
                <a:gd name="T14" fmla="*/ 2147483647 w 16"/>
                <a:gd name="T15" fmla="*/ 0 h 53"/>
                <a:gd name="T16" fmla="*/ 2147483647 w 16"/>
                <a:gd name="T17" fmla="*/ 2147483647 h 53"/>
                <a:gd name="T18" fmla="*/ 2147483647 w 16"/>
                <a:gd name="T19" fmla="*/ 2147483647 h 53"/>
                <a:gd name="T20" fmla="*/ 2147483647 w 16"/>
                <a:gd name="T21" fmla="*/ 2147483647 h 53"/>
                <a:gd name="T22" fmla="*/ 2147483647 w 16"/>
                <a:gd name="T23" fmla="*/ 2147483647 h 53"/>
                <a:gd name="T24" fmla="*/ 2147483647 w 16"/>
                <a:gd name="T25" fmla="*/ 2147483647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3"/>
                <a:gd name="T41" fmla="*/ 16 w 16"/>
                <a:gd name="T42" fmla="*/ 53 h 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3">
                  <a:moveTo>
                    <a:pt x="8" y="53"/>
                  </a:moveTo>
                  <a:lnTo>
                    <a:pt x="8" y="7"/>
                  </a:lnTo>
                  <a:lnTo>
                    <a:pt x="16" y="7"/>
                  </a:lnTo>
                  <a:lnTo>
                    <a:pt x="8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7"/>
                  </a:lnTo>
                  <a:lnTo>
                    <a:pt x="16" y="53"/>
                  </a:lnTo>
                  <a:lnTo>
                    <a:pt x="8" y="5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2" name="Rectangle 282">
              <a:extLst>
                <a:ext uri="{FF2B5EF4-FFF2-40B4-BE49-F238E27FC236}">
                  <a16:creationId xmlns:a16="http://schemas.microsoft.com/office/drawing/2014/main" id="{AB5613E7-F0E4-ABB7-A069-7CECD7629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613" y="175135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3" name="Freeform 283">
              <a:extLst>
                <a:ext uri="{FF2B5EF4-FFF2-40B4-BE49-F238E27FC236}">
                  <a16:creationId xmlns:a16="http://schemas.microsoft.com/office/drawing/2014/main" id="{B5ECF140-04C8-D0B6-8F63-B11DD15A9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0 w 7"/>
                <a:gd name="T3" fmla="*/ 2147483647 h 8"/>
                <a:gd name="T4" fmla="*/ 0 w 7"/>
                <a:gd name="T5" fmla="*/ 0 h 8"/>
                <a:gd name="T6" fmla="*/ 0 w 7"/>
                <a:gd name="T7" fmla="*/ 2147483647 h 8"/>
                <a:gd name="T8" fmla="*/ 0 w 7"/>
                <a:gd name="T9" fmla="*/ 0 h 8"/>
                <a:gd name="T10" fmla="*/ 2147483647 w 7"/>
                <a:gd name="T11" fmla="*/ 0 h 8"/>
                <a:gd name="T12" fmla="*/ 2147483647 w 7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7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4" name="Freeform 284">
              <a:extLst>
                <a:ext uri="{FF2B5EF4-FFF2-40B4-BE49-F238E27FC236}">
                  <a16:creationId xmlns:a16="http://schemas.microsoft.com/office/drawing/2014/main" id="{9A316236-8A36-C14D-DED3-846FAE685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49213" cy="180975"/>
            </a:xfrm>
            <a:custGeom>
              <a:avLst/>
              <a:gdLst>
                <a:gd name="T0" fmla="*/ 0 w 31"/>
                <a:gd name="T1" fmla="*/ 0 h 114"/>
                <a:gd name="T2" fmla="*/ 2147483647 w 31"/>
                <a:gd name="T3" fmla="*/ 0 h 114"/>
                <a:gd name="T4" fmla="*/ 2147483647 w 31"/>
                <a:gd name="T5" fmla="*/ 2147483647 h 114"/>
                <a:gd name="T6" fmla="*/ 2147483647 w 31"/>
                <a:gd name="T7" fmla="*/ 2147483647 h 114"/>
                <a:gd name="T8" fmla="*/ 2147483647 w 31"/>
                <a:gd name="T9" fmla="*/ 2147483647 h 114"/>
                <a:gd name="T10" fmla="*/ 2147483647 w 31"/>
                <a:gd name="T11" fmla="*/ 2147483647 h 114"/>
                <a:gd name="T12" fmla="*/ 2147483647 w 31"/>
                <a:gd name="T13" fmla="*/ 2147483647 h 114"/>
                <a:gd name="T14" fmla="*/ 2147483647 w 31"/>
                <a:gd name="T15" fmla="*/ 2147483647 h 114"/>
                <a:gd name="T16" fmla="*/ 2147483647 w 31"/>
                <a:gd name="T17" fmla="*/ 0 h 114"/>
                <a:gd name="T18" fmla="*/ 0 w 31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1"/>
                <a:gd name="T31" fmla="*/ 0 h 114"/>
                <a:gd name="T32" fmla="*/ 31 w 31"/>
                <a:gd name="T33" fmla="*/ 114 h 1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1" h="114">
                  <a:moveTo>
                    <a:pt x="0" y="0"/>
                  </a:moveTo>
                  <a:lnTo>
                    <a:pt x="31" y="0"/>
                  </a:lnTo>
                  <a:lnTo>
                    <a:pt x="31" y="53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16" y="107"/>
                  </a:lnTo>
                  <a:lnTo>
                    <a:pt x="16" y="61"/>
                  </a:lnTo>
                  <a:lnTo>
                    <a:pt x="8" y="53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5" name="Rectangle 285">
              <a:extLst>
                <a:ext uri="{FF2B5EF4-FFF2-40B4-BE49-F238E27FC236}">
                  <a16:creationId xmlns:a16="http://schemas.microsoft.com/office/drawing/2014/main" id="{45F3D9F4-EEC4-C698-26CE-E92331D1B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788" y="2006947"/>
              <a:ext cx="61913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6" name="Freeform 286">
              <a:extLst>
                <a:ext uri="{FF2B5EF4-FFF2-40B4-BE49-F238E27FC236}">
                  <a16:creationId xmlns:a16="http://schemas.microsoft.com/office/drawing/2014/main" id="{7C60A178-BA45-B2BA-2C6D-D9F031A9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006947"/>
              <a:ext cx="49213" cy="206375"/>
            </a:xfrm>
            <a:custGeom>
              <a:avLst/>
              <a:gdLst>
                <a:gd name="T0" fmla="*/ 2147483647 w 31"/>
                <a:gd name="T1" fmla="*/ 0 h 130"/>
                <a:gd name="T2" fmla="*/ 2147483647 w 31"/>
                <a:gd name="T3" fmla="*/ 2147483647 h 130"/>
                <a:gd name="T4" fmla="*/ 2147483647 w 31"/>
                <a:gd name="T5" fmla="*/ 2147483647 h 130"/>
                <a:gd name="T6" fmla="*/ 2147483647 w 31"/>
                <a:gd name="T7" fmla="*/ 2147483647 h 130"/>
                <a:gd name="T8" fmla="*/ 2147483647 w 31"/>
                <a:gd name="T9" fmla="*/ 2147483647 h 130"/>
                <a:gd name="T10" fmla="*/ 2147483647 w 31"/>
                <a:gd name="T11" fmla="*/ 2147483647 h 130"/>
                <a:gd name="T12" fmla="*/ 2147483647 w 31"/>
                <a:gd name="T13" fmla="*/ 2147483647 h 130"/>
                <a:gd name="T14" fmla="*/ 2147483647 w 31"/>
                <a:gd name="T15" fmla="*/ 2147483647 h 130"/>
                <a:gd name="T16" fmla="*/ 2147483647 w 31"/>
                <a:gd name="T17" fmla="*/ 2147483647 h 130"/>
                <a:gd name="T18" fmla="*/ 2147483647 w 31"/>
                <a:gd name="T19" fmla="*/ 2147483647 h 130"/>
                <a:gd name="T20" fmla="*/ 2147483647 w 31"/>
                <a:gd name="T21" fmla="*/ 2147483647 h 130"/>
                <a:gd name="T22" fmla="*/ 2147483647 w 31"/>
                <a:gd name="T23" fmla="*/ 2147483647 h 130"/>
                <a:gd name="T24" fmla="*/ 2147483647 w 31"/>
                <a:gd name="T25" fmla="*/ 2147483647 h 130"/>
                <a:gd name="T26" fmla="*/ 2147483647 w 31"/>
                <a:gd name="T27" fmla="*/ 2147483647 h 130"/>
                <a:gd name="T28" fmla="*/ 2147483647 w 31"/>
                <a:gd name="T29" fmla="*/ 2147483647 h 130"/>
                <a:gd name="T30" fmla="*/ 2147483647 w 31"/>
                <a:gd name="T31" fmla="*/ 2147483647 h 130"/>
                <a:gd name="T32" fmla="*/ 0 w 31"/>
                <a:gd name="T33" fmla="*/ 2147483647 h 130"/>
                <a:gd name="T34" fmla="*/ 0 w 31"/>
                <a:gd name="T35" fmla="*/ 2147483647 h 130"/>
                <a:gd name="T36" fmla="*/ 0 w 31"/>
                <a:gd name="T37" fmla="*/ 2147483647 h 130"/>
                <a:gd name="T38" fmla="*/ 2147483647 w 31"/>
                <a:gd name="T39" fmla="*/ 2147483647 h 130"/>
                <a:gd name="T40" fmla="*/ 2147483647 w 31"/>
                <a:gd name="T41" fmla="*/ 2147483647 h 130"/>
                <a:gd name="T42" fmla="*/ 2147483647 w 31"/>
                <a:gd name="T43" fmla="*/ 2147483647 h 130"/>
                <a:gd name="T44" fmla="*/ 2147483647 w 31"/>
                <a:gd name="T45" fmla="*/ 2147483647 h 130"/>
                <a:gd name="T46" fmla="*/ 2147483647 w 31"/>
                <a:gd name="T47" fmla="*/ 2147483647 h 130"/>
                <a:gd name="T48" fmla="*/ 2147483647 w 31"/>
                <a:gd name="T49" fmla="*/ 2147483647 h 130"/>
                <a:gd name="T50" fmla="*/ 2147483647 w 31"/>
                <a:gd name="T51" fmla="*/ 2147483647 h 130"/>
                <a:gd name="T52" fmla="*/ 2147483647 w 31"/>
                <a:gd name="T53" fmla="*/ 2147483647 h 130"/>
                <a:gd name="T54" fmla="*/ 2147483647 w 31"/>
                <a:gd name="T55" fmla="*/ 2147483647 h 130"/>
                <a:gd name="T56" fmla="*/ 2147483647 w 31"/>
                <a:gd name="T57" fmla="*/ 2147483647 h 130"/>
                <a:gd name="T58" fmla="*/ 2147483647 w 31"/>
                <a:gd name="T59" fmla="*/ 2147483647 h 130"/>
                <a:gd name="T60" fmla="*/ 2147483647 w 31"/>
                <a:gd name="T61" fmla="*/ 2147483647 h 130"/>
                <a:gd name="T62" fmla="*/ 2147483647 w 31"/>
                <a:gd name="T63" fmla="*/ 2147483647 h 130"/>
                <a:gd name="T64" fmla="*/ 2147483647 w 31"/>
                <a:gd name="T65" fmla="*/ 2147483647 h 130"/>
                <a:gd name="T66" fmla="*/ 2147483647 w 31"/>
                <a:gd name="T67" fmla="*/ 2147483647 h 130"/>
                <a:gd name="T68" fmla="*/ 2147483647 w 31"/>
                <a:gd name="T69" fmla="*/ 2147483647 h 130"/>
                <a:gd name="T70" fmla="*/ 2147483647 w 31"/>
                <a:gd name="T71" fmla="*/ 0 h 130"/>
                <a:gd name="T72" fmla="*/ 2147483647 w 31"/>
                <a:gd name="T73" fmla="*/ 0 h 1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"/>
                <a:gd name="T112" fmla="*/ 0 h 130"/>
                <a:gd name="T113" fmla="*/ 31 w 31"/>
                <a:gd name="T114" fmla="*/ 130 h 13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" h="130">
                  <a:moveTo>
                    <a:pt x="31" y="0"/>
                  </a:moveTo>
                  <a:lnTo>
                    <a:pt x="31" y="53"/>
                  </a:lnTo>
                  <a:lnTo>
                    <a:pt x="31" y="61"/>
                  </a:lnTo>
                  <a:lnTo>
                    <a:pt x="23" y="68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23" y="130"/>
                  </a:lnTo>
                  <a:lnTo>
                    <a:pt x="15" y="122"/>
                  </a:lnTo>
                  <a:lnTo>
                    <a:pt x="8" y="114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8" y="53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107"/>
                  </a:lnTo>
                  <a:lnTo>
                    <a:pt x="15" y="107"/>
                  </a:lnTo>
                  <a:lnTo>
                    <a:pt x="23" y="114"/>
                  </a:lnTo>
                  <a:lnTo>
                    <a:pt x="15" y="122"/>
                  </a:lnTo>
                  <a:lnTo>
                    <a:pt x="15" y="114"/>
                  </a:lnTo>
                  <a:lnTo>
                    <a:pt x="15" y="61"/>
                  </a:lnTo>
                  <a:lnTo>
                    <a:pt x="23" y="53"/>
                  </a:lnTo>
                  <a:lnTo>
                    <a:pt x="31" y="61"/>
                  </a:lnTo>
                  <a:lnTo>
                    <a:pt x="23" y="53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7" name="Rectangle 287">
              <a:extLst>
                <a:ext uri="{FF2B5EF4-FFF2-40B4-BE49-F238E27FC236}">
                  <a16:creationId xmlns:a16="http://schemas.microsoft.com/office/drawing/2014/main" id="{33A24DBA-9D3A-D7BF-18BB-FD9066439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2006947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8" name="Freeform 288">
              <a:extLst>
                <a:ext uri="{FF2B5EF4-FFF2-40B4-BE49-F238E27FC236}">
                  <a16:creationId xmlns:a16="http://schemas.microsoft.com/office/drawing/2014/main" id="{AAEE0DCA-BCE7-FC5D-BD41-C2BB7656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0 w 8"/>
                <a:gd name="T3" fmla="*/ 2147483647 h 7"/>
                <a:gd name="T4" fmla="*/ 0 w 8"/>
                <a:gd name="T5" fmla="*/ 0 h 7"/>
                <a:gd name="T6" fmla="*/ 0 w 8"/>
                <a:gd name="T7" fmla="*/ 2147483647 h 7"/>
                <a:gd name="T8" fmla="*/ 0 w 8"/>
                <a:gd name="T9" fmla="*/ 0 h 7"/>
                <a:gd name="T10" fmla="*/ 2147483647 w 8"/>
                <a:gd name="T11" fmla="*/ 0 h 7"/>
                <a:gd name="T12" fmla="*/ 2147483647 w 8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7"/>
                <a:gd name="T23" fmla="*/ 8 w 8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7">
                  <a:moveTo>
                    <a:pt x="8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9" name="Freeform 289">
              <a:extLst>
                <a:ext uri="{FF2B5EF4-FFF2-40B4-BE49-F238E27FC236}">
                  <a16:creationId xmlns:a16="http://schemas.microsoft.com/office/drawing/2014/main" id="{7846BC0D-D991-CE5A-436F-69EC3576C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50950" cy="436563"/>
            </a:xfrm>
            <a:custGeom>
              <a:avLst/>
              <a:gdLst>
                <a:gd name="T0" fmla="*/ 0 w 788"/>
                <a:gd name="T1" fmla="*/ 2147483647 h 275"/>
                <a:gd name="T2" fmla="*/ 2147483647 w 788"/>
                <a:gd name="T3" fmla="*/ 0 h 275"/>
                <a:gd name="T4" fmla="*/ 2147483647 w 788"/>
                <a:gd name="T5" fmla="*/ 2147483647 h 275"/>
                <a:gd name="T6" fmla="*/ 2147483647 w 788"/>
                <a:gd name="T7" fmla="*/ 2147483647 h 275"/>
                <a:gd name="T8" fmla="*/ 0 w 788"/>
                <a:gd name="T9" fmla="*/ 2147483647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8"/>
                <a:gd name="T16" fmla="*/ 0 h 275"/>
                <a:gd name="T17" fmla="*/ 788 w 788"/>
                <a:gd name="T18" fmla="*/ 275 h 2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8" h="275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512" y="275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0" name="Freeform 290">
              <a:extLst>
                <a:ext uri="{FF2B5EF4-FFF2-40B4-BE49-F238E27FC236}">
                  <a16:creationId xmlns:a16="http://schemas.microsoft.com/office/drawing/2014/main" id="{DE2D9566-3C09-407B-65D6-685AAF77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74763" cy="449263"/>
            </a:xfrm>
            <a:custGeom>
              <a:avLst/>
              <a:gdLst>
                <a:gd name="T0" fmla="*/ 0 w 803"/>
                <a:gd name="T1" fmla="*/ 2147483647 h 283"/>
                <a:gd name="T2" fmla="*/ 2147483647 w 803"/>
                <a:gd name="T3" fmla="*/ 0 h 283"/>
                <a:gd name="T4" fmla="*/ 2147483647 w 803"/>
                <a:gd name="T5" fmla="*/ 0 h 283"/>
                <a:gd name="T6" fmla="*/ 2147483647 w 803"/>
                <a:gd name="T7" fmla="*/ 0 h 283"/>
                <a:gd name="T8" fmla="*/ 2147483647 w 803"/>
                <a:gd name="T9" fmla="*/ 2147483647 h 283"/>
                <a:gd name="T10" fmla="*/ 2147483647 w 803"/>
                <a:gd name="T11" fmla="*/ 2147483647 h 283"/>
                <a:gd name="T12" fmla="*/ 2147483647 w 803"/>
                <a:gd name="T13" fmla="*/ 2147483647 h 283"/>
                <a:gd name="T14" fmla="*/ 2147483647 w 803"/>
                <a:gd name="T15" fmla="*/ 2147483647 h 283"/>
                <a:gd name="T16" fmla="*/ 2147483647 w 803"/>
                <a:gd name="T17" fmla="*/ 2147483647 h 283"/>
                <a:gd name="T18" fmla="*/ 2147483647 w 803"/>
                <a:gd name="T19" fmla="*/ 2147483647 h 283"/>
                <a:gd name="T20" fmla="*/ 2147483647 w 803"/>
                <a:gd name="T21" fmla="*/ 2147483647 h 283"/>
                <a:gd name="T22" fmla="*/ 2147483647 w 803"/>
                <a:gd name="T23" fmla="*/ 2147483647 h 283"/>
                <a:gd name="T24" fmla="*/ 2147483647 w 803"/>
                <a:gd name="T25" fmla="*/ 2147483647 h 283"/>
                <a:gd name="T26" fmla="*/ 2147483647 w 803"/>
                <a:gd name="T27" fmla="*/ 2147483647 h 283"/>
                <a:gd name="T28" fmla="*/ 2147483647 w 803"/>
                <a:gd name="T29" fmla="*/ 2147483647 h 283"/>
                <a:gd name="T30" fmla="*/ 2147483647 w 803"/>
                <a:gd name="T31" fmla="*/ 0 h 283"/>
                <a:gd name="T32" fmla="*/ 2147483647 w 803"/>
                <a:gd name="T33" fmla="*/ 2147483647 h 283"/>
                <a:gd name="T34" fmla="*/ 0 w 803"/>
                <a:gd name="T35" fmla="*/ 2147483647 h 283"/>
                <a:gd name="T36" fmla="*/ 0 w 803"/>
                <a:gd name="T37" fmla="*/ 2147483647 h 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3"/>
                <a:gd name="T58" fmla="*/ 0 h 283"/>
                <a:gd name="T59" fmla="*/ 803 w 803"/>
                <a:gd name="T60" fmla="*/ 283 h 28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3" h="283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803" y="153"/>
                  </a:lnTo>
                  <a:lnTo>
                    <a:pt x="788" y="161"/>
                  </a:lnTo>
                  <a:lnTo>
                    <a:pt x="512" y="283"/>
                  </a:lnTo>
                  <a:lnTo>
                    <a:pt x="512" y="275"/>
                  </a:lnTo>
                  <a:lnTo>
                    <a:pt x="788" y="153"/>
                  </a:lnTo>
                  <a:lnTo>
                    <a:pt x="788" y="161"/>
                  </a:lnTo>
                  <a:lnTo>
                    <a:pt x="290" y="8"/>
                  </a:lnTo>
                  <a:lnTo>
                    <a:pt x="290" y="0"/>
                  </a:lnTo>
                  <a:lnTo>
                    <a:pt x="290" y="8"/>
                  </a:lnTo>
                  <a:lnTo>
                    <a:pt x="0" y="107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1" name="Freeform 291">
              <a:extLst>
                <a:ext uri="{FF2B5EF4-FFF2-40B4-BE49-F238E27FC236}">
                  <a16:creationId xmlns:a16="http://schemas.microsoft.com/office/drawing/2014/main" id="{77D3E593-AFE0-BACB-C85B-BAF017698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641822"/>
              <a:ext cx="812800" cy="292100"/>
            </a:xfrm>
            <a:custGeom>
              <a:avLst/>
              <a:gdLst>
                <a:gd name="T0" fmla="*/ 2147483647 w 512"/>
                <a:gd name="T1" fmla="*/ 2147483647 h 184"/>
                <a:gd name="T2" fmla="*/ 0 w 512"/>
                <a:gd name="T3" fmla="*/ 2147483647 h 184"/>
                <a:gd name="T4" fmla="*/ 0 w 512"/>
                <a:gd name="T5" fmla="*/ 0 h 184"/>
                <a:gd name="T6" fmla="*/ 0 w 512"/>
                <a:gd name="T7" fmla="*/ 0 h 184"/>
                <a:gd name="T8" fmla="*/ 0 w 512"/>
                <a:gd name="T9" fmla="*/ 0 h 184"/>
                <a:gd name="T10" fmla="*/ 2147483647 w 512"/>
                <a:gd name="T11" fmla="*/ 2147483647 h 184"/>
                <a:gd name="T12" fmla="*/ 2147483647 w 512"/>
                <a:gd name="T13" fmla="*/ 2147483647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2"/>
                <a:gd name="T22" fmla="*/ 0 h 184"/>
                <a:gd name="T23" fmla="*/ 512 w 512"/>
                <a:gd name="T24" fmla="*/ 184 h 1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2" h="184">
                  <a:moveTo>
                    <a:pt x="512" y="18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12" y="176"/>
                  </a:lnTo>
                  <a:lnTo>
                    <a:pt x="512" y="1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2" name="Freeform 292">
              <a:extLst>
                <a:ext uri="{FF2B5EF4-FFF2-40B4-BE49-F238E27FC236}">
                  <a16:creationId xmlns:a16="http://schemas.microsoft.com/office/drawing/2014/main" id="{28B4CA43-A319-0F33-1DFA-0D0F8AD67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12750" cy="303213"/>
            </a:xfrm>
            <a:custGeom>
              <a:avLst/>
              <a:gdLst>
                <a:gd name="T0" fmla="*/ 2147483647 w 260"/>
                <a:gd name="T1" fmla="*/ 0 h 191"/>
                <a:gd name="T2" fmla="*/ 2147483647 w 260"/>
                <a:gd name="T3" fmla="*/ 2147483647 h 191"/>
                <a:gd name="T4" fmla="*/ 0 w 260"/>
                <a:gd name="T5" fmla="*/ 2147483647 h 191"/>
                <a:gd name="T6" fmla="*/ 0 w 260"/>
                <a:gd name="T7" fmla="*/ 2147483647 h 191"/>
                <a:gd name="T8" fmla="*/ 2147483647 w 260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191"/>
                <a:gd name="T17" fmla="*/ 260 w 260"/>
                <a:gd name="T18" fmla="*/ 191 h 1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191">
                  <a:moveTo>
                    <a:pt x="260" y="0"/>
                  </a:moveTo>
                  <a:lnTo>
                    <a:pt x="260" y="6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26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3" name="Freeform 293">
              <a:extLst>
                <a:ext uri="{FF2B5EF4-FFF2-40B4-BE49-F238E27FC236}">
                  <a16:creationId xmlns:a16="http://schemas.microsoft.com/office/drawing/2014/main" id="{A501BE10-8D93-5518-94DA-F13736DF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315913"/>
            </a:xfrm>
            <a:custGeom>
              <a:avLst/>
              <a:gdLst>
                <a:gd name="T0" fmla="*/ 2147483647 w 268"/>
                <a:gd name="T1" fmla="*/ 0 h 199"/>
                <a:gd name="T2" fmla="*/ 2147483647 w 268"/>
                <a:gd name="T3" fmla="*/ 2147483647 h 199"/>
                <a:gd name="T4" fmla="*/ 2147483647 w 268"/>
                <a:gd name="T5" fmla="*/ 2147483647 h 199"/>
                <a:gd name="T6" fmla="*/ 2147483647 w 268"/>
                <a:gd name="T7" fmla="*/ 2147483647 h 199"/>
                <a:gd name="T8" fmla="*/ 0 w 268"/>
                <a:gd name="T9" fmla="*/ 2147483647 h 199"/>
                <a:gd name="T10" fmla="*/ 0 w 268"/>
                <a:gd name="T11" fmla="*/ 2147483647 h 199"/>
                <a:gd name="T12" fmla="*/ 0 w 268"/>
                <a:gd name="T13" fmla="*/ 2147483647 h 199"/>
                <a:gd name="T14" fmla="*/ 0 w 268"/>
                <a:gd name="T15" fmla="*/ 2147483647 h 199"/>
                <a:gd name="T16" fmla="*/ 0 w 268"/>
                <a:gd name="T17" fmla="*/ 2147483647 h 199"/>
                <a:gd name="T18" fmla="*/ 0 w 268"/>
                <a:gd name="T19" fmla="*/ 2147483647 h 199"/>
                <a:gd name="T20" fmla="*/ 2147483647 w 268"/>
                <a:gd name="T21" fmla="*/ 2147483647 h 199"/>
                <a:gd name="T22" fmla="*/ 2147483647 w 268"/>
                <a:gd name="T23" fmla="*/ 2147483647 h 199"/>
                <a:gd name="T24" fmla="*/ 0 w 268"/>
                <a:gd name="T25" fmla="*/ 2147483647 h 199"/>
                <a:gd name="T26" fmla="*/ 0 w 268"/>
                <a:gd name="T27" fmla="*/ 2147483647 h 199"/>
                <a:gd name="T28" fmla="*/ 2147483647 w 268"/>
                <a:gd name="T29" fmla="*/ 2147483647 h 199"/>
                <a:gd name="T30" fmla="*/ 2147483647 w 268"/>
                <a:gd name="T31" fmla="*/ 2147483647 h 199"/>
                <a:gd name="T32" fmla="*/ 2147483647 w 268"/>
                <a:gd name="T33" fmla="*/ 2147483647 h 199"/>
                <a:gd name="T34" fmla="*/ 2147483647 w 268"/>
                <a:gd name="T35" fmla="*/ 0 h 199"/>
                <a:gd name="T36" fmla="*/ 2147483647 w 268"/>
                <a:gd name="T37" fmla="*/ 0 h 1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68"/>
                <a:gd name="T58" fmla="*/ 0 h 199"/>
                <a:gd name="T59" fmla="*/ 268 w 268"/>
                <a:gd name="T60" fmla="*/ 199 h 1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68" h="199">
                  <a:moveTo>
                    <a:pt x="268" y="0"/>
                  </a:moveTo>
                  <a:lnTo>
                    <a:pt x="268" y="69"/>
                  </a:lnTo>
                  <a:lnTo>
                    <a:pt x="268" y="76"/>
                  </a:lnTo>
                  <a:lnTo>
                    <a:pt x="260" y="76"/>
                  </a:lnTo>
                  <a:lnTo>
                    <a:pt x="0" y="19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8" y="122"/>
                  </a:lnTo>
                  <a:lnTo>
                    <a:pt x="8" y="191"/>
                  </a:lnTo>
                  <a:lnTo>
                    <a:pt x="0" y="191"/>
                  </a:lnTo>
                  <a:lnTo>
                    <a:pt x="260" y="69"/>
                  </a:lnTo>
                  <a:lnTo>
                    <a:pt x="260" y="76"/>
                  </a:lnTo>
                  <a:lnTo>
                    <a:pt x="260" y="69"/>
                  </a:lnTo>
                  <a:lnTo>
                    <a:pt x="260" y="0"/>
                  </a:lnTo>
                  <a:lnTo>
                    <a:pt x="268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4" name="Freeform 294">
              <a:extLst>
                <a:ext uri="{FF2B5EF4-FFF2-40B4-BE49-F238E27FC236}">
                  <a16:creationId xmlns:a16="http://schemas.microsoft.com/office/drawing/2014/main" id="{6B155F3E-036E-EE86-0CCF-A090945B8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206375"/>
            </a:xfrm>
            <a:custGeom>
              <a:avLst/>
              <a:gdLst>
                <a:gd name="T0" fmla="*/ 0 w 268"/>
                <a:gd name="T1" fmla="*/ 2147483647 h 130"/>
                <a:gd name="T2" fmla="*/ 2147483647 w 268"/>
                <a:gd name="T3" fmla="*/ 0 h 130"/>
                <a:gd name="T4" fmla="*/ 2147483647 w 268"/>
                <a:gd name="T5" fmla="*/ 0 h 130"/>
                <a:gd name="T6" fmla="*/ 2147483647 w 268"/>
                <a:gd name="T7" fmla="*/ 0 h 130"/>
                <a:gd name="T8" fmla="*/ 2147483647 w 268"/>
                <a:gd name="T9" fmla="*/ 2147483647 h 130"/>
                <a:gd name="T10" fmla="*/ 0 w 268"/>
                <a:gd name="T11" fmla="*/ 2147483647 h 130"/>
                <a:gd name="T12" fmla="*/ 0 w 268"/>
                <a:gd name="T13" fmla="*/ 21474836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8"/>
                <a:gd name="T22" fmla="*/ 0 h 130"/>
                <a:gd name="T23" fmla="*/ 268 w 268"/>
                <a:gd name="T24" fmla="*/ 130 h 1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8" h="130">
                  <a:moveTo>
                    <a:pt x="0" y="122"/>
                  </a:moveTo>
                  <a:lnTo>
                    <a:pt x="260" y="0"/>
                  </a:lnTo>
                  <a:lnTo>
                    <a:pt x="268" y="0"/>
                  </a:lnTo>
                  <a:lnTo>
                    <a:pt x="260" y="8"/>
                  </a:lnTo>
                  <a:lnTo>
                    <a:pt x="0" y="130"/>
                  </a:lnTo>
                  <a:lnTo>
                    <a:pt x="0" y="12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5" name="Freeform 295">
              <a:extLst>
                <a:ext uri="{FF2B5EF4-FFF2-40B4-BE49-F238E27FC236}">
                  <a16:creationId xmlns:a16="http://schemas.microsoft.com/office/drawing/2014/main" id="{CCF98D50-D38E-C145-880C-3B815820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14388" cy="388938"/>
            </a:xfrm>
            <a:custGeom>
              <a:avLst/>
              <a:gdLst>
                <a:gd name="T0" fmla="*/ 0 w 513"/>
                <a:gd name="T1" fmla="*/ 0 h 245"/>
                <a:gd name="T2" fmla="*/ 2147483647 w 513"/>
                <a:gd name="T3" fmla="*/ 2147483647 h 245"/>
                <a:gd name="T4" fmla="*/ 2147483647 w 513"/>
                <a:gd name="T5" fmla="*/ 2147483647 h 245"/>
                <a:gd name="T6" fmla="*/ 0 w 513"/>
                <a:gd name="T7" fmla="*/ 2147483647 h 245"/>
                <a:gd name="T8" fmla="*/ 0 w 513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3"/>
                <a:gd name="T16" fmla="*/ 0 h 245"/>
                <a:gd name="T17" fmla="*/ 513 w 513"/>
                <a:gd name="T18" fmla="*/ 245 h 2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3" h="245">
                  <a:moveTo>
                    <a:pt x="0" y="0"/>
                  </a:moveTo>
                  <a:lnTo>
                    <a:pt x="513" y="176"/>
                  </a:lnTo>
                  <a:lnTo>
                    <a:pt x="513" y="245"/>
                  </a:lnTo>
                  <a:lnTo>
                    <a:pt x="0" y="62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8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6" name="Freeform 296">
              <a:extLst>
                <a:ext uri="{FF2B5EF4-FFF2-40B4-BE49-F238E27FC236}">
                  <a16:creationId xmlns:a16="http://schemas.microsoft.com/office/drawing/2014/main" id="{3AB092D4-CDFD-C8FA-1380-67B1A4775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27088" cy="401638"/>
            </a:xfrm>
            <a:custGeom>
              <a:avLst/>
              <a:gdLst>
                <a:gd name="T0" fmla="*/ 0 w 521"/>
                <a:gd name="T1" fmla="*/ 0 h 253"/>
                <a:gd name="T2" fmla="*/ 2147483647 w 521"/>
                <a:gd name="T3" fmla="*/ 2147483647 h 253"/>
                <a:gd name="T4" fmla="*/ 2147483647 w 521"/>
                <a:gd name="T5" fmla="*/ 2147483647 h 253"/>
                <a:gd name="T6" fmla="*/ 2147483647 w 521"/>
                <a:gd name="T7" fmla="*/ 2147483647 h 253"/>
                <a:gd name="T8" fmla="*/ 2147483647 w 521"/>
                <a:gd name="T9" fmla="*/ 2147483647 h 253"/>
                <a:gd name="T10" fmla="*/ 2147483647 w 521"/>
                <a:gd name="T11" fmla="*/ 2147483647 h 253"/>
                <a:gd name="T12" fmla="*/ 2147483647 w 521"/>
                <a:gd name="T13" fmla="*/ 2147483647 h 253"/>
                <a:gd name="T14" fmla="*/ 0 w 521"/>
                <a:gd name="T15" fmla="*/ 2147483647 h 253"/>
                <a:gd name="T16" fmla="*/ 0 w 521"/>
                <a:gd name="T17" fmla="*/ 2147483647 h 253"/>
                <a:gd name="T18" fmla="*/ 0 w 521"/>
                <a:gd name="T19" fmla="*/ 2147483647 h 253"/>
                <a:gd name="T20" fmla="*/ 0 w 521"/>
                <a:gd name="T21" fmla="*/ 2147483647 h 253"/>
                <a:gd name="T22" fmla="*/ 2147483647 w 521"/>
                <a:gd name="T23" fmla="*/ 2147483647 h 253"/>
                <a:gd name="T24" fmla="*/ 2147483647 w 521"/>
                <a:gd name="T25" fmla="*/ 2147483647 h 253"/>
                <a:gd name="T26" fmla="*/ 2147483647 w 521"/>
                <a:gd name="T27" fmla="*/ 2147483647 h 253"/>
                <a:gd name="T28" fmla="*/ 2147483647 w 521"/>
                <a:gd name="T29" fmla="*/ 2147483647 h 253"/>
                <a:gd name="T30" fmla="*/ 2147483647 w 521"/>
                <a:gd name="T31" fmla="*/ 2147483647 h 253"/>
                <a:gd name="T32" fmla="*/ 2147483647 w 521"/>
                <a:gd name="T33" fmla="*/ 2147483647 h 253"/>
                <a:gd name="T34" fmla="*/ 0 w 521"/>
                <a:gd name="T35" fmla="*/ 2147483647 h 253"/>
                <a:gd name="T36" fmla="*/ 0 w 521"/>
                <a:gd name="T37" fmla="*/ 0 h 2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1"/>
                <a:gd name="T58" fmla="*/ 0 h 253"/>
                <a:gd name="T59" fmla="*/ 521 w 521"/>
                <a:gd name="T60" fmla="*/ 253 h 25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1" h="253">
                  <a:moveTo>
                    <a:pt x="0" y="0"/>
                  </a:moveTo>
                  <a:lnTo>
                    <a:pt x="513" y="176"/>
                  </a:lnTo>
                  <a:lnTo>
                    <a:pt x="521" y="176"/>
                  </a:lnTo>
                  <a:lnTo>
                    <a:pt x="521" y="245"/>
                  </a:lnTo>
                  <a:lnTo>
                    <a:pt x="521" y="253"/>
                  </a:lnTo>
                  <a:lnTo>
                    <a:pt x="513" y="253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513" y="245"/>
                  </a:lnTo>
                  <a:lnTo>
                    <a:pt x="513" y="253"/>
                  </a:lnTo>
                  <a:lnTo>
                    <a:pt x="513" y="245"/>
                  </a:lnTo>
                  <a:lnTo>
                    <a:pt x="513" y="176"/>
                  </a:lnTo>
                  <a:lnTo>
                    <a:pt x="521" y="176"/>
                  </a:lnTo>
                  <a:lnTo>
                    <a:pt x="513" y="184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7" name="Freeform 297">
              <a:extLst>
                <a:ext uri="{FF2B5EF4-FFF2-40B4-BE49-F238E27FC236}">
                  <a16:creationId xmlns:a16="http://schemas.microsoft.com/office/drawing/2014/main" id="{925DE352-8130-F251-B3BB-3A92791A6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12700" cy="98425"/>
            </a:xfrm>
            <a:custGeom>
              <a:avLst/>
              <a:gdLst>
                <a:gd name="T0" fmla="*/ 0 w 8"/>
                <a:gd name="T1" fmla="*/ 2147483647 h 62"/>
                <a:gd name="T2" fmla="*/ 0 w 8"/>
                <a:gd name="T3" fmla="*/ 0 h 62"/>
                <a:gd name="T4" fmla="*/ 0 w 8"/>
                <a:gd name="T5" fmla="*/ 0 h 62"/>
                <a:gd name="T6" fmla="*/ 0 w 8"/>
                <a:gd name="T7" fmla="*/ 0 h 62"/>
                <a:gd name="T8" fmla="*/ 2147483647 w 8"/>
                <a:gd name="T9" fmla="*/ 0 h 62"/>
                <a:gd name="T10" fmla="*/ 2147483647 w 8"/>
                <a:gd name="T11" fmla="*/ 2147483647 h 62"/>
                <a:gd name="T12" fmla="*/ 0 w 8"/>
                <a:gd name="T13" fmla="*/ 214748364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62"/>
                <a:gd name="T23" fmla="*/ 8 w 8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62">
                  <a:moveTo>
                    <a:pt x="0" y="62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62"/>
                  </a:lnTo>
                  <a:lnTo>
                    <a:pt x="0" y="6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8" name="Freeform 298">
              <a:extLst>
                <a:ext uri="{FF2B5EF4-FFF2-40B4-BE49-F238E27FC236}">
                  <a16:creationId xmlns:a16="http://schemas.microsoft.com/office/drawing/2014/main" id="{896A2BCB-B473-9891-2171-5DE621AE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498475" cy="182563"/>
            </a:xfrm>
            <a:custGeom>
              <a:avLst/>
              <a:gdLst>
                <a:gd name="T0" fmla="*/ 0 w 314"/>
                <a:gd name="T1" fmla="*/ 2147483647 h 115"/>
                <a:gd name="T2" fmla="*/ 2147483647 w 314"/>
                <a:gd name="T3" fmla="*/ 0 h 115"/>
                <a:gd name="T4" fmla="*/ 2147483647 w 314"/>
                <a:gd name="T5" fmla="*/ 2147483647 h 115"/>
                <a:gd name="T6" fmla="*/ 2147483647 w 314"/>
                <a:gd name="T7" fmla="*/ 2147483647 h 115"/>
                <a:gd name="T8" fmla="*/ 0 w 314"/>
                <a:gd name="T9" fmla="*/ 214748364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15"/>
                <a:gd name="T17" fmla="*/ 314 w 314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15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207" y="115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9" name="Freeform 299">
              <a:extLst>
                <a:ext uri="{FF2B5EF4-FFF2-40B4-BE49-F238E27FC236}">
                  <a16:creationId xmlns:a16="http://schemas.microsoft.com/office/drawing/2014/main" id="{318A4F22-FA63-020A-46AA-4F685960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522288" cy="195263"/>
            </a:xfrm>
            <a:custGeom>
              <a:avLst/>
              <a:gdLst>
                <a:gd name="T0" fmla="*/ 0 w 329"/>
                <a:gd name="T1" fmla="*/ 2147483647 h 123"/>
                <a:gd name="T2" fmla="*/ 2147483647 w 329"/>
                <a:gd name="T3" fmla="*/ 0 h 123"/>
                <a:gd name="T4" fmla="*/ 2147483647 w 329"/>
                <a:gd name="T5" fmla="*/ 0 h 123"/>
                <a:gd name="T6" fmla="*/ 2147483647 w 329"/>
                <a:gd name="T7" fmla="*/ 0 h 123"/>
                <a:gd name="T8" fmla="*/ 2147483647 w 329"/>
                <a:gd name="T9" fmla="*/ 2147483647 h 123"/>
                <a:gd name="T10" fmla="*/ 2147483647 w 329"/>
                <a:gd name="T11" fmla="*/ 2147483647 h 123"/>
                <a:gd name="T12" fmla="*/ 2147483647 w 329"/>
                <a:gd name="T13" fmla="*/ 2147483647 h 123"/>
                <a:gd name="T14" fmla="*/ 2147483647 w 329"/>
                <a:gd name="T15" fmla="*/ 2147483647 h 123"/>
                <a:gd name="T16" fmla="*/ 2147483647 w 329"/>
                <a:gd name="T17" fmla="*/ 2147483647 h 123"/>
                <a:gd name="T18" fmla="*/ 2147483647 w 329"/>
                <a:gd name="T19" fmla="*/ 2147483647 h 123"/>
                <a:gd name="T20" fmla="*/ 2147483647 w 329"/>
                <a:gd name="T21" fmla="*/ 2147483647 h 123"/>
                <a:gd name="T22" fmla="*/ 2147483647 w 329"/>
                <a:gd name="T23" fmla="*/ 2147483647 h 123"/>
                <a:gd name="T24" fmla="*/ 2147483647 w 329"/>
                <a:gd name="T25" fmla="*/ 2147483647 h 123"/>
                <a:gd name="T26" fmla="*/ 2147483647 w 329"/>
                <a:gd name="T27" fmla="*/ 2147483647 h 123"/>
                <a:gd name="T28" fmla="*/ 2147483647 w 329"/>
                <a:gd name="T29" fmla="*/ 2147483647 h 123"/>
                <a:gd name="T30" fmla="*/ 2147483647 w 329"/>
                <a:gd name="T31" fmla="*/ 0 h 123"/>
                <a:gd name="T32" fmla="*/ 2147483647 w 329"/>
                <a:gd name="T33" fmla="*/ 2147483647 h 123"/>
                <a:gd name="T34" fmla="*/ 0 w 329"/>
                <a:gd name="T35" fmla="*/ 2147483647 h 123"/>
                <a:gd name="T36" fmla="*/ 0 w 329"/>
                <a:gd name="T37" fmla="*/ 214748364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123"/>
                <a:gd name="T59" fmla="*/ 329 w 329"/>
                <a:gd name="T60" fmla="*/ 123 h 12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123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329" y="62"/>
                  </a:lnTo>
                  <a:lnTo>
                    <a:pt x="314" y="69"/>
                  </a:lnTo>
                  <a:lnTo>
                    <a:pt x="207" y="123"/>
                  </a:lnTo>
                  <a:lnTo>
                    <a:pt x="207" y="115"/>
                  </a:lnTo>
                  <a:lnTo>
                    <a:pt x="314" y="62"/>
                  </a:lnTo>
                  <a:lnTo>
                    <a:pt x="314" y="69"/>
                  </a:lnTo>
                  <a:lnTo>
                    <a:pt x="115" y="8"/>
                  </a:lnTo>
                  <a:lnTo>
                    <a:pt x="115" y="0"/>
                  </a:lnTo>
                  <a:lnTo>
                    <a:pt x="115" y="8"/>
                  </a:lnTo>
                  <a:lnTo>
                    <a:pt x="0" y="46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0" name="Freeform 300">
              <a:extLst>
                <a:ext uri="{FF2B5EF4-FFF2-40B4-BE49-F238E27FC236}">
                  <a16:creationId xmlns:a16="http://schemas.microsoft.com/office/drawing/2014/main" id="{3A067198-A447-AAC0-5924-129FD077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67222"/>
              <a:ext cx="328613" cy="133350"/>
            </a:xfrm>
            <a:custGeom>
              <a:avLst/>
              <a:gdLst>
                <a:gd name="T0" fmla="*/ 2147483647 w 207"/>
                <a:gd name="T1" fmla="*/ 2147483647 h 84"/>
                <a:gd name="T2" fmla="*/ 0 w 207"/>
                <a:gd name="T3" fmla="*/ 2147483647 h 84"/>
                <a:gd name="T4" fmla="*/ 0 w 207"/>
                <a:gd name="T5" fmla="*/ 0 h 84"/>
                <a:gd name="T6" fmla="*/ 0 w 207"/>
                <a:gd name="T7" fmla="*/ 0 h 84"/>
                <a:gd name="T8" fmla="*/ 0 w 207"/>
                <a:gd name="T9" fmla="*/ 0 h 84"/>
                <a:gd name="T10" fmla="*/ 2147483647 w 207"/>
                <a:gd name="T11" fmla="*/ 2147483647 h 84"/>
                <a:gd name="T12" fmla="*/ 2147483647 w 207"/>
                <a:gd name="T13" fmla="*/ 214748364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7"/>
                <a:gd name="T22" fmla="*/ 0 h 84"/>
                <a:gd name="T23" fmla="*/ 207 w 207"/>
                <a:gd name="T24" fmla="*/ 84 h 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7" h="84">
                  <a:moveTo>
                    <a:pt x="207" y="84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07" y="76"/>
                  </a:lnTo>
                  <a:lnTo>
                    <a:pt x="207" y="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1" name="Freeform 301">
              <a:extLst>
                <a:ext uri="{FF2B5EF4-FFF2-40B4-BE49-F238E27FC236}">
                  <a16:creationId xmlns:a16="http://schemas.microsoft.com/office/drawing/2014/main" id="{89546C34-3BB5-6EF1-D2EF-026902F21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290513" cy="109538"/>
            </a:xfrm>
            <a:custGeom>
              <a:avLst/>
              <a:gdLst>
                <a:gd name="T0" fmla="*/ 0 w 183"/>
                <a:gd name="T1" fmla="*/ 2147483647 h 69"/>
                <a:gd name="T2" fmla="*/ 2147483647 w 183"/>
                <a:gd name="T3" fmla="*/ 0 h 69"/>
                <a:gd name="T4" fmla="*/ 2147483647 w 183"/>
                <a:gd name="T5" fmla="*/ 2147483647 h 69"/>
                <a:gd name="T6" fmla="*/ 2147483647 w 183"/>
                <a:gd name="T7" fmla="*/ 2147483647 h 69"/>
                <a:gd name="T8" fmla="*/ 0 w 183"/>
                <a:gd name="T9" fmla="*/ 214748364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3"/>
                <a:gd name="T16" fmla="*/ 0 h 69"/>
                <a:gd name="T17" fmla="*/ 183 w 183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3" h="69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22" y="69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9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2" name="Freeform 302">
              <a:extLst>
                <a:ext uri="{FF2B5EF4-FFF2-40B4-BE49-F238E27FC236}">
                  <a16:creationId xmlns:a16="http://schemas.microsoft.com/office/drawing/2014/main" id="{61D09EC3-58FB-4AFF-A93D-568716C18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315913" cy="122238"/>
            </a:xfrm>
            <a:custGeom>
              <a:avLst/>
              <a:gdLst>
                <a:gd name="T0" fmla="*/ 0 w 199"/>
                <a:gd name="T1" fmla="*/ 2147483647 h 77"/>
                <a:gd name="T2" fmla="*/ 2147483647 w 199"/>
                <a:gd name="T3" fmla="*/ 0 h 77"/>
                <a:gd name="T4" fmla="*/ 2147483647 w 199"/>
                <a:gd name="T5" fmla="*/ 0 h 77"/>
                <a:gd name="T6" fmla="*/ 2147483647 w 199"/>
                <a:gd name="T7" fmla="*/ 0 h 77"/>
                <a:gd name="T8" fmla="*/ 2147483647 w 199"/>
                <a:gd name="T9" fmla="*/ 2147483647 h 77"/>
                <a:gd name="T10" fmla="*/ 2147483647 w 199"/>
                <a:gd name="T11" fmla="*/ 2147483647 h 77"/>
                <a:gd name="T12" fmla="*/ 2147483647 w 199"/>
                <a:gd name="T13" fmla="*/ 2147483647 h 77"/>
                <a:gd name="T14" fmla="*/ 2147483647 w 199"/>
                <a:gd name="T15" fmla="*/ 2147483647 h 77"/>
                <a:gd name="T16" fmla="*/ 2147483647 w 199"/>
                <a:gd name="T17" fmla="*/ 2147483647 h 77"/>
                <a:gd name="T18" fmla="*/ 2147483647 w 199"/>
                <a:gd name="T19" fmla="*/ 2147483647 h 77"/>
                <a:gd name="T20" fmla="*/ 2147483647 w 199"/>
                <a:gd name="T21" fmla="*/ 2147483647 h 77"/>
                <a:gd name="T22" fmla="*/ 2147483647 w 199"/>
                <a:gd name="T23" fmla="*/ 2147483647 h 77"/>
                <a:gd name="T24" fmla="*/ 2147483647 w 199"/>
                <a:gd name="T25" fmla="*/ 2147483647 h 77"/>
                <a:gd name="T26" fmla="*/ 2147483647 w 199"/>
                <a:gd name="T27" fmla="*/ 2147483647 h 77"/>
                <a:gd name="T28" fmla="*/ 2147483647 w 199"/>
                <a:gd name="T29" fmla="*/ 2147483647 h 77"/>
                <a:gd name="T30" fmla="*/ 2147483647 w 199"/>
                <a:gd name="T31" fmla="*/ 0 h 77"/>
                <a:gd name="T32" fmla="*/ 2147483647 w 199"/>
                <a:gd name="T33" fmla="*/ 2147483647 h 77"/>
                <a:gd name="T34" fmla="*/ 0 w 199"/>
                <a:gd name="T35" fmla="*/ 2147483647 h 77"/>
                <a:gd name="T36" fmla="*/ 0 w 199"/>
                <a:gd name="T37" fmla="*/ 2147483647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"/>
                <a:gd name="T58" fmla="*/ 0 h 77"/>
                <a:gd name="T59" fmla="*/ 199 w 199"/>
                <a:gd name="T60" fmla="*/ 77 h 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" h="77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99" y="39"/>
                  </a:lnTo>
                  <a:lnTo>
                    <a:pt x="183" y="46"/>
                  </a:lnTo>
                  <a:lnTo>
                    <a:pt x="122" y="77"/>
                  </a:lnTo>
                  <a:lnTo>
                    <a:pt x="122" y="69"/>
                  </a:lnTo>
                  <a:lnTo>
                    <a:pt x="183" y="39"/>
                  </a:lnTo>
                  <a:lnTo>
                    <a:pt x="183" y="46"/>
                  </a:lnTo>
                  <a:lnTo>
                    <a:pt x="69" y="8"/>
                  </a:lnTo>
                  <a:lnTo>
                    <a:pt x="69" y="0"/>
                  </a:lnTo>
                  <a:lnTo>
                    <a:pt x="69" y="8"/>
                  </a:lnTo>
                  <a:lnTo>
                    <a:pt x="0" y="31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3" name="Freeform 303">
              <a:extLst>
                <a:ext uri="{FF2B5EF4-FFF2-40B4-BE49-F238E27FC236}">
                  <a16:creationId xmlns:a16="http://schemas.microsoft.com/office/drawing/2014/main" id="{C3F2277B-B3D1-95C0-B8AF-5E9633B46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193675" cy="85725"/>
            </a:xfrm>
            <a:custGeom>
              <a:avLst/>
              <a:gdLst>
                <a:gd name="T0" fmla="*/ 2147483647 w 122"/>
                <a:gd name="T1" fmla="*/ 2147483647 h 54"/>
                <a:gd name="T2" fmla="*/ 0 w 122"/>
                <a:gd name="T3" fmla="*/ 2147483647 h 54"/>
                <a:gd name="T4" fmla="*/ 0 w 122"/>
                <a:gd name="T5" fmla="*/ 0 h 54"/>
                <a:gd name="T6" fmla="*/ 0 w 122"/>
                <a:gd name="T7" fmla="*/ 0 h 54"/>
                <a:gd name="T8" fmla="*/ 0 w 122"/>
                <a:gd name="T9" fmla="*/ 0 h 54"/>
                <a:gd name="T10" fmla="*/ 2147483647 w 122"/>
                <a:gd name="T11" fmla="*/ 2147483647 h 54"/>
                <a:gd name="T12" fmla="*/ 2147483647 w 122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"/>
                <a:gd name="T22" fmla="*/ 0 h 54"/>
                <a:gd name="T23" fmla="*/ 122 w 122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" h="54">
                  <a:moveTo>
                    <a:pt x="122" y="5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122" y="46"/>
                  </a:lnTo>
                  <a:lnTo>
                    <a:pt x="122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4" name="Freeform 304">
              <a:extLst>
                <a:ext uri="{FF2B5EF4-FFF2-40B4-BE49-F238E27FC236}">
                  <a16:creationId xmlns:a16="http://schemas.microsoft.com/office/drawing/2014/main" id="{8692ECAC-A801-25CA-E643-107EDA1FB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46050" cy="85725"/>
            </a:xfrm>
            <a:custGeom>
              <a:avLst/>
              <a:gdLst>
                <a:gd name="T0" fmla="*/ 2147483647 w 92"/>
                <a:gd name="T1" fmla="*/ 0 h 54"/>
                <a:gd name="T2" fmla="*/ 2147483647 w 92"/>
                <a:gd name="T3" fmla="*/ 2147483647 h 54"/>
                <a:gd name="T4" fmla="*/ 2147483647 w 92"/>
                <a:gd name="T5" fmla="*/ 2147483647 h 54"/>
                <a:gd name="T6" fmla="*/ 0 w 92"/>
                <a:gd name="T7" fmla="*/ 2147483647 h 54"/>
                <a:gd name="T8" fmla="*/ 2147483647 w 9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54"/>
                <a:gd name="T17" fmla="*/ 92 w 92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54">
                  <a:moveTo>
                    <a:pt x="77" y="0"/>
                  </a:moveTo>
                  <a:lnTo>
                    <a:pt x="92" y="8"/>
                  </a:lnTo>
                  <a:lnTo>
                    <a:pt x="31" y="54"/>
                  </a:lnTo>
                  <a:lnTo>
                    <a:pt x="0" y="46"/>
                  </a:lnTo>
                  <a:lnTo>
                    <a:pt x="7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5" name="Freeform 305">
              <a:extLst>
                <a:ext uri="{FF2B5EF4-FFF2-40B4-BE49-F238E27FC236}">
                  <a16:creationId xmlns:a16="http://schemas.microsoft.com/office/drawing/2014/main" id="{DB51EAF1-51C4-D682-4D98-B86395ED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714847"/>
              <a:ext cx="182563" cy="96838"/>
            </a:xfrm>
            <a:custGeom>
              <a:avLst/>
              <a:gdLst>
                <a:gd name="T0" fmla="*/ 2147483647 w 115"/>
                <a:gd name="T1" fmla="*/ 0 h 61"/>
                <a:gd name="T2" fmla="*/ 2147483647 w 115"/>
                <a:gd name="T3" fmla="*/ 2147483647 h 61"/>
                <a:gd name="T4" fmla="*/ 2147483647 w 115"/>
                <a:gd name="T5" fmla="*/ 2147483647 h 61"/>
                <a:gd name="T6" fmla="*/ 2147483647 w 115"/>
                <a:gd name="T7" fmla="*/ 2147483647 h 61"/>
                <a:gd name="T8" fmla="*/ 2147483647 w 115"/>
                <a:gd name="T9" fmla="*/ 2147483647 h 61"/>
                <a:gd name="T10" fmla="*/ 2147483647 w 115"/>
                <a:gd name="T11" fmla="*/ 2147483647 h 61"/>
                <a:gd name="T12" fmla="*/ 2147483647 w 115"/>
                <a:gd name="T13" fmla="*/ 2147483647 h 61"/>
                <a:gd name="T14" fmla="*/ 2147483647 w 115"/>
                <a:gd name="T15" fmla="*/ 2147483647 h 61"/>
                <a:gd name="T16" fmla="*/ 0 w 115"/>
                <a:gd name="T17" fmla="*/ 2147483647 h 61"/>
                <a:gd name="T18" fmla="*/ 2147483647 w 115"/>
                <a:gd name="T19" fmla="*/ 2147483647 h 61"/>
                <a:gd name="T20" fmla="*/ 2147483647 w 115"/>
                <a:gd name="T21" fmla="*/ 2147483647 h 61"/>
                <a:gd name="T22" fmla="*/ 2147483647 w 115"/>
                <a:gd name="T23" fmla="*/ 2147483647 h 61"/>
                <a:gd name="T24" fmla="*/ 2147483647 w 115"/>
                <a:gd name="T25" fmla="*/ 2147483647 h 61"/>
                <a:gd name="T26" fmla="*/ 2147483647 w 115"/>
                <a:gd name="T27" fmla="*/ 2147483647 h 61"/>
                <a:gd name="T28" fmla="*/ 2147483647 w 115"/>
                <a:gd name="T29" fmla="*/ 2147483647 h 61"/>
                <a:gd name="T30" fmla="*/ 2147483647 w 115"/>
                <a:gd name="T31" fmla="*/ 2147483647 h 61"/>
                <a:gd name="T32" fmla="*/ 2147483647 w 115"/>
                <a:gd name="T33" fmla="*/ 2147483647 h 61"/>
                <a:gd name="T34" fmla="*/ 2147483647 w 115"/>
                <a:gd name="T35" fmla="*/ 2147483647 h 61"/>
                <a:gd name="T36" fmla="*/ 2147483647 w 115"/>
                <a:gd name="T37" fmla="*/ 0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5"/>
                <a:gd name="T58" fmla="*/ 0 h 61"/>
                <a:gd name="T59" fmla="*/ 115 w 115"/>
                <a:gd name="T60" fmla="*/ 61 h 6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5" h="61">
                  <a:moveTo>
                    <a:pt x="92" y="0"/>
                  </a:moveTo>
                  <a:lnTo>
                    <a:pt x="107" y="8"/>
                  </a:lnTo>
                  <a:lnTo>
                    <a:pt x="115" y="16"/>
                  </a:lnTo>
                  <a:lnTo>
                    <a:pt x="54" y="61"/>
                  </a:lnTo>
                  <a:lnTo>
                    <a:pt x="46" y="61"/>
                  </a:lnTo>
                  <a:lnTo>
                    <a:pt x="15" y="54"/>
                  </a:lnTo>
                  <a:lnTo>
                    <a:pt x="0" y="54"/>
                  </a:lnTo>
                  <a:lnTo>
                    <a:pt x="15" y="46"/>
                  </a:lnTo>
                  <a:lnTo>
                    <a:pt x="46" y="54"/>
                  </a:lnTo>
                  <a:lnTo>
                    <a:pt x="46" y="61"/>
                  </a:lnTo>
                  <a:lnTo>
                    <a:pt x="46" y="54"/>
                  </a:lnTo>
                  <a:lnTo>
                    <a:pt x="107" y="8"/>
                  </a:lnTo>
                  <a:lnTo>
                    <a:pt x="115" y="16"/>
                  </a:lnTo>
                  <a:lnTo>
                    <a:pt x="107" y="16"/>
                  </a:lnTo>
                  <a:lnTo>
                    <a:pt x="92" y="8"/>
                  </a:lnTo>
                  <a:lnTo>
                    <a:pt x="92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6" name="Freeform 306">
              <a:extLst>
                <a:ext uri="{FF2B5EF4-FFF2-40B4-BE49-F238E27FC236}">
                  <a16:creationId xmlns:a16="http://schemas.microsoft.com/office/drawing/2014/main" id="{4C880B53-A890-E4ED-5859-ED40A198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34938" cy="85725"/>
            </a:xfrm>
            <a:custGeom>
              <a:avLst/>
              <a:gdLst>
                <a:gd name="T0" fmla="*/ 0 w 85"/>
                <a:gd name="T1" fmla="*/ 2147483647 h 54"/>
                <a:gd name="T2" fmla="*/ 2147483647 w 85"/>
                <a:gd name="T3" fmla="*/ 0 h 54"/>
                <a:gd name="T4" fmla="*/ 2147483647 w 85"/>
                <a:gd name="T5" fmla="*/ 0 h 54"/>
                <a:gd name="T6" fmla="*/ 2147483647 w 85"/>
                <a:gd name="T7" fmla="*/ 0 h 54"/>
                <a:gd name="T8" fmla="*/ 2147483647 w 85"/>
                <a:gd name="T9" fmla="*/ 2147483647 h 54"/>
                <a:gd name="T10" fmla="*/ 2147483647 w 85"/>
                <a:gd name="T11" fmla="*/ 2147483647 h 54"/>
                <a:gd name="T12" fmla="*/ 0 w 85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54"/>
                <a:gd name="T23" fmla="*/ 85 w 85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54">
                  <a:moveTo>
                    <a:pt x="0" y="46"/>
                  </a:moveTo>
                  <a:lnTo>
                    <a:pt x="77" y="0"/>
                  </a:lnTo>
                  <a:lnTo>
                    <a:pt x="85" y="8"/>
                  </a:lnTo>
                  <a:lnTo>
                    <a:pt x="8" y="54"/>
                  </a:lnTo>
                  <a:lnTo>
                    <a:pt x="0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7" name="Freeform 307">
              <a:extLst>
                <a:ext uri="{FF2B5EF4-FFF2-40B4-BE49-F238E27FC236}">
                  <a16:creationId xmlns:a16="http://schemas.microsoft.com/office/drawing/2014/main" id="{49F5F944-59C6-5EC0-AA6A-C4180080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401638" cy="36513"/>
            </a:xfrm>
            <a:custGeom>
              <a:avLst/>
              <a:gdLst>
                <a:gd name="T0" fmla="*/ 2147483647 w 253"/>
                <a:gd name="T1" fmla="*/ 2147483647 h 23"/>
                <a:gd name="T2" fmla="*/ 0 w 253"/>
                <a:gd name="T3" fmla="*/ 0 h 23"/>
                <a:gd name="T4" fmla="*/ 2147483647 w 253"/>
                <a:gd name="T5" fmla="*/ 2147483647 h 23"/>
                <a:gd name="T6" fmla="*/ 2147483647 w 253"/>
                <a:gd name="T7" fmla="*/ 2147483647 h 23"/>
                <a:gd name="T8" fmla="*/ 2147483647 w 253"/>
                <a:gd name="T9" fmla="*/ 2147483647 h 23"/>
                <a:gd name="T10" fmla="*/ 2147483647 w 253"/>
                <a:gd name="T11" fmla="*/ 214748364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"/>
                <a:gd name="T19" fmla="*/ 0 h 23"/>
                <a:gd name="T20" fmla="*/ 253 w 253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" h="23">
                  <a:moveTo>
                    <a:pt x="237" y="15"/>
                  </a:moveTo>
                  <a:lnTo>
                    <a:pt x="0" y="0"/>
                  </a:lnTo>
                  <a:lnTo>
                    <a:pt x="54" y="23"/>
                  </a:lnTo>
                  <a:lnTo>
                    <a:pt x="253" y="23"/>
                  </a:lnTo>
                  <a:lnTo>
                    <a:pt x="230" y="8"/>
                  </a:lnTo>
                  <a:lnTo>
                    <a:pt x="237" y="15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8" name="Freeform 308">
              <a:extLst>
                <a:ext uri="{FF2B5EF4-FFF2-40B4-BE49-F238E27FC236}">
                  <a16:creationId xmlns:a16="http://schemas.microsoft.com/office/drawing/2014/main" id="{E9606A57-F234-0CBE-AA9C-E5842D2D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376238" cy="49213"/>
            </a:xfrm>
            <a:custGeom>
              <a:avLst/>
              <a:gdLst>
                <a:gd name="T0" fmla="*/ 2147483647 w 237"/>
                <a:gd name="T1" fmla="*/ 2147483647 h 31"/>
                <a:gd name="T2" fmla="*/ 0 w 237"/>
                <a:gd name="T3" fmla="*/ 2147483647 h 31"/>
                <a:gd name="T4" fmla="*/ 0 w 237"/>
                <a:gd name="T5" fmla="*/ 0 h 31"/>
                <a:gd name="T6" fmla="*/ 0 w 237"/>
                <a:gd name="T7" fmla="*/ 0 h 31"/>
                <a:gd name="T8" fmla="*/ 2147483647 w 237"/>
                <a:gd name="T9" fmla="*/ 2147483647 h 31"/>
                <a:gd name="T10" fmla="*/ 2147483647 w 237"/>
                <a:gd name="T11" fmla="*/ 2147483647 h 31"/>
                <a:gd name="T12" fmla="*/ 2147483647 w 237"/>
                <a:gd name="T13" fmla="*/ 2147483647 h 31"/>
                <a:gd name="T14" fmla="*/ 2147483647 w 237"/>
                <a:gd name="T15" fmla="*/ 2147483647 h 31"/>
                <a:gd name="T16" fmla="*/ 0 w 237"/>
                <a:gd name="T17" fmla="*/ 2147483647 h 31"/>
                <a:gd name="T18" fmla="*/ 0 w 237"/>
                <a:gd name="T19" fmla="*/ 2147483647 h 31"/>
                <a:gd name="T20" fmla="*/ 0 w 237"/>
                <a:gd name="T21" fmla="*/ 0 h 31"/>
                <a:gd name="T22" fmla="*/ 2147483647 w 237"/>
                <a:gd name="T23" fmla="*/ 2147483647 h 31"/>
                <a:gd name="T24" fmla="*/ 2147483647 w 237"/>
                <a:gd name="T25" fmla="*/ 214748364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7"/>
                <a:gd name="T40" fmla="*/ 0 h 31"/>
                <a:gd name="T41" fmla="*/ 237 w 237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7" h="31">
                  <a:moveTo>
                    <a:pt x="237" y="23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4" y="23"/>
                  </a:lnTo>
                  <a:lnTo>
                    <a:pt x="54" y="31"/>
                  </a:lnTo>
                  <a:lnTo>
                    <a:pt x="0" y="8"/>
                  </a:lnTo>
                  <a:lnTo>
                    <a:pt x="0" y="0"/>
                  </a:lnTo>
                  <a:lnTo>
                    <a:pt x="237" y="15"/>
                  </a:lnTo>
                  <a:lnTo>
                    <a:pt x="237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9" name="Freeform 309">
              <a:extLst>
                <a:ext uri="{FF2B5EF4-FFF2-40B4-BE49-F238E27FC236}">
                  <a16:creationId xmlns:a16="http://schemas.microsoft.com/office/drawing/2014/main" id="{736363F0-077E-4E59-5CAA-B5916B0A7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850" y="1691034"/>
              <a:ext cx="352425" cy="12700"/>
            </a:xfrm>
            <a:custGeom>
              <a:avLst/>
              <a:gdLst>
                <a:gd name="T0" fmla="*/ 0 w 222"/>
                <a:gd name="T1" fmla="*/ 0 h 8"/>
                <a:gd name="T2" fmla="*/ 2147483647 w 222"/>
                <a:gd name="T3" fmla="*/ 0 h 8"/>
                <a:gd name="T4" fmla="*/ 2147483647 w 222"/>
                <a:gd name="T5" fmla="*/ 0 h 8"/>
                <a:gd name="T6" fmla="*/ 2147483647 w 222"/>
                <a:gd name="T7" fmla="*/ 2147483647 h 8"/>
                <a:gd name="T8" fmla="*/ 2147483647 w 222"/>
                <a:gd name="T9" fmla="*/ 2147483647 h 8"/>
                <a:gd name="T10" fmla="*/ 0 w 222"/>
                <a:gd name="T11" fmla="*/ 2147483647 h 8"/>
                <a:gd name="T12" fmla="*/ 0 w 22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2"/>
                <a:gd name="T22" fmla="*/ 0 h 8"/>
                <a:gd name="T23" fmla="*/ 222 w 222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2" h="8">
                  <a:moveTo>
                    <a:pt x="0" y="0"/>
                  </a:moveTo>
                  <a:lnTo>
                    <a:pt x="199" y="0"/>
                  </a:lnTo>
                  <a:lnTo>
                    <a:pt x="206" y="0"/>
                  </a:lnTo>
                  <a:lnTo>
                    <a:pt x="222" y="8"/>
                  </a:lnTo>
                  <a:lnTo>
                    <a:pt x="199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0" name="Freeform 310">
              <a:extLst>
                <a:ext uri="{FF2B5EF4-FFF2-40B4-BE49-F238E27FC236}">
                  <a16:creationId xmlns:a16="http://schemas.microsoft.com/office/drawing/2014/main" id="{93D6E04E-D135-8C58-E6AC-9C070C03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11113" cy="11113"/>
            </a:xfrm>
            <a:custGeom>
              <a:avLst/>
              <a:gdLst>
                <a:gd name="T0" fmla="*/ 0 w 7"/>
                <a:gd name="T1" fmla="*/ 2147483647 h 7"/>
                <a:gd name="T2" fmla="*/ 0 w 7"/>
                <a:gd name="T3" fmla="*/ 2147483647 h 7"/>
                <a:gd name="T4" fmla="*/ 2147483647 w 7"/>
                <a:gd name="T5" fmla="*/ 0 h 7"/>
                <a:gd name="T6" fmla="*/ 2147483647 w 7"/>
                <a:gd name="T7" fmla="*/ 0 h 7"/>
                <a:gd name="T8" fmla="*/ 0 w 7"/>
                <a:gd name="T9" fmla="*/ 214748364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0" y="7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1" name="Freeform 311">
              <a:extLst>
                <a:ext uri="{FF2B5EF4-FFF2-40B4-BE49-F238E27FC236}">
                  <a16:creationId xmlns:a16="http://schemas.microsoft.com/office/drawing/2014/main" id="{D61838AA-5FEC-95D0-A7B5-774FCE8C7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47625" cy="36513"/>
            </a:xfrm>
            <a:custGeom>
              <a:avLst/>
              <a:gdLst>
                <a:gd name="T0" fmla="*/ 2147483647 w 30"/>
                <a:gd name="T1" fmla="*/ 2147483647 h 23"/>
                <a:gd name="T2" fmla="*/ 2147483647 w 30"/>
                <a:gd name="T3" fmla="*/ 2147483647 h 23"/>
                <a:gd name="T4" fmla="*/ 2147483647 w 30"/>
                <a:gd name="T5" fmla="*/ 0 h 23"/>
                <a:gd name="T6" fmla="*/ 0 w 30"/>
                <a:gd name="T7" fmla="*/ 2147483647 h 23"/>
                <a:gd name="T8" fmla="*/ 2147483647 w 30"/>
                <a:gd name="T9" fmla="*/ 214748364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3" y="23"/>
                  </a:moveTo>
                  <a:lnTo>
                    <a:pt x="30" y="15"/>
                  </a:lnTo>
                  <a:lnTo>
                    <a:pt x="7" y="0"/>
                  </a:lnTo>
                  <a:lnTo>
                    <a:pt x="0" y="7"/>
                  </a:lnTo>
                  <a:lnTo>
                    <a:pt x="23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2" name="Freeform 312">
              <a:extLst>
                <a:ext uri="{FF2B5EF4-FFF2-40B4-BE49-F238E27FC236}">
                  <a16:creationId xmlns:a16="http://schemas.microsoft.com/office/drawing/2014/main" id="{5E330D91-81E0-0AC1-4823-0F725814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09538" cy="146050"/>
            </a:xfrm>
            <a:custGeom>
              <a:avLst/>
              <a:gdLst>
                <a:gd name="T0" fmla="*/ 2147483647 w 69"/>
                <a:gd name="T1" fmla="*/ 0 h 92"/>
                <a:gd name="T2" fmla="*/ 2147483647 w 69"/>
                <a:gd name="T3" fmla="*/ 2147483647 h 92"/>
                <a:gd name="T4" fmla="*/ 2147483647 w 69"/>
                <a:gd name="T5" fmla="*/ 2147483647 h 92"/>
                <a:gd name="T6" fmla="*/ 0 w 69"/>
                <a:gd name="T7" fmla="*/ 0 h 92"/>
                <a:gd name="T8" fmla="*/ 2147483647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92"/>
                <a:gd name="T17" fmla="*/ 69 w 69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92">
                  <a:moveTo>
                    <a:pt x="7" y="0"/>
                  </a:moveTo>
                  <a:lnTo>
                    <a:pt x="69" y="92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3" name="Freeform 313">
              <a:extLst>
                <a:ext uri="{FF2B5EF4-FFF2-40B4-BE49-F238E27FC236}">
                  <a16:creationId xmlns:a16="http://schemas.microsoft.com/office/drawing/2014/main" id="{494C5DEA-2067-4C20-38BF-7253B3660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20650" cy="158750"/>
            </a:xfrm>
            <a:custGeom>
              <a:avLst/>
              <a:gdLst>
                <a:gd name="T0" fmla="*/ 2147483647 w 76"/>
                <a:gd name="T1" fmla="*/ 0 h 100"/>
                <a:gd name="T2" fmla="*/ 2147483647 w 76"/>
                <a:gd name="T3" fmla="*/ 2147483647 h 100"/>
                <a:gd name="T4" fmla="*/ 2147483647 w 76"/>
                <a:gd name="T5" fmla="*/ 2147483647 h 100"/>
                <a:gd name="T6" fmla="*/ 2147483647 w 76"/>
                <a:gd name="T7" fmla="*/ 2147483647 h 100"/>
                <a:gd name="T8" fmla="*/ 2147483647 w 76"/>
                <a:gd name="T9" fmla="*/ 2147483647 h 100"/>
                <a:gd name="T10" fmla="*/ 2147483647 w 76"/>
                <a:gd name="T11" fmla="*/ 2147483647 h 100"/>
                <a:gd name="T12" fmla="*/ 2147483647 w 76"/>
                <a:gd name="T13" fmla="*/ 2147483647 h 100"/>
                <a:gd name="T14" fmla="*/ 0 w 76"/>
                <a:gd name="T15" fmla="*/ 0 h 100"/>
                <a:gd name="T16" fmla="*/ 0 w 76"/>
                <a:gd name="T17" fmla="*/ 0 h 100"/>
                <a:gd name="T18" fmla="*/ 0 w 76"/>
                <a:gd name="T19" fmla="*/ 0 h 100"/>
                <a:gd name="T20" fmla="*/ 2147483647 w 76"/>
                <a:gd name="T21" fmla="*/ 0 h 100"/>
                <a:gd name="T22" fmla="*/ 2147483647 w 76"/>
                <a:gd name="T23" fmla="*/ 2147483647 h 100"/>
                <a:gd name="T24" fmla="*/ 2147483647 w 76"/>
                <a:gd name="T25" fmla="*/ 2147483647 h 100"/>
                <a:gd name="T26" fmla="*/ 2147483647 w 76"/>
                <a:gd name="T27" fmla="*/ 2147483647 h 100"/>
                <a:gd name="T28" fmla="*/ 2147483647 w 76"/>
                <a:gd name="T29" fmla="*/ 2147483647 h 100"/>
                <a:gd name="T30" fmla="*/ 2147483647 w 76"/>
                <a:gd name="T31" fmla="*/ 2147483647 h 100"/>
                <a:gd name="T32" fmla="*/ 2147483647 w 76"/>
                <a:gd name="T33" fmla="*/ 2147483647 h 100"/>
                <a:gd name="T34" fmla="*/ 2147483647 w 76"/>
                <a:gd name="T35" fmla="*/ 2147483647 h 100"/>
                <a:gd name="T36" fmla="*/ 2147483647 w 76"/>
                <a:gd name="T37" fmla="*/ 0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"/>
                <a:gd name="T58" fmla="*/ 0 h 100"/>
                <a:gd name="T59" fmla="*/ 76 w 76"/>
                <a:gd name="T60" fmla="*/ 100 h 10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" h="100">
                  <a:moveTo>
                    <a:pt x="15" y="0"/>
                  </a:moveTo>
                  <a:lnTo>
                    <a:pt x="76" y="92"/>
                  </a:lnTo>
                  <a:lnTo>
                    <a:pt x="69" y="100"/>
                  </a:lnTo>
                  <a:lnTo>
                    <a:pt x="38" y="85"/>
                  </a:lnTo>
                  <a:lnTo>
                    <a:pt x="46" y="85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lnTo>
                    <a:pt x="46" y="77"/>
                  </a:lnTo>
                  <a:lnTo>
                    <a:pt x="38" y="77"/>
                  </a:lnTo>
                  <a:lnTo>
                    <a:pt x="69" y="92"/>
                  </a:lnTo>
                  <a:lnTo>
                    <a:pt x="69" y="100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4" name="Freeform 314">
              <a:extLst>
                <a:ext uri="{FF2B5EF4-FFF2-40B4-BE49-F238E27FC236}">
                  <a16:creationId xmlns:a16="http://schemas.microsoft.com/office/drawing/2014/main" id="{1C01B904-2112-D8A7-76EB-2739CDEF4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2147483647 w 15"/>
                <a:gd name="T3" fmla="*/ 0 h 8"/>
                <a:gd name="T4" fmla="*/ 2147483647 w 15"/>
                <a:gd name="T5" fmla="*/ 0 h 8"/>
                <a:gd name="T6" fmla="*/ 2147483647 w 15"/>
                <a:gd name="T7" fmla="*/ 0 h 8"/>
                <a:gd name="T8" fmla="*/ 2147483647 w 15"/>
                <a:gd name="T9" fmla="*/ 2147483647 h 8"/>
                <a:gd name="T10" fmla="*/ 0 w 15"/>
                <a:gd name="T11" fmla="*/ 2147483647 h 8"/>
                <a:gd name="T12" fmla="*/ 0 w 1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8"/>
                <a:gd name="T23" fmla="*/ 15 w 15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5" y="0"/>
                  </a:lnTo>
                  <a:lnTo>
                    <a:pt x="7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5" name="Freeform 315">
              <a:extLst>
                <a:ext uri="{FF2B5EF4-FFF2-40B4-BE49-F238E27FC236}">
                  <a16:creationId xmlns:a16="http://schemas.microsoft.com/office/drawing/2014/main" id="{994BE7BA-60EE-091A-941A-E8496CDFA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23813" cy="25400"/>
            </a:xfrm>
            <a:custGeom>
              <a:avLst/>
              <a:gdLst>
                <a:gd name="T0" fmla="*/ 0 w 15"/>
                <a:gd name="T1" fmla="*/ 2147483647 h 16"/>
                <a:gd name="T2" fmla="*/ 0 w 15"/>
                <a:gd name="T3" fmla="*/ 2147483647 h 16"/>
                <a:gd name="T4" fmla="*/ 2147483647 w 15"/>
                <a:gd name="T5" fmla="*/ 2147483647 h 16"/>
                <a:gd name="T6" fmla="*/ 2147483647 w 15"/>
                <a:gd name="T7" fmla="*/ 0 h 16"/>
                <a:gd name="T8" fmla="*/ 0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0" y="8"/>
                  </a:moveTo>
                  <a:lnTo>
                    <a:pt x="0" y="16"/>
                  </a:lnTo>
                  <a:lnTo>
                    <a:pt x="15" y="8"/>
                  </a:lnTo>
                  <a:lnTo>
                    <a:pt x="15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6" name="Freeform 316">
              <a:extLst>
                <a:ext uri="{FF2B5EF4-FFF2-40B4-BE49-F238E27FC236}">
                  <a16:creationId xmlns:a16="http://schemas.microsoft.com/office/drawing/2014/main" id="{2053BCA9-5F36-2A8E-515A-418735616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1618009"/>
              <a:ext cx="73025" cy="73025"/>
            </a:xfrm>
            <a:custGeom>
              <a:avLst/>
              <a:gdLst>
                <a:gd name="T0" fmla="*/ 2147483647 w 46"/>
                <a:gd name="T1" fmla="*/ 2147483647 h 46"/>
                <a:gd name="T2" fmla="*/ 2147483647 w 46"/>
                <a:gd name="T3" fmla="*/ 2147483647 h 46"/>
                <a:gd name="T4" fmla="*/ 2147483647 w 46"/>
                <a:gd name="T5" fmla="*/ 2147483647 h 46"/>
                <a:gd name="T6" fmla="*/ 2147483647 w 46"/>
                <a:gd name="T7" fmla="*/ 2147483647 h 46"/>
                <a:gd name="T8" fmla="*/ 0 w 46"/>
                <a:gd name="T9" fmla="*/ 2147483647 h 46"/>
                <a:gd name="T10" fmla="*/ 2147483647 w 46"/>
                <a:gd name="T11" fmla="*/ 2147483647 h 46"/>
                <a:gd name="T12" fmla="*/ 0 w 46"/>
                <a:gd name="T13" fmla="*/ 0 h 46"/>
                <a:gd name="T14" fmla="*/ 0 w 46"/>
                <a:gd name="T15" fmla="*/ 0 h 46"/>
                <a:gd name="T16" fmla="*/ 2147483647 w 46"/>
                <a:gd name="T17" fmla="*/ 2147483647 h 46"/>
                <a:gd name="T18" fmla="*/ 2147483647 w 46"/>
                <a:gd name="T19" fmla="*/ 2147483647 h 46"/>
                <a:gd name="T20" fmla="*/ 2147483647 w 46"/>
                <a:gd name="T21" fmla="*/ 2147483647 h 46"/>
                <a:gd name="T22" fmla="*/ 2147483647 w 46"/>
                <a:gd name="T23" fmla="*/ 2147483647 h 46"/>
                <a:gd name="T24" fmla="*/ 2147483647 w 46"/>
                <a:gd name="T25" fmla="*/ 2147483647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6"/>
                <a:gd name="T41" fmla="*/ 46 w 46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6">
                  <a:moveTo>
                    <a:pt x="31" y="46"/>
                  </a:moveTo>
                  <a:lnTo>
                    <a:pt x="23" y="23"/>
                  </a:lnTo>
                  <a:lnTo>
                    <a:pt x="31" y="23"/>
                  </a:lnTo>
                  <a:lnTo>
                    <a:pt x="0" y="15"/>
                  </a:lnTo>
                  <a:lnTo>
                    <a:pt x="8" y="15"/>
                  </a:lnTo>
                  <a:lnTo>
                    <a:pt x="0" y="0"/>
                  </a:lnTo>
                  <a:lnTo>
                    <a:pt x="31" y="8"/>
                  </a:lnTo>
                  <a:lnTo>
                    <a:pt x="38" y="15"/>
                  </a:lnTo>
                  <a:lnTo>
                    <a:pt x="46" y="38"/>
                  </a:lnTo>
                  <a:lnTo>
                    <a:pt x="31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7" name="Freeform 317">
              <a:extLst>
                <a:ext uri="{FF2B5EF4-FFF2-40B4-BE49-F238E27FC236}">
                  <a16:creationId xmlns:a16="http://schemas.microsoft.com/office/drawing/2014/main" id="{384068B2-CB32-B097-A05A-B1664EA7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618009"/>
              <a:ext cx="61913" cy="36513"/>
            </a:xfrm>
            <a:custGeom>
              <a:avLst/>
              <a:gdLst>
                <a:gd name="T0" fmla="*/ 2147483647 w 39"/>
                <a:gd name="T1" fmla="*/ 2147483647 h 23"/>
                <a:gd name="T2" fmla="*/ 2147483647 w 39"/>
                <a:gd name="T3" fmla="*/ 2147483647 h 23"/>
                <a:gd name="T4" fmla="*/ 2147483647 w 39"/>
                <a:gd name="T5" fmla="*/ 2147483647 h 23"/>
                <a:gd name="T6" fmla="*/ 0 w 39"/>
                <a:gd name="T7" fmla="*/ 2147483647 h 23"/>
                <a:gd name="T8" fmla="*/ 2147483647 w 39"/>
                <a:gd name="T9" fmla="*/ 2147483647 h 23"/>
                <a:gd name="T10" fmla="*/ 2147483647 w 39"/>
                <a:gd name="T11" fmla="*/ 0 h 23"/>
                <a:gd name="T12" fmla="*/ 2147483647 w 39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"/>
                <a:gd name="T22" fmla="*/ 0 h 23"/>
                <a:gd name="T23" fmla="*/ 39 w 39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" h="23">
                  <a:moveTo>
                    <a:pt x="39" y="15"/>
                  </a:moveTo>
                  <a:lnTo>
                    <a:pt x="16" y="23"/>
                  </a:lnTo>
                  <a:lnTo>
                    <a:pt x="16" y="15"/>
                  </a:lnTo>
                  <a:lnTo>
                    <a:pt x="0" y="15"/>
                  </a:lnTo>
                  <a:lnTo>
                    <a:pt x="8" y="8"/>
                  </a:lnTo>
                  <a:lnTo>
                    <a:pt x="31" y="0"/>
                  </a:lnTo>
                  <a:lnTo>
                    <a:pt x="39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8" name="Rectangle 318">
              <a:extLst>
                <a:ext uri="{FF2B5EF4-FFF2-40B4-BE49-F238E27FC236}">
                  <a16:creationId xmlns:a16="http://schemas.microsoft.com/office/drawing/2014/main" id="{D7C449A8-B291-D481-58C1-210C7E728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1691034"/>
              <a:ext cx="238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19" name="Freeform 319">
              <a:extLst>
                <a:ext uri="{FF2B5EF4-FFF2-40B4-BE49-F238E27FC236}">
                  <a16:creationId xmlns:a16="http://schemas.microsoft.com/office/drawing/2014/main" id="{9E9DA64B-6112-D0E4-6E5A-DD25D006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41822"/>
              <a:ext cx="36513" cy="49213"/>
            </a:xfrm>
            <a:custGeom>
              <a:avLst/>
              <a:gdLst>
                <a:gd name="T0" fmla="*/ 2147483647 w 23"/>
                <a:gd name="T1" fmla="*/ 0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0"/>
                  </a:moveTo>
                  <a:lnTo>
                    <a:pt x="7" y="0"/>
                  </a:lnTo>
                  <a:lnTo>
                    <a:pt x="0" y="31"/>
                  </a:lnTo>
                  <a:lnTo>
                    <a:pt x="15" y="31"/>
                  </a:lnTo>
                  <a:lnTo>
                    <a:pt x="23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0" name="Freeform 320">
              <a:extLst>
                <a:ext uri="{FF2B5EF4-FFF2-40B4-BE49-F238E27FC236}">
                  <a16:creationId xmlns:a16="http://schemas.microsoft.com/office/drawing/2014/main" id="{0332D308-79DC-2158-1A08-38429D41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1714847"/>
              <a:ext cx="23813" cy="25400"/>
            </a:xfrm>
            <a:custGeom>
              <a:avLst/>
              <a:gdLst>
                <a:gd name="T0" fmla="*/ 2147483647 w 15"/>
                <a:gd name="T1" fmla="*/ 0 h 16"/>
                <a:gd name="T2" fmla="*/ 2147483647 w 15"/>
                <a:gd name="T3" fmla="*/ 0 h 16"/>
                <a:gd name="T4" fmla="*/ 0 w 15"/>
                <a:gd name="T5" fmla="*/ 2147483647 h 16"/>
                <a:gd name="T6" fmla="*/ 2147483647 w 15"/>
                <a:gd name="T7" fmla="*/ 2147483647 h 16"/>
                <a:gd name="T8" fmla="*/ 2147483647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0"/>
                  </a:moveTo>
                  <a:lnTo>
                    <a:pt x="8" y="0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1" name="Freeform 321">
              <a:extLst>
                <a:ext uri="{FF2B5EF4-FFF2-40B4-BE49-F238E27FC236}">
                  <a16:creationId xmlns:a16="http://schemas.microsoft.com/office/drawing/2014/main" id="{5AA579FD-0A2C-867B-9EF3-E8058F82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14847"/>
              <a:ext cx="47625" cy="36513"/>
            </a:xfrm>
            <a:custGeom>
              <a:avLst/>
              <a:gdLst>
                <a:gd name="T0" fmla="*/ 2147483647 w 30"/>
                <a:gd name="T1" fmla="*/ 0 h 23"/>
                <a:gd name="T2" fmla="*/ 0 w 30"/>
                <a:gd name="T3" fmla="*/ 2147483647 h 23"/>
                <a:gd name="T4" fmla="*/ 2147483647 w 30"/>
                <a:gd name="T5" fmla="*/ 2147483647 h 23"/>
                <a:gd name="T6" fmla="*/ 2147483647 w 30"/>
                <a:gd name="T7" fmla="*/ 2147483647 h 23"/>
                <a:gd name="T8" fmla="*/ 2147483647 w 30"/>
                <a:gd name="T9" fmla="*/ 2147483647 h 23"/>
                <a:gd name="T10" fmla="*/ 2147483647 w 30"/>
                <a:gd name="T11" fmla="*/ 2147483647 h 23"/>
                <a:gd name="T12" fmla="*/ 2147483647 w 3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23"/>
                <a:gd name="T23" fmla="*/ 30 w 30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23">
                  <a:moveTo>
                    <a:pt x="7" y="0"/>
                  </a:moveTo>
                  <a:lnTo>
                    <a:pt x="0" y="16"/>
                  </a:lnTo>
                  <a:lnTo>
                    <a:pt x="15" y="23"/>
                  </a:lnTo>
                  <a:lnTo>
                    <a:pt x="23" y="23"/>
                  </a:lnTo>
                  <a:lnTo>
                    <a:pt x="30" y="8"/>
                  </a:lnTo>
                  <a:lnTo>
                    <a:pt x="23" y="8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2" name="Freeform 322">
              <a:extLst>
                <a:ext uri="{FF2B5EF4-FFF2-40B4-BE49-F238E27FC236}">
                  <a16:creationId xmlns:a16="http://schemas.microsoft.com/office/drawing/2014/main" id="{04D7BAC9-8239-79BD-6400-EF7AA34F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0 w 15"/>
                <a:gd name="T5" fmla="*/ 2147483647 h 16"/>
                <a:gd name="T6" fmla="*/ 0 w 15"/>
                <a:gd name="T7" fmla="*/ 0 h 16"/>
                <a:gd name="T8" fmla="*/ 2147483647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8"/>
                  </a:moveTo>
                  <a:lnTo>
                    <a:pt x="15" y="16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3" name="Freeform 323">
              <a:extLst>
                <a:ext uri="{FF2B5EF4-FFF2-40B4-BE49-F238E27FC236}">
                  <a16:creationId xmlns:a16="http://schemas.microsoft.com/office/drawing/2014/main" id="{A17F9488-5B49-660F-F7F1-4FA524944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40247"/>
              <a:ext cx="36513" cy="47625"/>
            </a:xfrm>
            <a:custGeom>
              <a:avLst/>
              <a:gdLst>
                <a:gd name="T0" fmla="*/ 2147483647 w 23"/>
                <a:gd name="T1" fmla="*/ 2147483647 h 30"/>
                <a:gd name="T2" fmla="*/ 2147483647 w 23"/>
                <a:gd name="T3" fmla="*/ 0 h 30"/>
                <a:gd name="T4" fmla="*/ 0 w 23"/>
                <a:gd name="T5" fmla="*/ 2147483647 h 30"/>
                <a:gd name="T6" fmla="*/ 2147483647 w 23"/>
                <a:gd name="T7" fmla="*/ 2147483647 h 30"/>
                <a:gd name="T8" fmla="*/ 2147483647 w 23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0"/>
                <a:gd name="T17" fmla="*/ 23 w 2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0">
                  <a:moveTo>
                    <a:pt x="23" y="7"/>
                  </a:moveTo>
                  <a:lnTo>
                    <a:pt x="7" y="0"/>
                  </a:lnTo>
                  <a:lnTo>
                    <a:pt x="0" y="22"/>
                  </a:lnTo>
                  <a:lnTo>
                    <a:pt x="15" y="30"/>
                  </a:lnTo>
                  <a:lnTo>
                    <a:pt x="23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4" name="Freeform 324">
              <a:extLst>
                <a:ext uri="{FF2B5EF4-FFF2-40B4-BE49-F238E27FC236}">
                  <a16:creationId xmlns:a16="http://schemas.microsoft.com/office/drawing/2014/main" id="{4506F732-FC24-EE84-D9F7-C1069FAA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5" y="1691034"/>
              <a:ext cx="25400" cy="23813"/>
            </a:xfrm>
            <a:custGeom>
              <a:avLst/>
              <a:gdLst>
                <a:gd name="T0" fmla="*/ 0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0 h 15"/>
                <a:gd name="T6" fmla="*/ 2147483647 w 16"/>
                <a:gd name="T7" fmla="*/ 0 h 15"/>
                <a:gd name="T8" fmla="*/ 0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0" y="15"/>
                  </a:moveTo>
                  <a:lnTo>
                    <a:pt x="8" y="15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5" name="Freeform 325">
              <a:extLst>
                <a:ext uri="{FF2B5EF4-FFF2-40B4-BE49-F238E27FC236}">
                  <a16:creationId xmlns:a16="http://schemas.microsoft.com/office/drawing/2014/main" id="{F56E748F-D3CD-B503-E37B-FE6CF6C7D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300" y="1678334"/>
              <a:ext cx="60325" cy="36513"/>
            </a:xfrm>
            <a:custGeom>
              <a:avLst/>
              <a:gdLst>
                <a:gd name="T0" fmla="*/ 2147483647 w 38"/>
                <a:gd name="T1" fmla="*/ 2147483647 h 23"/>
                <a:gd name="T2" fmla="*/ 2147483647 w 38"/>
                <a:gd name="T3" fmla="*/ 2147483647 h 23"/>
                <a:gd name="T4" fmla="*/ 2147483647 w 38"/>
                <a:gd name="T5" fmla="*/ 0 h 23"/>
                <a:gd name="T6" fmla="*/ 0 w 38"/>
                <a:gd name="T7" fmla="*/ 0 h 23"/>
                <a:gd name="T8" fmla="*/ 0 w 38"/>
                <a:gd name="T9" fmla="*/ 2147483647 h 23"/>
                <a:gd name="T10" fmla="*/ 2147483647 w 38"/>
                <a:gd name="T11" fmla="*/ 2147483647 h 23"/>
                <a:gd name="T12" fmla="*/ 2147483647 w 38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23"/>
                <a:gd name="T23" fmla="*/ 38 w 38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23">
                  <a:moveTo>
                    <a:pt x="30" y="23"/>
                  </a:moveTo>
                  <a:lnTo>
                    <a:pt x="38" y="8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16"/>
                  </a:lnTo>
                  <a:lnTo>
                    <a:pt x="3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6" name="Freeform 326">
              <a:extLst>
                <a:ext uri="{FF2B5EF4-FFF2-40B4-BE49-F238E27FC236}">
                  <a16:creationId xmlns:a16="http://schemas.microsoft.com/office/drawing/2014/main" id="{9A35651D-CC53-8BC0-A455-C17A8DE2B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727547"/>
              <a:ext cx="23813" cy="23813"/>
            </a:xfrm>
            <a:custGeom>
              <a:avLst/>
              <a:gdLst>
                <a:gd name="T0" fmla="*/ 2147483647 w 15"/>
                <a:gd name="T1" fmla="*/ 2147483647 h 15"/>
                <a:gd name="T2" fmla="*/ 2147483647 w 15"/>
                <a:gd name="T3" fmla="*/ 2147483647 h 15"/>
                <a:gd name="T4" fmla="*/ 0 w 15"/>
                <a:gd name="T5" fmla="*/ 2147483647 h 15"/>
                <a:gd name="T6" fmla="*/ 0 w 15"/>
                <a:gd name="T7" fmla="*/ 0 h 15"/>
                <a:gd name="T8" fmla="*/ 2147483647 w 15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5"/>
                <a:gd name="T17" fmla="*/ 15 w 1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5">
                  <a:moveTo>
                    <a:pt x="15" y="8"/>
                  </a:moveTo>
                  <a:lnTo>
                    <a:pt x="15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7" name="Freeform 327">
              <a:extLst>
                <a:ext uri="{FF2B5EF4-FFF2-40B4-BE49-F238E27FC236}">
                  <a16:creationId xmlns:a16="http://schemas.microsoft.com/office/drawing/2014/main" id="{2FB1C415-0A48-2015-BDB6-04D2C109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691034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8"/>
                  </a:moveTo>
                  <a:lnTo>
                    <a:pt x="8" y="0"/>
                  </a:lnTo>
                  <a:lnTo>
                    <a:pt x="0" y="23"/>
                  </a:lnTo>
                  <a:lnTo>
                    <a:pt x="15" y="31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8" name="Rectangle 328">
              <a:extLst>
                <a:ext uri="{FF2B5EF4-FFF2-40B4-BE49-F238E27FC236}">
                  <a16:creationId xmlns:a16="http://schemas.microsoft.com/office/drawing/2014/main" id="{9BF6C0C3-DF13-8CF6-38BD-E02C3E67F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775" y="1302097"/>
              <a:ext cx="6778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SYSTEM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29" name="Freeform 329">
              <a:extLst>
                <a:ext uri="{FF2B5EF4-FFF2-40B4-BE49-F238E27FC236}">
                  <a16:creationId xmlns:a16="http://schemas.microsoft.com/office/drawing/2014/main" id="{9E54B930-7056-56E8-4C6B-A6866B58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613" y="1205259"/>
              <a:ext cx="6583363" cy="4598988"/>
            </a:xfrm>
            <a:custGeom>
              <a:avLst/>
              <a:gdLst>
                <a:gd name="T0" fmla="*/ 2147483647 w 4147"/>
                <a:gd name="T1" fmla="*/ 2147483647 h 2897"/>
                <a:gd name="T2" fmla="*/ 2147483647 w 4147"/>
                <a:gd name="T3" fmla="*/ 2147483647 h 2897"/>
                <a:gd name="T4" fmla="*/ 2147483647 w 4147"/>
                <a:gd name="T5" fmla="*/ 2147483647 h 2897"/>
                <a:gd name="T6" fmla="*/ 2147483647 w 4147"/>
                <a:gd name="T7" fmla="*/ 2147483647 h 2897"/>
                <a:gd name="T8" fmla="*/ 2147483647 w 4147"/>
                <a:gd name="T9" fmla="*/ 2147483647 h 2897"/>
                <a:gd name="T10" fmla="*/ 2147483647 w 4147"/>
                <a:gd name="T11" fmla="*/ 2147483647 h 2897"/>
                <a:gd name="T12" fmla="*/ 2147483647 w 4147"/>
                <a:gd name="T13" fmla="*/ 2147483647 h 2897"/>
                <a:gd name="T14" fmla="*/ 2147483647 w 4147"/>
                <a:gd name="T15" fmla="*/ 2147483647 h 2897"/>
                <a:gd name="T16" fmla="*/ 2147483647 w 4147"/>
                <a:gd name="T17" fmla="*/ 2147483647 h 2897"/>
                <a:gd name="T18" fmla="*/ 2147483647 w 4147"/>
                <a:gd name="T19" fmla="*/ 2147483647 h 2897"/>
                <a:gd name="T20" fmla="*/ 2147483647 w 4147"/>
                <a:gd name="T21" fmla="*/ 2147483647 h 2897"/>
                <a:gd name="T22" fmla="*/ 2147483647 w 4147"/>
                <a:gd name="T23" fmla="*/ 2147483647 h 2897"/>
                <a:gd name="T24" fmla="*/ 2147483647 w 4147"/>
                <a:gd name="T25" fmla="*/ 2147483647 h 2897"/>
                <a:gd name="T26" fmla="*/ 2147483647 w 4147"/>
                <a:gd name="T27" fmla="*/ 2147483647 h 2897"/>
                <a:gd name="T28" fmla="*/ 2147483647 w 4147"/>
                <a:gd name="T29" fmla="*/ 2147483647 h 2897"/>
                <a:gd name="T30" fmla="*/ 2147483647 w 4147"/>
                <a:gd name="T31" fmla="*/ 2147483647 h 2897"/>
                <a:gd name="T32" fmla="*/ 2147483647 w 4147"/>
                <a:gd name="T33" fmla="*/ 2147483647 h 2897"/>
                <a:gd name="T34" fmla="*/ 2147483647 w 4147"/>
                <a:gd name="T35" fmla="*/ 2147483647 h 2897"/>
                <a:gd name="T36" fmla="*/ 2147483647 w 4147"/>
                <a:gd name="T37" fmla="*/ 2147483647 h 2897"/>
                <a:gd name="T38" fmla="*/ 2147483647 w 4147"/>
                <a:gd name="T39" fmla="*/ 2147483647 h 2897"/>
                <a:gd name="T40" fmla="*/ 2147483647 w 4147"/>
                <a:gd name="T41" fmla="*/ 2147483647 h 2897"/>
                <a:gd name="T42" fmla="*/ 2147483647 w 4147"/>
                <a:gd name="T43" fmla="*/ 2147483647 h 2897"/>
                <a:gd name="T44" fmla="*/ 2147483647 w 4147"/>
                <a:gd name="T45" fmla="*/ 2147483647 h 2897"/>
                <a:gd name="T46" fmla="*/ 2147483647 w 4147"/>
                <a:gd name="T47" fmla="*/ 2147483647 h 2897"/>
                <a:gd name="T48" fmla="*/ 2147483647 w 4147"/>
                <a:gd name="T49" fmla="*/ 0 h 2897"/>
                <a:gd name="T50" fmla="*/ 2147483647 w 4147"/>
                <a:gd name="T51" fmla="*/ 0 h 2897"/>
                <a:gd name="T52" fmla="*/ 2147483647 w 4147"/>
                <a:gd name="T53" fmla="*/ 2147483647 h 2897"/>
                <a:gd name="T54" fmla="*/ 2147483647 w 4147"/>
                <a:gd name="T55" fmla="*/ 2147483647 h 2897"/>
                <a:gd name="T56" fmla="*/ 2147483647 w 4147"/>
                <a:gd name="T57" fmla="*/ 2147483647 h 2897"/>
                <a:gd name="T58" fmla="*/ 2147483647 w 4147"/>
                <a:gd name="T59" fmla="*/ 2147483647 h 2897"/>
                <a:gd name="T60" fmla="*/ 2147483647 w 4147"/>
                <a:gd name="T61" fmla="*/ 2147483647 h 2897"/>
                <a:gd name="T62" fmla="*/ 2147483647 w 4147"/>
                <a:gd name="T63" fmla="*/ 2147483647 h 2897"/>
                <a:gd name="T64" fmla="*/ 2147483647 w 4147"/>
                <a:gd name="T65" fmla="*/ 2147483647 h 2897"/>
                <a:gd name="T66" fmla="*/ 2147483647 w 4147"/>
                <a:gd name="T67" fmla="*/ 2147483647 h 2897"/>
                <a:gd name="T68" fmla="*/ 2147483647 w 4147"/>
                <a:gd name="T69" fmla="*/ 2147483647 h 2897"/>
                <a:gd name="T70" fmla="*/ 2147483647 w 4147"/>
                <a:gd name="T71" fmla="*/ 2147483647 h 2897"/>
                <a:gd name="T72" fmla="*/ 2147483647 w 4147"/>
                <a:gd name="T73" fmla="*/ 2147483647 h 2897"/>
                <a:gd name="T74" fmla="*/ 2147483647 w 4147"/>
                <a:gd name="T75" fmla="*/ 2147483647 h 2897"/>
                <a:gd name="T76" fmla="*/ 2147483647 w 4147"/>
                <a:gd name="T77" fmla="*/ 2147483647 h 2897"/>
                <a:gd name="T78" fmla="*/ 2147483647 w 4147"/>
                <a:gd name="T79" fmla="*/ 2147483647 h 2897"/>
                <a:gd name="T80" fmla="*/ 2147483647 w 4147"/>
                <a:gd name="T81" fmla="*/ 2147483647 h 2897"/>
                <a:gd name="T82" fmla="*/ 0 w 4147"/>
                <a:gd name="T83" fmla="*/ 2147483647 h 2897"/>
                <a:gd name="T84" fmla="*/ 0 w 4147"/>
                <a:gd name="T85" fmla="*/ 2147483647 h 2897"/>
                <a:gd name="T86" fmla="*/ 0 w 4147"/>
                <a:gd name="T87" fmla="*/ 2147483647 h 2897"/>
                <a:gd name="T88" fmla="*/ 2147483647 w 4147"/>
                <a:gd name="T89" fmla="*/ 2147483647 h 2897"/>
                <a:gd name="T90" fmla="*/ 2147483647 w 4147"/>
                <a:gd name="T91" fmla="*/ 2147483647 h 2897"/>
                <a:gd name="T92" fmla="*/ 2147483647 w 4147"/>
                <a:gd name="T93" fmla="*/ 2147483647 h 2897"/>
                <a:gd name="T94" fmla="*/ 2147483647 w 4147"/>
                <a:gd name="T95" fmla="*/ 0 h 289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47"/>
                <a:gd name="T145" fmla="*/ 0 h 2897"/>
                <a:gd name="T146" fmla="*/ 4147 w 4147"/>
                <a:gd name="T147" fmla="*/ 2897 h 289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47" h="2897">
                  <a:moveTo>
                    <a:pt x="145" y="16"/>
                  </a:moveTo>
                  <a:lnTo>
                    <a:pt x="91" y="23"/>
                  </a:lnTo>
                  <a:lnTo>
                    <a:pt x="99" y="23"/>
                  </a:lnTo>
                  <a:lnTo>
                    <a:pt x="53" y="54"/>
                  </a:lnTo>
                  <a:lnTo>
                    <a:pt x="23" y="92"/>
                  </a:lnTo>
                  <a:lnTo>
                    <a:pt x="23" y="84"/>
                  </a:lnTo>
                  <a:lnTo>
                    <a:pt x="15" y="145"/>
                  </a:lnTo>
                  <a:lnTo>
                    <a:pt x="15" y="1445"/>
                  </a:lnTo>
                  <a:lnTo>
                    <a:pt x="15" y="2752"/>
                  </a:lnTo>
                  <a:lnTo>
                    <a:pt x="23" y="2805"/>
                  </a:lnTo>
                  <a:lnTo>
                    <a:pt x="53" y="2851"/>
                  </a:lnTo>
                  <a:lnTo>
                    <a:pt x="53" y="2844"/>
                  </a:lnTo>
                  <a:lnTo>
                    <a:pt x="99" y="2874"/>
                  </a:lnTo>
                  <a:lnTo>
                    <a:pt x="91" y="2874"/>
                  </a:lnTo>
                  <a:lnTo>
                    <a:pt x="145" y="2882"/>
                  </a:lnTo>
                  <a:lnTo>
                    <a:pt x="2073" y="2882"/>
                  </a:lnTo>
                  <a:lnTo>
                    <a:pt x="4002" y="2882"/>
                  </a:lnTo>
                  <a:lnTo>
                    <a:pt x="4055" y="2874"/>
                  </a:lnTo>
                  <a:lnTo>
                    <a:pt x="4101" y="2844"/>
                  </a:lnTo>
                  <a:lnTo>
                    <a:pt x="4094" y="2851"/>
                  </a:lnTo>
                  <a:lnTo>
                    <a:pt x="4124" y="2805"/>
                  </a:lnTo>
                  <a:lnTo>
                    <a:pt x="4132" y="2752"/>
                  </a:lnTo>
                  <a:lnTo>
                    <a:pt x="4132" y="1445"/>
                  </a:lnTo>
                  <a:lnTo>
                    <a:pt x="4132" y="145"/>
                  </a:lnTo>
                  <a:lnTo>
                    <a:pt x="4124" y="84"/>
                  </a:lnTo>
                  <a:lnTo>
                    <a:pt x="4124" y="92"/>
                  </a:lnTo>
                  <a:lnTo>
                    <a:pt x="4094" y="54"/>
                  </a:lnTo>
                  <a:lnTo>
                    <a:pt x="4101" y="54"/>
                  </a:lnTo>
                  <a:lnTo>
                    <a:pt x="4055" y="23"/>
                  </a:lnTo>
                  <a:lnTo>
                    <a:pt x="4002" y="16"/>
                  </a:lnTo>
                  <a:lnTo>
                    <a:pt x="2073" y="16"/>
                  </a:lnTo>
                  <a:lnTo>
                    <a:pt x="145" y="16"/>
                  </a:lnTo>
                  <a:lnTo>
                    <a:pt x="145" y="0"/>
                  </a:lnTo>
                  <a:lnTo>
                    <a:pt x="2073" y="0"/>
                  </a:lnTo>
                  <a:lnTo>
                    <a:pt x="4002" y="0"/>
                  </a:lnTo>
                  <a:lnTo>
                    <a:pt x="4055" y="8"/>
                  </a:lnTo>
                  <a:lnTo>
                    <a:pt x="4063" y="8"/>
                  </a:lnTo>
                  <a:lnTo>
                    <a:pt x="4109" y="38"/>
                  </a:lnTo>
                  <a:lnTo>
                    <a:pt x="4109" y="46"/>
                  </a:lnTo>
                  <a:lnTo>
                    <a:pt x="4139" y="84"/>
                  </a:lnTo>
                  <a:lnTo>
                    <a:pt x="4147" y="145"/>
                  </a:lnTo>
                  <a:lnTo>
                    <a:pt x="4147" y="1445"/>
                  </a:lnTo>
                  <a:lnTo>
                    <a:pt x="4147" y="2752"/>
                  </a:lnTo>
                  <a:lnTo>
                    <a:pt x="4139" y="2805"/>
                  </a:lnTo>
                  <a:lnTo>
                    <a:pt x="4139" y="2813"/>
                  </a:lnTo>
                  <a:lnTo>
                    <a:pt x="4109" y="2859"/>
                  </a:lnTo>
                  <a:lnTo>
                    <a:pt x="4063" y="2889"/>
                  </a:lnTo>
                  <a:lnTo>
                    <a:pt x="4055" y="2889"/>
                  </a:lnTo>
                  <a:lnTo>
                    <a:pt x="4002" y="2897"/>
                  </a:lnTo>
                  <a:lnTo>
                    <a:pt x="2073" y="2897"/>
                  </a:lnTo>
                  <a:lnTo>
                    <a:pt x="145" y="2897"/>
                  </a:lnTo>
                  <a:lnTo>
                    <a:pt x="91" y="2889"/>
                  </a:lnTo>
                  <a:lnTo>
                    <a:pt x="46" y="2859"/>
                  </a:lnTo>
                  <a:lnTo>
                    <a:pt x="38" y="2859"/>
                  </a:lnTo>
                  <a:lnTo>
                    <a:pt x="7" y="2813"/>
                  </a:lnTo>
                  <a:lnTo>
                    <a:pt x="7" y="2805"/>
                  </a:lnTo>
                  <a:lnTo>
                    <a:pt x="0" y="2752"/>
                  </a:lnTo>
                  <a:lnTo>
                    <a:pt x="0" y="1445"/>
                  </a:lnTo>
                  <a:lnTo>
                    <a:pt x="0" y="145"/>
                  </a:lnTo>
                  <a:lnTo>
                    <a:pt x="7" y="84"/>
                  </a:lnTo>
                  <a:lnTo>
                    <a:pt x="38" y="46"/>
                  </a:lnTo>
                  <a:lnTo>
                    <a:pt x="46" y="38"/>
                  </a:lnTo>
                  <a:lnTo>
                    <a:pt x="91" y="8"/>
                  </a:lnTo>
                  <a:lnTo>
                    <a:pt x="145" y="0"/>
                  </a:lnTo>
                  <a:lnTo>
                    <a:pt x="145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0" name="Freeform 330">
              <a:extLst>
                <a:ext uri="{FF2B5EF4-FFF2-40B4-BE49-F238E27FC236}">
                  <a16:creationId xmlns:a16="http://schemas.microsoft.com/office/drawing/2014/main" id="{D85CEF77-4576-AC49-BF97-3331FEB3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1205259"/>
              <a:ext cx="1588" cy="25400"/>
            </a:xfrm>
            <a:custGeom>
              <a:avLst/>
              <a:gdLst>
                <a:gd name="T0" fmla="*/ 0 w 1"/>
                <a:gd name="T1" fmla="*/ 2147483647 h 16"/>
                <a:gd name="T2" fmla="*/ 0 w 1"/>
                <a:gd name="T3" fmla="*/ 2147483647 h 16"/>
                <a:gd name="T4" fmla="*/ 0 w 1"/>
                <a:gd name="T5" fmla="*/ 2147483647 h 16"/>
                <a:gd name="T6" fmla="*/ 0 w 1"/>
                <a:gd name="T7" fmla="*/ 0 h 16"/>
                <a:gd name="T8" fmla="*/ 0 w 1"/>
                <a:gd name="T9" fmla="*/ 0 h 16"/>
                <a:gd name="T10" fmla="*/ 0 w 1"/>
                <a:gd name="T11" fmla="*/ 0 h 16"/>
                <a:gd name="T12" fmla="*/ 0 w 1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16"/>
                <a:gd name="T23" fmla="*/ 1 w 1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16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1" name="Freeform 331">
              <a:extLst>
                <a:ext uri="{FF2B5EF4-FFF2-40B4-BE49-F238E27FC236}">
                  <a16:creationId xmlns:a16="http://schemas.microsoft.com/office/drawing/2014/main" id="{8F47186D-C6C6-469B-2E83-7161EE1EC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2321272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2" name="Freeform 332">
              <a:extLst>
                <a:ext uri="{FF2B5EF4-FFF2-40B4-BE49-F238E27FC236}">
                  <a16:creationId xmlns:a16="http://schemas.microsoft.com/office/drawing/2014/main" id="{1F1B37A1-B03C-722A-C095-A698D4B38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3207097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3" name="Freeform 333">
              <a:extLst>
                <a:ext uri="{FF2B5EF4-FFF2-40B4-BE49-F238E27FC236}">
                  <a16:creationId xmlns:a16="http://schemas.microsoft.com/office/drawing/2014/main" id="{9462E921-187E-44CA-6D20-9A8056EE7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52425" cy="849313"/>
            </a:xfrm>
            <a:custGeom>
              <a:avLst/>
              <a:gdLst>
                <a:gd name="T0" fmla="*/ 0 w 222"/>
                <a:gd name="T1" fmla="*/ 0 h 535"/>
                <a:gd name="T2" fmla="*/ 0 w 222"/>
                <a:gd name="T3" fmla="*/ 2147483647 h 535"/>
                <a:gd name="T4" fmla="*/ 2147483647 w 222"/>
                <a:gd name="T5" fmla="*/ 2147483647 h 535"/>
                <a:gd name="T6" fmla="*/ 0 w 222"/>
                <a:gd name="T7" fmla="*/ 2147483647 h 535"/>
                <a:gd name="T8" fmla="*/ 0 w 222"/>
                <a:gd name="T9" fmla="*/ 2147483647 h 535"/>
                <a:gd name="T10" fmla="*/ 2147483647 w 222"/>
                <a:gd name="T11" fmla="*/ 2147483647 h 535"/>
                <a:gd name="T12" fmla="*/ 2147483647 w 222"/>
                <a:gd name="T13" fmla="*/ 2147483647 h 535"/>
                <a:gd name="T14" fmla="*/ 0 w 222"/>
                <a:gd name="T15" fmla="*/ 0 h 5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2"/>
                <a:gd name="T25" fmla="*/ 0 h 535"/>
                <a:gd name="T26" fmla="*/ 222 w 222"/>
                <a:gd name="T27" fmla="*/ 535 h 5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2" h="535">
                  <a:moveTo>
                    <a:pt x="0" y="0"/>
                  </a:moveTo>
                  <a:lnTo>
                    <a:pt x="0" y="199"/>
                  </a:lnTo>
                  <a:lnTo>
                    <a:pt x="115" y="268"/>
                  </a:lnTo>
                  <a:lnTo>
                    <a:pt x="0" y="336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4" name="Freeform 334">
              <a:extLst>
                <a:ext uri="{FF2B5EF4-FFF2-40B4-BE49-F238E27FC236}">
                  <a16:creationId xmlns:a16="http://schemas.microsoft.com/office/drawing/2014/main" id="{9220DB46-588A-32F5-B88B-49DC4221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63538" cy="873125"/>
            </a:xfrm>
            <a:custGeom>
              <a:avLst/>
              <a:gdLst>
                <a:gd name="T0" fmla="*/ 2147483647 w 229"/>
                <a:gd name="T1" fmla="*/ 0 h 550"/>
                <a:gd name="T2" fmla="*/ 2147483647 w 229"/>
                <a:gd name="T3" fmla="*/ 2147483647 h 550"/>
                <a:gd name="T4" fmla="*/ 0 w 229"/>
                <a:gd name="T5" fmla="*/ 2147483647 h 550"/>
                <a:gd name="T6" fmla="*/ 2147483647 w 229"/>
                <a:gd name="T7" fmla="*/ 2147483647 h 550"/>
                <a:gd name="T8" fmla="*/ 2147483647 w 229"/>
                <a:gd name="T9" fmla="*/ 2147483647 h 550"/>
                <a:gd name="T10" fmla="*/ 2147483647 w 229"/>
                <a:gd name="T11" fmla="*/ 2147483647 h 550"/>
                <a:gd name="T12" fmla="*/ 2147483647 w 229"/>
                <a:gd name="T13" fmla="*/ 2147483647 h 550"/>
                <a:gd name="T14" fmla="*/ 2147483647 w 229"/>
                <a:gd name="T15" fmla="*/ 2147483647 h 550"/>
                <a:gd name="T16" fmla="*/ 0 w 229"/>
                <a:gd name="T17" fmla="*/ 2147483647 h 550"/>
                <a:gd name="T18" fmla="*/ 2147483647 w 229"/>
                <a:gd name="T19" fmla="*/ 2147483647 h 550"/>
                <a:gd name="T20" fmla="*/ 2147483647 w 229"/>
                <a:gd name="T21" fmla="*/ 2147483647 h 550"/>
                <a:gd name="T22" fmla="*/ 2147483647 w 229"/>
                <a:gd name="T23" fmla="*/ 2147483647 h 550"/>
                <a:gd name="T24" fmla="*/ 0 w 229"/>
                <a:gd name="T25" fmla="*/ 2147483647 h 550"/>
                <a:gd name="T26" fmla="*/ 2147483647 w 229"/>
                <a:gd name="T27" fmla="*/ 2147483647 h 550"/>
                <a:gd name="T28" fmla="*/ 2147483647 w 229"/>
                <a:gd name="T29" fmla="*/ 2147483647 h 550"/>
                <a:gd name="T30" fmla="*/ 2147483647 w 229"/>
                <a:gd name="T31" fmla="*/ 2147483647 h 550"/>
                <a:gd name="T32" fmla="*/ 2147483647 w 229"/>
                <a:gd name="T33" fmla="*/ 2147483647 h 550"/>
                <a:gd name="T34" fmla="*/ 2147483647 w 229"/>
                <a:gd name="T35" fmla="*/ 2147483647 h 550"/>
                <a:gd name="T36" fmla="*/ 2147483647 w 229"/>
                <a:gd name="T37" fmla="*/ 2147483647 h 550"/>
                <a:gd name="T38" fmla="*/ 2147483647 w 229"/>
                <a:gd name="T39" fmla="*/ 2147483647 h 550"/>
                <a:gd name="T40" fmla="*/ 2147483647 w 229"/>
                <a:gd name="T41" fmla="*/ 2147483647 h 550"/>
                <a:gd name="T42" fmla="*/ 2147483647 w 229"/>
                <a:gd name="T43" fmla="*/ 2147483647 h 550"/>
                <a:gd name="T44" fmla="*/ 2147483647 w 229"/>
                <a:gd name="T45" fmla="*/ 2147483647 h 550"/>
                <a:gd name="T46" fmla="*/ 2147483647 w 229"/>
                <a:gd name="T47" fmla="*/ 2147483647 h 550"/>
                <a:gd name="T48" fmla="*/ 0 w 229"/>
                <a:gd name="T49" fmla="*/ 2147483647 h 550"/>
                <a:gd name="T50" fmla="*/ 0 w 229"/>
                <a:gd name="T51" fmla="*/ 2147483647 h 550"/>
                <a:gd name="T52" fmla="*/ 0 w 229"/>
                <a:gd name="T53" fmla="*/ 2147483647 h 550"/>
                <a:gd name="T54" fmla="*/ 0 w 229"/>
                <a:gd name="T55" fmla="*/ 2147483647 h 550"/>
                <a:gd name="T56" fmla="*/ 0 w 229"/>
                <a:gd name="T57" fmla="*/ 2147483647 h 550"/>
                <a:gd name="T58" fmla="*/ 2147483647 w 229"/>
                <a:gd name="T59" fmla="*/ 2147483647 h 550"/>
                <a:gd name="T60" fmla="*/ 2147483647 w 229"/>
                <a:gd name="T61" fmla="*/ 2147483647 h 550"/>
                <a:gd name="T62" fmla="*/ 2147483647 w 229"/>
                <a:gd name="T63" fmla="*/ 2147483647 h 550"/>
                <a:gd name="T64" fmla="*/ 0 w 229"/>
                <a:gd name="T65" fmla="*/ 2147483647 h 550"/>
                <a:gd name="T66" fmla="*/ 0 w 229"/>
                <a:gd name="T67" fmla="*/ 2147483647 h 550"/>
                <a:gd name="T68" fmla="*/ 0 w 229"/>
                <a:gd name="T69" fmla="*/ 2147483647 h 550"/>
                <a:gd name="T70" fmla="*/ 0 w 229"/>
                <a:gd name="T71" fmla="*/ 0 h 550"/>
                <a:gd name="T72" fmla="*/ 2147483647 w 229"/>
                <a:gd name="T73" fmla="*/ 0 h 5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550"/>
                <a:gd name="T113" fmla="*/ 229 w 229"/>
                <a:gd name="T114" fmla="*/ 550 h 5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550">
                  <a:moveTo>
                    <a:pt x="7" y="0"/>
                  </a:moveTo>
                  <a:lnTo>
                    <a:pt x="7" y="199"/>
                  </a:lnTo>
                  <a:lnTo>
                    <a:pt x="0" y="207"/>
                  </a:lnTo>
                  <a:lnTo>
                    <a:pt x="7" y="199"/>
                  </a:lnTo>
                  <a:lnTo>
                    <a:pt x="122" y="268"/>
                  </a:lnTo>
                  <a:lnTo>
                    <a:pt x="138" y="268"/>
                  </a:lnTo>
                  <a:lnTo>
                    <a:pt x="122" y="275"/>
                  </a:lnTo>
                  <a:lnTo>
                    <a:pt x="7" y="344"/>
                  </a:lnTo>
                  <a:lnTo>
                    <a:pt x="0" y="336"/>
                  </a:lnTo>
                  <a:lnTo>
                    <a:pt x="7" y="336"/>
                  </a:lnTo>
                  <a:lnTo>
                    <a:pt x="7" y="535"/>
                  </a:lnTo>
                  <a:lnTo>
                    <a:pt x="7" y="543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9" y="40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229" y="138"/>
                  </a:lnTo>
                  <a:lnTo>
                    <a:pt x="229" y="405"/>
                  </a:lnTo>
                  <a:lnTo>
                    <a:pt x="229" y="413"/>
                  </a:lnTo>
                  <a:lnTo>
                    <a:pt x="7" y="543"/>
                  </a:lnTo>
                  <a:lnTo>
                    <a:pt x="0" y="550"/>
                  </a:lnTo>
                  <a:lnTo>
                    <a:pt x="0" y="535"/>
                  </a:lnTo>
                  <a:lnTo>
                    <a:pt x="0" y="336"/>
                  </a:lnTo>
                  <a:lnTo>
                    <a:pt x="115" y="268"/>
                  </a:lnTo>
                  <a:lnTo>
                    <a:pt x="122" y="275"/>
                  </a:lnTo>
                  <a:lnTo>
                    <a:pt x="115" y="275"/>
                  </a:lnTo>
                  <a:lnTo>
                    <a:pt x="0" y="207"/>
                  </a:lnTo>
                  <a:lnTo>
                    <a:pt x="0" y="199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5" name="Freeform 335">
              <a:extLst>
                <a:ext uri="{FF2B5EF4-FFF2-40B4-BE49-F238E27FC236}">
                  <a16:creationId xmlns:a16="http://schemas.microsoft.com/office/drawing/2014/main" id="{4FCDD0FC-884E-CD48-8C0F-F5FFDCEE6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56209"/>
              <a:ext cx="363538" cy="241300"/>
            </a:xfrm>
            <a:custGeom>
              <a:avLst/>
              <a:gdLst>
                <a:gd name="T0" fmla="*/ 2147483647 w 229"/>
                <a:gd name="T1" fmla="*/ 2147483647 h 152"/>
                <a:gd name="T2" fmla="*/ 0 w 229"/>
                <a:gd name="T3" fmla="*/ 2147483647 h 152"/>
                <a:gd name="T4" fmla="*/ 0 w 229"/>
                <a:gd name="T5" fmla="*/ 2147483647 h 152"/>
                <a:gd name="T6" fmla="*/ 0 w 229"/>
                <a:gd name="T7" fmla="*/ 0 h 152"/>
                <a:gd name="T8" fmla="*/ 2147483647 w 229"/>
                <a:gd name="T9" fmla="*/ 2147483647 h 152"/>
                <a:gd name="T10" fmla="*/ 2147483647 w 229"/>
                <a:gd name="T11" fmla="*/ 2147483647 h 152"/>
                <a:gd name="T12" fmla="*/ 2147483647 w 229"/>
                <a:gd name="T13" fmla="*/ 2147483647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9"/>
                <a:gd name="T22" fmla="*/ 0 h 152"/>
                <a:gd name="T23" fmla="*/ 229 w 229"/>
                <a:gd name="T24" fmla="*/ 152 h 1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9" h="152">
                  <a:moveTo>
                    <a:pt x="222" y="152"/>
                  </a:moveTo>
                  <a:lnTo>
                    <a:pt x="0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7"/>
                  </a:lnTo>
                  <a:lnTo>
                    <a:pt x="229" y="145"/>
                  </a:lnTo>
                  <a:lnTo>
                    <a:pt x="222" y="15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6" name="Freeform 336">
              <a:extLst>
                <a:ext uri="{FF2B5EF4-FFF2-40B4-BE49-F238E27FC236}">
                  <a16:creationId xmlns:a16="http://schemas.microsoft.com/office/drawing/2014/main" id="{C71F31DB-EA23-F4EF-83F2-7DCD0135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0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7" name="Freeform 337">
              <a:extLst>
                <a:ext uri="{FF2B5EF4-FFF2-40B4-BE49-F238E27FC236}">
                  <a16:creationId xmlns:a16="http://schemas.microsoft.com/office/drawing/2014/main" id="{FFC243AD-556C-3A93-D56C-F8852FDE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76859"/>
              <a:ext cx="11113" cy="23813"/>
            </a:xfrm>
            <a:custGeom>
              <a:avLst/>
              <a:gdLst>
                <a:gd name="T0" fmla="*/ 0 w 7"/>
                <a:gd name="T1" fmla="*/ 2147483647 h 15"/>
                <a:gd name="T2" fmla="*/ 0 w 7"/>
                <a:gd name="T3" fmla="*/ 0 h 15"/>
                <a:gd name="T4" fmla="*/ 2147483647 w 7"/>
                <a:gd name="T5" fmla="*/ 0 h 15"/>
                <a:gd name="T6" fmla="*/ 2147483647 w 7"/>
                <a:gd name="T7" fmla="*/ 0 h 15"/>
                <a:gd name="T8" fmla="*/ 2147483647 w 7"/>
                <a:gd name="T9" fmla="*/ 0 h 15"/>
                <a:gd name="T10" fmla="*/ 2147483647 w 7"/>
                <a:gd name="T11" fmla="*/ 2147483647 h 15"/>
                <a:gd name="T12" fmla="*/ 0 w 7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5"/>
                <a:gd name="T23" fmla="*/ 7 w 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5">
                  <a:moveTo>
                    <a:pt x="0" y="15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8" name="Freeform 338">
              <a:extLst>
                <a:ext uri="{FF2B5EF4-FFF2-40B4-BE49-F238E27FC236}">
                  <a16:creationId xmlns:a16="http://schemas.microsoft.com/office/drawing/2014/main" id="{F930E8DE-A025-2A5D-88C4-F9DC11E30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47625" cy="47625"/>
            </a:xfrm>
            <a:custGeom>
              <a:avLst/>
              <a:gdLst>
                <a:gd name="T0" fmla="*/ 0 w 30"/>
                <a:gd name="T1" fmla="*/ 2147483647 h 30"/>
                <a:gd name="T2" fmla="*/ 0 w 30"/>
                <a:gd name="T3" fmla="*/ 0 h 30"/>
                <a:gd name="T4" fmla="*/ 2147483647 w 30"/>
                <a:gd name="T5" fmla="*/ 2147483647 h 30"/>
                <a:gd name="T6" fmla="*/ 0 w 30"/>
                <a:gd name="T7" fmla="*/ 2147483647 h 30"/>
                <a:gd name="T8" fmla="*/ 0 w 30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0"/>
                <a:gd name="T17" fmla="*/ 30 w 3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0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9" name="Rectangle 339">
              <a:extLst>
                <a:ext uri="{FF2B5EF4-FFF2-40B4-BE49-F238E27FC236}">
                  <a16:creationId xmlns:a16="http://schemas.microsoft.com/office/drawing/2014/main" id="{427237E7-2763-DF18-FDC5-803FAF7F4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2576859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0" name="Freeform 340">
              <a:extLst>
                <a:ext uri="{FF2B5EF4-FFF2-40B4-BE49-F238E27FC236}">
                  <a16:creationId xmlns:a16="http://schemas.microsoft.com/office/drawing/2014/main" id="{229A41B4-3ED2-88D2-E694-48E58A727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1" name="Freeform 341">
              <a:extLst>
                <a:ext uri="{FF2B5EF4-FFF2-40B4-BE49-F238E27FC236}">
                  <a16:creationId xmlns:a16="http://schemas.microsoft.com/office/drawing/2014/main" id="{B689B020-C281-D0AC-02FA-89AA1F274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207097"/>
              <a:ext cx="11113" cy="25400"/>
            </a:xfrm>
            <a:custGeom>
              <a:avLst/>
              <a:gdLst>
                <a:gd name="T0" fmla="*/ 0 w 7"/>
                <a:gd name="T1" fmla="*/ 2147483647 h 16"/>
                <a:gd name="T2" fmla="*/ 0 w 7"/>
                <a:gd name="T3" fmla="*/ 0 h 16"/>
                <a:gd name="T4" fmla="*/ 2147483647 w 7"/>
                <a:gd name="T5" fmla="*/ 0 h 16"/>
                <a:gd name="T6" fmla="*/ 2147483647 w 7"/>
                <a:gd name="T7" fmla="*/ 0 h 16"/>
                <a:gd name="T8" fmla="*/ 2147483647 w 7"/>
                <a:gd name="T9" fmla="*/ 0 h 16"/>
                <a:gd name="T10" fmla="*/ 2147483647 w 7"/>
                <a:gd name="T11" fmla="*/ 2147483647 h 16"/>
                <a:gd name="T12" fmla="*/ 0 w 7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6"/>
                <a:gd name="T23" fmla="*/ 7 w 7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6">
                  <a:moveTo>
                    <a:pt x="0" y="16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2" name="Freeform 342">
              <a:extLst>
                <a:ext uri="{FF2B5EF4-FFF2-40B4-BE49-F238E27FC236}">
                  <a16:creationId xmlns:a16="http://schemas.microsoft.com/office/drawing/2014/main" id="{979359CF-8C94-CB10-3580-E2670BA4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47625" cy="49213"/>
            </a:xfrm>
            <a:custGeom>
              <a:avLst/>
              <a:gdLst>
                <a:gd name="T0" fmla="*/ 0 w 30"/>
                <a:gd name="T1" fmla="*/ 2147483647 h 31"/>
                <a:gd name="T2" fmla="*/ 0 w 30"/>
                <a:gd name="T3" fmla="*/ 0 h 31"/>
                <a:gd name="T4" fmla="*/ 2147483647 w 30"/>
                <a:gd name="T5" fmla="*/ 2147483647 h 31"/>
                <a:gd name="T6" fmla="*/ 0 w 30"/>
                <a:gd name="T7" fmla="*/ 2147483647 h 31"/>
                <a:gd name="T8" fmla="*/ 0 w 30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1"/>
                <a:gd name="T17" fmla="*/ 30 w 30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1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1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3" name="Rectangle 343">
              <a:extLst>
                <a:ext uri="{FF2B5EF4-FFF2-40B4-BE49-F238E27FC236}">
                  <a16:creationId xmlns:a16="http://schemas.microsoft.com/office/drawing/2014/main" id="{06826706-331B-89A1-881C-6CED8E72E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320709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4" name="Freeform 344">
              <a:extLst>
                <a:ext uri="{FF2B5EF4-FFF2-40B4-BE49-F238E27FC236}">
                  <a16:creationId xmlns:a16="http://schemas.microsoft.com/office/drawing/2014/main" id="{12C1E7B9-4CAD-BF81-4AB2-AA74253A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73025" cy="61913"/>
            </a:xfrm>
            <a:custGeom>
              <a:avLst/>
              <a:gdLst>
                <a:gd name="T0" fmla="*/ 0 w 46"/>
                <a:gd name="T1" fmla="*/ 2147483647 h 39"/>
                <a:gd name="T2" fmla="*/ 0 w 46"/>
                <a:gd name="T3" fmla="*/ 0 h 39"/>
                <a:gd name="T4" fmla="*/ 0 w 46"/>
                <a:gd name="T5" fmla="*/ 0 h 39"/>
                <a:gd name="T6" fmla="*/ 0 w 46"/>
                <a:gd name="T7" fmla="*/ 0 h 39"/>
                <a:gd name="T8" fmla="*/ 2147483647 w 46"/>
                <a:gd name="T9" fmla="*/ 2147483647 h 39"/>
                <a:gd name="T10" fmla="*/ 2147483647 w 46"/>
                <a:gd name="T11" fmla="*/ 2147483647 h 39"/>
                <a:gd name="T12" fmla="*/ 2147483647 w 46"/>
                <a:gd name="T13" fmla="*/ 2147483647 h 39"/>
                <a:gd name="T14" fmla="*/ 0 w 46"/>
                <a:gd name="T15" fmla="*/ 2147483647 h 39"/>
                <a:gd name="T16" fmla="*/ 0 w 46"/>
                <a:gd name="T17" fmla="*/ 2147483647 h 39"/>
                <a:gd name="T18" fmla="*/ 0 w 46"/>
                <a:gd name="T19" fmla="*/ 2147483647 h 39"/>
                <a:gd name="T20" fmla="*/ 0 w 46"/>
                <a:gd name="T21" fmla="*/ 2147483647 h 39"/>
                <a:gd name="T22" fmla="*/ 2147483647 w 46"/>
                <a:gd name="T23" fmla="*/ 2147483647 h 39"/>
                <a:gd name="T24" fmla="*/ 2147483647 w 46"/>
                <a:gd name="T25" fmla="*/ 2147483647 h 39"/>
                <a:gd name="T26" fmla="*/ 2147483647 w 46"/>
                <a:gd name="T27" fmla="*/ 2147483647 h 39"/>
                <a:gd name="T28" fmla="*/ 0 w 46"/>
                <a:gd name="T29" fmla="*/ 2147483647 h 39"/>
                <a:gd name="T30" fmla="*/ 0 w 46"/>
                <a:gd name="T31" fmla="*/ 0 h 39"/>
                <a:gd name="T32" fmla="*/ 2147483647 w 46"/>
                <a:gd name="T33" fmla="*/ 0 h 39"/>
                <a:gd name="T34" fmla="*/ 2147483647 w 46"/>
                <a:gd name="T35" fmla="*/ 2147483647 h 39"/>
                <a:gd name="T36" fmla="*/ 0 w 46"/>
                <a:gd name="T37" fmla="*/ 214748364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39"/>
                <a:gd name="T59" fmla="*/ 46 w 46"/>
                <a:gd name="T60" fmla="*/ 39 h 3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39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46" y="16"/>
                  </a:lnTo>
                  <a:lnTo>
                    <a:pt x="31" y="23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31" y="16"/>
                  </a:lnTo>
                  <a:lnTo>
                    <a:pt x="31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5" name="Freeform 345">
              <a:extLst>
                <a:ext uri="{FF2B5EF4-FFF2-40B4-BE49-F238E27FC236}">
                  <a16:creationId xmlns:a16="http://schemas.microsoft.com/office/drawing/2014/main" id="{85F770ED-E969-CC1F-EB5A-A4AB79B68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92772"/>
              <a:ext cx="12700" cy="23813"/>
            </a:xfrm>
            <a:custGeom>
              <a:avLst/>
              <a:gdLst>
                <a:gd name="T0" fmla="*/ 0 w 8"/>
                <a:gd name="T1" fmla="*/ 2147483647 h 15"/>
                <a:gd name="T2" fmla="*/ 0 w 8"/>
                <a:gd name="T3" fmla="*/ 0 h 15"/>
                <a:gd name="T4" fmla="*/ 2147483647 w 8"/>
                <a:gd name="T5" fmla="*/ 0 h 15"/>
                <a:gd name="T6" fmla="*/ 2147483647 w 8"/>
                <a:gd name="T7" fmla="*/ 0 h 15"/>
                <a:gd name="T8" fmla="*/ 2147483647 w 8"/>
                <a:gd name="T9" fmla="*/ 0 h 15"/>
                <a:gd name="T10" fmla="*/ 2147483647 w 8"/>
                <a:gd name="T11" fmla="*/ 2147483647 h 15"/>
                <a:gd name="T12" fmla="*/ 0 w 8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5"/>
                <a:gd name="T23" fmla="*/ 8 w 8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5">
                  <a:moveTo>
                    <a:pt x="0" y="1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6" name="Freeform 346">
              <a:extLst>
                <a:ext uri="{FF2B5EF4-FFF2-40B4-BE49-F238E27FC236}">
                  <a16:creationId xmlns:a16="http://schemas.microsoft.com/office/drawing/2014/main" id="{630E1C17-9B33-FC35-7C41-01847E0D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49213" cy="49213"/>
            </a:xfrm>
            <a:custGeom>
              <a:avLst/>
              <a:gdLst>
                <a:gd name="T0" fmla="*/ 0 w 31"/>
                <a:gd name="T1" fmla="*/ 2147483647 h 31"/>
                <a:gd name="T2" fmla="*/ 0 w 31"/>
                <a:gd name="T3" fmla="*/ 0 h 31"/>
                <a:gd name="T4" fmla="*/ 2147483647 w 31"/>
                <a:gd name="T5" fmla="*/ 2147483647 h 31"/>
                <a:gd name="T6" fmla="*/ 0 w 31"/>
                <a:gd name="T7" fmla="*/ 2147483647 h 31"/>
                <a:gd name="T8" fmla="*/ 0 w 31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31"/>
                <a:gd name="T17" fmla="*/ 31 w 31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31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0" y="31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7" name="Rectangle 347">
              <a:extLst>
                <a:ext uri="{FF2B5EF4-FFF2-40B4-BE49-F238E27FC236}">
                  <a16:creationId xmlns:a16="http://schemas.microsoft.com/office/drawing/2014/main" id="{93815B34-C637-78E6-C9D5-107C84FC6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59422"/>
              <a:ext cx="936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+</a:t>
              </a: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8" name="Rectangle 348">
              <a:extLst>
                <a:ext uri="{FF2B5EF4-FFF2-40B4-BE49-F238E27FC236}">
                  <a16:creationId xmlns:a16="http://schemas.microsoft.com/office/drawing/2014/main" id="{C1C04159-DE8E-0137-E57A-99862F1B9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150" y="2897534"/>
              <a:ext cx="12065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59538" name="日期占位符 3">
            <a:extLst>
              <a:ext uri="{FF2B5EF4-FFF2-40B4-BE49-F238E27FC236}">
                <a16:creationId xmlns:a16="http://schemas.microsoft.com/office/drawing/2014/main" id="{7443C543-2AEC-371E-7E98-DC5103D5821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075F4E6-EFAE-4529-9764-E1FD4B9A31F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9539" name="灯片编号占位符 5">
            <a:extLst>
              <a:ext uri="{FF2B5EF4-FFF2-40B4-BE49-F238E27FC236}">
                <a16:creationId xmlns:a16="http://schemas.microsoft.com/office/drawing/2014/main" id="{69D7C86D-50C7-9F86-EF27-245881EE880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B30F7175-CADA-4439-880F-B51CB27A4124}" type="slidenum">
              <a:rPr lang="zh-CN" altLang="en-US" sz="1100"/>
              <a:pPr/>
              <a:t>169</a:t>
            </a:fld>
            <a:endParaRPr lang="zh-CN" altLang="en-US" sz="1100"/>
          </a:p>
        </p:txBody>
      </p:sp>
      <p:pic>
        <p:nvPicPr>
          <p:cNvPr id="355" name="Picture 4">
            <a:extLst>
              <a:ext uri="{FF2B5EF4-FFF2-40B4-BE49-F238E27FC236}">
                <a16:creationId xmlns:a16="http://schemas.microsoft.com/office/drawing/2014/main" id="{AFBDF3B0-CA58-EC83-F8B1-37599A0F6A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060575"/>
            <a:ext cx="1871663" cy="169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6" name="TextBox 355">
            <a:extLst>
              <a:ext uri="{FF2B5EF4-FFF2-40B4-BE49-F238E27FC236}">
                <a16:creationId xmlns:a16="http://schemas.microsoft.com/office/drawing/2014/main" id="{7B224611-CEF8-321C-3DDF-182DA4386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977900"/>
            <a:ext cx="10937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Chap1.2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C5C89257-F9FD-2D7B-17F8-0ADD48F45E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1347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Chap1.3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522721685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EB0E2-FFDD-1DA4-37F5-7C3AF11845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extLst>
              <a:ext uri="{FF2B5EF4-FFF2-40B4-BE49-F238E27FC236}">
                <a16:creationId xmlns:a16="http://schemas.microsoft.com/office/drawing/2014/main" id="{AA31F499-B03D-8A27-57E6-7F9F889C6F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2000" y="188913"/>
            <a:ext cx="8058150" cy="57785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US" altLang="zh-CN" dirty="0"/>
              <a:t>Hierarchy for IC design </a:t>
            </a:r>
            <a:endParaRPr lang="zh-CN" altLang="en-US" dirty="0"/>
          </a:p>
        </p:txBody>
      </p:sp>
      <p:sp>
        <p:nvSpPr>
          <p:cNvPr id="77828" name="Rectangle 3">
            <a:extLst>
              <a:ext uri="{FF2B5EF4-FFF2-40B4-BE49-F238E27FC236}">
                <a16:creationId xmlns:a16="http://schemas.microsoft.com/office/drawing/2014/main" id="{A39B070B-E59F-1D39-0248-3932FE006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37175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29" name="Rectangle 4">
            <a:extLst>
              <a:ext uri="{FF2B5EF4-FFF2-40B4-BE49-F238E27FC236}">
                <a16:creationId xmlns:a16="http://schemas.microsoft.com/office/drawing/2014/main" id="{19B71B6E-3FE8-012B-912B-18EABF7FA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0" name="Rectangle 5">
            <a:extLst>
              <a:ext uri="{FF2B5EF4-FFF2-40B4-BE49-F238E27FC236}">
                <a16:creationId xmlns:a16="http://schemas.microsoft.com/office/drawing/2014/main" id="{28C29851-B1DB-5E64-4C71-B6173C738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288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1" name="Rectangle 6">
            <a:extLst>
              <a:ext uri="{FF2B5EF4-FFF2-40B4-BE49-F238E27FC236}">
                <a16:creationId xmlns:a16="http://schemas.microsoft.com/office/drawing/2014/main" id="{AD0C25E8-81F6-1F95-84F4-08F363C34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14938"/>
            <a:ext cx="11113" cy="1222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2" name="Rectangle 7">
            <a:extLst>
              <a:ext uri="{FF2B5EF4-FFF2-40B4-BE49-F238E27FC236}">
                <a16:creationId xmlns:a16="http://schemas.microsoft.com/office/drawing/2014/main" id="{66C975CC-5DB1-4E20-09EA-CB684E01F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50942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3" name="Rectangle 8">
            <a:extLst>
              <a:ext uri="{FF2B5EF4-FFF2-40B4-BE49-F238E27FC236}">
                <a16:creationId xmlns:a16="http://schemas.microsoft.com/office/drawing/2014/main" id="{E5FB7FD5-271A-6353-E23B-5A89F43FB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88791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4" name="Rectangle 9">
            <a:extLst>
              <a:ext uri="{FF2B5EF4-FFF2-40B4-BE49-F238E27FC236}">
                <a16:creationId xmlns:a16="http://schemas.microsoft.com/office/drawing/2014/main" id="{0383064D-2873-277A-C08D-AAB08EE3A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5" name="Rectangle 10">
            <a:extLst>
              <a:ext uri="{FF2B5EF4-FFF2-40B4-BE49-F238E27FC236}">
                <a16:creationId xmlns:a16="http://schemas.microsoft.com/office/drawing/2014/main" id="{AE4ECF6E-3D36-5532-DEB0-FC7730154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2988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6" name="Rectangle 11">
            <a:extLst>
              <a:ext uri="{FF2B5EF4-FFF2-40B4-BE49-F238E27FC236}">
                <a16:creationId xmlns:a16="http://schemas.microsoft.com/office/drawing/2014/main" id="{CD308031-5556-B87E-1DB2-7887DACBD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7" name="Freeform 12">
            <a:extLst>
              <a:ext uri="{FF2B5EF4-FFF2-40B4-BE49-F238E27FC236}">
                <a16:creationId xmlns:a16="http://schemas.microsoft.com/office/drawing/2014/main" id="{FF416012-2B2C-1BFF-738B-D0252447258E}"/>
              </a:ext>
            </a:extLst>
          </p:cNvPr>
          <p:cNvSpPr>
            <a:spLocks/>
          </p:cNvSpPr>
          <p:nvPr/>
        </p:nvSpPr>
        <p:spPr bwMode="auto">
          <a:xfrm>
            <a:off x="7259638" y="5081588"/>
            <a:ext cx="11112" cy="1587"/>
          </a:xfrm>
          <a:custGeom>
            <a:avLst/>
            <a:gdLst>
              <a:gd name="T0" fmla="*/ 0 w 7"/>
              <a:gd name="T1" fmla="*/ 0 h 1588"/>
              <a:gd name="T2" fmla="*/ 0 w 7"/>
              <a:gd name="T3" fmla="*/ 0 h 1588"/>
              <a:gd name="T4" fmla="*/ 0 w 7"/>
              <a:gd name="T5" fmla="*/ 0 h 1588"/>
              <a:gd name="T6" fmla="*/ 2147483647 w 7"/>
              <a:gd name="T7" fmla="*/ 0 h 1588"/>
              <a:gd name="T8" fmla="*/ 2147483647 w 7"/>
              <a:gd name="T9" fmla="*/ 0 h 1588"/>
              <a:gd name="T10" fmla="*/ 2147483647 w 7"/>
              <a:gd name="T11" fmla="*/ 0 h 1588"/>
              <a:gd name="T12" fmla="*/ 0 w 7"/>
              <a:gd name="T13" fmla="*/ 0 h 158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8"/>
              <a:gd name="T23" fmla="*/ 7 w 7"/>
              <a:gd name="T24" fmla="*/ 1588 h 158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8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8" name="Rectangle 13">
            <a:extLst>
              <a:ext uri="{FF2B5EF4-FFF2-40B4-BE49-F238E27FC236}">
                <a16:creationId xmlns:a16="http://schemas.microsoft.com/office/drawing/2014/main" id="{F0372403-40FD-A367-A573-31909B6DF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9" name="Rectangle 14">
            <a:extLst>
              <a:ext uri="{FF2B5EF4-FFF2-40B4-BE49-F238E27FC236}">
                <a16:creationId xmlns:a16="http://schemas.microsoft.com/office/drawing/2014/main" id="{B8E5D05A-6AAC-6CD6-718C-804DEEA41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0" name="Rectangle 15">
            <a:extLst>
              <a:ext uri="{FF2B5EF4-FFF2-40B4-BE49-F238E27FC236}">
                <a16:creationId xmlns:a16="http://schemas.microsoft.com/office/drawing/2014/main" id="{594DC692-6FC9-1CE8-11BE-DFFA216BB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514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1" name="Rectangle 16">
            <a:extLst>
              <a:ext uri="{FF2B5EF4-FFF2-40B4-BE49-F238E27FC236}">
                <a16:creationId xmlns:a16="http://schemas.microsoft.com/office/drawing/2014/main" id="{F8C42CCF-B67F-AC24-6407-5B4B0D076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3159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2" name="Rectangle 17">
            <a:extLst>
              <a:ext uri="{FF2B5EF4-FFF2-40B4-BE49-F238E27FC236}">
                <a16:creationId xmlns:a16="http://schemas.microsoft.com/office/drawing/2014/main" id="{F3AF88B7-470A-95BF-CDA8-2CBA67D18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3" name="Rectangle 18">
            <a:extLst>
              <a:ext uri="{FF2B5EF4-FFF2-40B4-BE49-F238E27FC236}">
                <a16:creationId xmlns:a16="http://schemas.microsoft.com/office/drawing/2014/main" id="{8D903557-CF0A-5DD8-7C95-8B9A61381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84700"/>
            <a:ext cx="12700" cy="2174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4" name="Rectangle 19">
            <a:extLst>
              <a:ext uri="{FF2B5EF4-FFF2-40B4-BE49-F238E27FC236}">
                <a16:creationId xmlns:a16="http://schemas.microsoft.com/office/drawing/2014/main" id="{154FF273-3682-FD1D-CA71-0DE00FA64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5" name="Rectangle 20">
            <a:extLst>
              <a:ext uri="{FF2B5EF4-FFF2-40B4-BE49-F238E27FC236}">
                <a16:creationId xmlns:a16="http://schemas.microsoft.com/office/drawing/2014/main" id="{332A9274-2EAA-5BAD-3E6B-3953B2073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6" name="Rectangle 21">
            <a:extLst>
              <a:ext uri="{FF2B5EF4-FFF2-40B4-BE49-F238E27FC236}">
                <a16:creationId xmlns:a16="http://schemas.microsoft.com/office/drawing/2014/main" id="{A62D0493-158D-2239-F2D8-D963DD197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7" name="Rectangle 22">
            <a:extLst>
              <a:ext uri="{FF2B5EF4-FFF2-40B4-BE49-F238E27FC236}">
                <a16:creationId xmlns:a16="http://schemas.microsoft.com/office/drawing/2014/main" id="{8C2C585E-352E-A94E-6798-A25B1F494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8" name="Rectangle 23">
            <a:extLst>
              <a:ext uri="{FF2B5EF4-FFF2-40B4-BE49-F238E27FC236}">
                <a16:creationId xmlns:a16="http://schemas.microsoft.com/office/drawing/2014/main" id="{CFCA00CB-337F-81CB-0B34-FB9266865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9" name="Rectangle 24">
            <a:extLst>
              <a:ext uri="{FF2B5EF4-FFF2-40B4-BE49-F238E27FC236}">
                <a16:creationId xmlns:a16="http://schemas.microsoft.com/office/drawing/2014/main" id="{A1039455-A952-2BFB-5D58-0BC891037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990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0" name="Rectangle 25">
            <a:extLst>
              <a:ext uri="{FF2B5EF4-FFF2-40B4-BE49-F238E27FC236}">
                <a16:creationId xmlns:a16="http://schemas.microsoft.com/office/drawing/2014/main" id="{A5875B3E-856E-DD98-A90F-313548F4F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1" name="Rectangle 26">
            <a:extLst>
              <a:ext uri="{FF2B5EF4-FFF2-40B4-BE49-F238E27FC236}">
                <a16:creationId xmlns:a16="http://schemas.microsoft.com/office/drawing/2014/main" id="{8A77ACA8-2390-4AD1-B5A5-E91BCB5F1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802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2" name="Rectangle 27">
            <a:extLst>
              <a:ext uri="{FF2B5EF4-FFF2-40B4-BE49-F238E27FC236}">
                <a16:creationId xmlns:a16="http://schemas.microsoft.com/office/drawing/2014/main" id="{54BFBE8C-3706-BF05-F139-57FC3C337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3" name="Rectangle 28">
            <a:extLst>
              <a:ext uri="{FF2B5EF4-FFF2-40B4-BE49-F238E27FC236}">
                <a16:creationId xmlns:a16="http://schemas.microsoft.com/office/drawing/2014/main" id="{9084BE14-2107-87FF-3AB3-DA2B8C3F9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053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4" name="Rectangle 29">
            <a:extLst>
              <a:ext uri="{FF2B5EF4-FFF2-40B4-BE49-F238E27FC236}">
                <a16:creationId xmlns:a16="http://schemas.microsoft.com/office/drawing/2014/main" id="{918276FF-4AAA-8461-7B62-4F88EC7C5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5" name="Rectangle 30">
            <a:extLst>
              <a:ext uri="{FF2B5EF4-FFF2-40B4-BE49-F238E27FC236}">
                <a16:creationId xmlns:a16="http://schemas.microsoft.com/office/drawing/2014/main" id="{7B91EEC5-7E82-216F-4916-DA429AF73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2560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6" name="Rectangle 31">
            <a:extLst>
              <a:ext uri="{FF2B5EF4-FFF2-40B4-BE49-F238E27FC236}">
                <a16:creationId xmlns:a16="http://schemas.microsoft.com/office/drawing/2014/main" id="{71F088A8-CB02-BFAA-F8D6-F0AB414BD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7" name="Rectangle 32">
            <a:extLst>
              <a:ext uri="{FF2B5EF4-FFF2-40B4-BE49-F238E27FC236}">
                <a16:creationId xmlns:a16="http://schemas.microsoft.com/office/drawing/2014/main" id="{2A95C990-0AF4-E5C7-49D2-F3B220B73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587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8" name="Rectangle 33">
            <a:extLst>
              <a:ext uri="{FF2B5EF4-FFF2-40B4-BE49-F238E27FC236}">
                <a16:creationId xmlns:a16="http://schemas.microsoft.com/office/drawing/2014/main" id="{C6939328-CDEC-6FCE-7475-B57B40F84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9388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9" name="Rectangle 34">
            <a:extLst>
              <a:ext uri="{FF2B5EF4-FFF2-40B4-BE49-F238E27FC236}">
                <a16:creationId xmlns:a16="http://schemas.microsoft.com/office/drawing/2014/main" id="{B8588890-2D93-D206-78F3-D391382C3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0" name="Rectangle 35">
            <a:extLst>
              <a:ext uri="{FF2B5EF4-FFF2-40B4-BE49-F238E27FC236}">
                <a16:creationId xmlns:a16="http://schemas.microsoft.com/office/drawing/2014/main" id="{E1E2CA2F-0391-34FF-5D3D-C6940BA8E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1" name="Rectangle 36">
            <a:extLst>
              <a:ext uri="{FF2B5EF4-FFF2-40B4-BE49-F238E27FC236}">
                <a16:creationId xmlns:a16="http://schemas.microsoft.com/office/drawing/2014/main" id="{E045DE60-35C8-CD45-4C2C-9D6CE249B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2" name="Rectangle 37">
            <a:extLst>
              <a:ext uri="{FF2B5EF4-FFF2-40B4-BE49-F238E27FC236}">
                <a16:creationId xmlns:a16="http://schemas.microsoft.com/office/drawing/2014/main" id="{9BD27141-9C90-3D36-130B-9919401BB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3" name="Rectangle 38">
            <a:extLst>
              <a:ext uri="{FF2B5EF4-FFF2-40B4-BE49-F238E27FC236}">
                <a16:creationId xmlns:a16="http://schemas.microsoft.com/office/drawing/2014/main" id="{93DC85F4-3765-A415-41DE-6604965A2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4" name="Rectangle 39">
            <a:extLst>
              <a:ext uri="{FF2B5EF4-FFF2-40B4-BE49-F238E27FC236}">
                <a16:creationId xmlns:a16="http://schemas.microsoft.com/office/drawing/2014/main" id="{57EB5319-E70E-C49B-8867-18D17E8FD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053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5" name="Rectangle 40">
            <a:extLst>
              <a:ext uri="{FF2B5EF4-FFF2-40B4-BE49-F238E27FC236}">
                <a16:creationId xmlns:a16="http://schemas.microsoft.com/office/drawing/2014/main" id="{2B68DB40-CF32-7F98-7B64-5C784E3D0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6" name="Rectangle 41">
            <a:extLst>
              <a:ext uri="{FF2B5EF4-FFF2-40B4-BE49-F238E27FC236}">
                <a16:creationId xmlns:a16="http://schemas.microsoft.com/office/drawing/2014/main" id="{CCFE573E-A626-F287-AE8A-A26A3D998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1576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7" name="Rectangle 42">
            <a:extLst>
              <a:ext uri="{FF2B5EF4-FFF2-40B4-BE49-F238E27FC236}">
                <a16:creationId xmlns:a16="http://schemas.microsoft.com/office/drawing/2014/main" id="{6791F842-E3B7-7BEE-07F1-40857AE05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8" name="Rectangle 43">
            <a:extLst>
              <a:ext uri="{FF2B5EF4-FFF2-40B4-BE49-F238E27FC236}">
                <a16:creationId xmlns:a16="http://schemas.microsoft.com/office/drawing/2014/main" id="{A6AB6662-BFF2-048C-B15A-09FCC223E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750" y="40989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9" name="Rectangle 44">
            <a:extLst>
              <a:ext uri="{FF2B5EF4-FFF2-40B4-BE49-F238E27FC236}">
                <a16:creationId xmlns:a16="http://schemas.microsoft.com/office/drawing/2014/main" id="{201A06D2-FC17-91B7-9C2E-6AFDC3DDA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64502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0" name="Rectangle 45">
            <a:extLst>
              <a:ext uri="{FF2B5EF4-FFF2-40B4-BE49-F238E27FC236}">
                <a16:creationId xmlns:a16="http://schemas.microsoft.com/office/drawing/2014/main" id="{F7B844A3-1899-66D3-DE4F-EC0769357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1" name="Rectangle 46">
            <a:extLst>
              <a:ext uri="{FF2B5EF4-FFF2-40B4-BE49-F238E27FC236}">
                <a16:creationId xmlns:a16="http://schemas.microsoft.com/office/drawing/2014/main" id="{34BEFD84-A3DC-F102-3BA4-E1B4F5072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354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2" name="Rectangle 47">
            <a:extLst>
              <a:ext uri="{FF2B5EF4-FFF2-40B4-BE49-F238E27FC236}">
                <a16:creationId xmlns:a16="http://schemas.microsoft.com/office/drawing/2014/main" id="{D119EEAE-99C1-B2EB-7473-1C238E8A7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40213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3" name="Rectangle 48">
            <a:extLst>
              <a:ext uri="{FF2B5EF4-FFF2-40B4-BE49-F238E27FC236}">
                <a16:creationId xmlns:a16="http://schemas.microsoft.com/office/drawing/2014/main" id="{40AB697F-ADE9-B87A-36B0-28EE3F6A4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116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4" name="Rectangle 49">
            <a:extLst>
              <a:ext uri="{FF2B5EF4-FFF2-40B4-BE49-F238E27FC236}">
                <a16:creationId xmlns:a16="http://schemas.microsoft.com/office/drawing/2014/main" id="{68AD62A8-093A-E62C-C0C1-108036000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116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5" name="Rectangle 50">
            <a:extLst>
              <a:ext uri="{FF2B5EF4-FFF2-40B4-BE49-F238E27FC236}">
                <a16:creationId xmlns:a16="http://schemas.microsoft.com/office/drawing/2014/main" id="{587B341A-1038-BD00-73D0-93EB58D93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6" name="Rectangle 51">
            <a:extLst>
              <a:ext uri="{FF2B5EF4-FFF2-40B4-BE49-F238E27FC236}">
                <a16:creationId xmlns:a16="http://schemas.microsoft.com/office/drawing/2014/main" id="{F6D19985-006B-0EC0-27F0-28FD208D9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81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7" name="Rectangle 52">
            <a:extLst>
              <a:ext uri="{FF2B5EF4-FFF2-40B4-BE49-F238E27FC236}">
                <a16:creationId xmlns:a16="http://schemas.microsoft.com/office/drawing/2014/main" id="{E189CEDA-C238-3C93-D4AE-99B442D5C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8" name="Rectangle 53">
            <a:extLst>
              <a:ext uri="{FF2B5EF4-FFF2-40B4-BE49-F238E27FC236}">
                <a16:creationId xmlns:a16="http://schemas.microsoft.com/office/drawing/2014/main" id="{6D283CA0-92DE-C89D-404C-55B1810BD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9897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9" name="Rectangle 54">
            <a:extLst>
              <a:ext uri="{FF2B5EF4-FFF2-40B4-BE49-F238E27FC236}">
                <a16:creationId xmlns:a16="http://schemas.microsoft.com/office/drawing/2014/main" id="{A424C8D8-2850-BDF2-E0DA-C2A8506006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0" name="Rectangle 55">
            <a:extLst>
              <a:ext uri="{FF2B5EF4-FFF2-40B4-BE49-F238E27FC236}">
                <a16:creationId xmlns:a16="http://schemas.microsoft.com/office/drawing/2014/main" id="{5D21DA95-9BEE-B23D-4EE6-18656A365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6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1" name="Rectangle 56">
            <a:extLst>
              <a:ext uri="{FF2B5EF4-FFF2-40B4-BE49-F238E27FC236}">
                <a16:creationId xmlns:a16="http://schemas.microsoft.com/office/drawing/2014/main" id="{5505C286-95BA-068F-8AAE-AEC7E52DB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2" name="Rectangle 57">
            <a:extLst>
              <a:ext uri="{FF2B5EF4-FFF2-40B4-BE49-F238E27FC236}">
                <a16:creationId xmlns:a16="http://schemas.microsoft.com/office/drawing/2014/main" id="{6AE9FF6D-7730-3798-DF68-BC732245C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050" y="44021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3" name="Rectangle 58">
            <a:extLst>
              <a:ext uri="{FF2B5EF4-FFF2-40B4-BE49-F238E27FC236}">
                <a16:creationId xmlns:a16="http://schemas.microsoft.com/office/drawing/2014/main" id="{B3F131DF-A035-1DF2-3154-F83CAADD7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4" name="Rectangle 59">
            <a:extLst>
              <a:ext uri="{FF2B5EF4-FFF2-40B4-BE49-F238E27FC236}">
                <a16:creationId xmlns:a16="http://schemas.microsoft.com/office/drawing/2014/main" id="{2C205818-7E6E-622C-0513-D52DEBC5C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013" y="38798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5" name="Rectangle 60">
            <a:extLst>
              <a:ext uri="{FF2B5EF4-FFF2-40B4-BE49-F238E27FC236}">
                <a16:creationId xmlns:a16="http://schemas.microsoft.com/office/drawing/2014/main" id="{7E9D7678-F62E-9A67-C5AF-AF97E2F19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8798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6" name="Rectangle 61">
            <a:extLst>
              <a:ext uri="{FF2B5EF4-FFF2-40B4-BE49-F238E27FC236}">
                <a16:creationId xmlns:a16="http://schemas.microsoft.com/office/drawing/2014/main" id="{2A1B5912-E0CC-85DB-1935-2A3FBB516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7" name="Rectangle 62">
            <a:extLst>
              <a:ext uri="{FF2B5EF4-FFF2-40B4-BE49-F238E27FC236}">
                <a16:creationId xmlns:a16="http://schemas.microsoft.com/office/drawing/2014/main" id="{DC8E016D-90C1-78FA-F1E9-2A726059D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8" name="Rectangle 63">
            <a:extLst>
              <a:ext uri="{FF2B5EF4-FFF2-40B4-BE49-F238E27FC236}">
                <a16:creationId xmlns:a16="http://schemas.microsoft.com/office/drawing/2014/main" id="{1C70B4F8-8126-66F9-7F6E-4C7E75EEE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9" name="Rectangle 64">
            <a:extLst>
              <a:ext uri="{FF2B5EF4-FFF2-40B4-BE49-F238E27FC236}">
                <a16:creationId xmlns:a16="http://schemas.microsoft.com/office/drawing/2014/main" id="{0718404E-33CB-772F-385F-6CEFF3A97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0" name="Rectangle 65">
            <a:extLst>
              <a:ext uri="{FF2B5EF4-FFF2-40B4-BE49-F238E27FC236}">
                <a16:creationId xmlns:a16="http://schemas.microsoft.com/office/drawing/2014/main" id="{7FB3D01F-3C00-B745-E457-638B8080F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1" name="Rectangle 66">
            <a:extLst>
              <a:ext uri="{FF2B5EF4-FFF2-40B4-BE49-F238E27FC236}">
                <a16:creationId xmlns:a16="http://schemas.microsoft.com/office/drawing/2014/main" id="{15E56A34-766F-1821-B92D-882D14035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2" name="Rectangle 67">
            <a:extLst>
              <a:ext uri="{FF2B5EF4-FFF2-40B4-BE49-F238E27FC236}">
                <a16:creationId xmlns:a16="http://schemas.microsoft.com/office/drawing/2014/main" id="{555068A4-E625-3D2A-08B5-F7AB9FFA6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3" name="Rectangle 68">
            <a:extLst>
              <a:ext uri="{FF2B5EF4-FFF2-40B4-BE49-F238E27FC236}">
                <a16:creationId xmlns:a16="http://schemas.microsoft.com/office/drawing/2014/main" id="{652480DE-568D-4ABA-3920-E93940E85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4" name="Rectangle 69">
            <a:extLst>
              <a:ext uri="{FF2B5EF4-FFF2-40B4-BE49-F238E27FC236}">
                <a16:creationId xmlns:a16="http://schemas.microsoft.com/office/drawing/2014/main" id="{9A1B166C-1162-A891-8A4D-A4A6C3BB4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5" name="Rectangle 70">
            <a:extLst>
              <a:ext uri="{FF2B5EF4-FFF2-40B4-BE49-F238E27FC236}">
                <a16:creationId xmlns:a16="http://schemas.microsoft.com/office/drawing/2014/main" id="{2827E856-BE3D-380B-8FBF-7B0836DC4F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6" name="Rectangle 71">
            <a:extLst>
              <a:ext uri="{FF2B5EF4-FFF2-40B4-BE49-F238E27FC236}">
                <a16:creationId xmlns:a16="http://schemas.microsoft.com/office/drawing/2014/main" id="{AECD7F17-759F-C90E-E32D-5D87C78D1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7" name="Rectangle 72">
            <a:extLst>
              <a:ext uri="{FF2B5EF4-FFF2-40B4-BE49-F238E27FC236}">
                <a16:creationId xmlns:a16="http://schemas.microsoft.com/office/drawing/2014/main" id="{F29D461B-5339-653D-4019-9A13750D0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8" name="Rectangle 73">
            <a:extLst>
              <a:ext uri="{FF2B5EF4-FFF2-40B4-BE49-F238E27FC236}">
                <a16:creationId xmlns:a16="http://schemas.microsoft.com/office/drawing/2014/main" id="{7DFF3E3F-42F6-637D-670A-01CE78299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0650" y="36988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9" name="Rectangle 74">
            <a:extLst>
              <a:ext uri="{FF2B5EF4-FFF2-40B4-BE49-F238E27FC236}">
                <a16:creationId xmlns:a16="http://schemas.microsoft.com/office/drawing/2014/main" id="{8244DFF6-1AB5-CBBE-42D1-FE9B2D1F5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488" y="36988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0" name="Rectangle 75">
            <a:extLst>
              <a:ext uri="{FF2B5EF4-FFF2-40B4-BE49-F238E27FC236}">
                <a16:creationId xmlns:a16="http://schemas.microsoft.com/office/drawing/2014/main" id="{08D6DCBC-5CB9-3011-D256-F2E08E90C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1" name="Rectangle 76">
            <a:extLst>
              <a:ext uri="{FF2B5EF4-FFF2-40B4-BE49-F238E27FC236}">
                <a16:creationId xmlns:a16="http://schemas.microsoft.com/office/drawing/2014/main" id="{BDB3C96C-FE4B-8A08-781A-B5600C31E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2" name="Rectangle 77">
            <a:extLst>
              <a:ext uri="{FF2B5EF4-FFF2-40B4-BE49-F238E27FC236}">
                <a16:creationId xmlns:a16="http://schemas.microsoft.com/office/drawing/2014/main" id="{F1A9BC78-49E3-34B9-25E8-4CBEC9F5C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3" name="Rectangle 78">
            <a:extLst>
              <a:ext uri="{FF2B5EF4-FFF2-40B4-BE49-F238E27FC236}">
                <a16:creationId xmlns:a16="http://schemas.microsoft.com/office/drawing/2014/main" id="{FF241EA9-9CB3-3B80-717D-8D61040411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4" name="Rectangle 79">
            <a:extLst>
              <a:ext uri="{FF2B5EF4-FFF2-40B4-BE49-F238E27FC236}">
                <a16:creationId xmlns:a16="http://schemas.microsoft.com/office/drawing/2014/main" id="{C2A4938B-05B1-CC2F-5A07-37F185454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5" name="Rectangle 80">
            <a:extLst>
              <a:ext uri="{FF2B5EF4-FFF2-40B4-BE49-F238E27FC236}">
                <a16:creationId xmlns:a16="http://schemas.microsoft.com/office/drawing/2014/main" id="{D6395ABB-DB37-2D7A-E63F-97B63C5CD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6" name="Rectangle 81">
            <a:extLst>
              <a:ext uri="{FF2B5EF4-FFF2-40B4-BE49-F238E27FC236}">
                <a16:creationId xmlns:a16="http://schemas.microsoft.com/office/drawing/2014/main" id="{824CEF1C-94E3-6C46-61E1-A60BB1394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7" name="Rectangle 82">
            <a:extLst>
              <a:ext uri="{FF2B5EF4-FFF2-40B4-BE49-F238E27FC236}">
                <a16:creationId xmlns:a16="http://schemas.microsoft.com/office/drawing/2014/main" id="{17528CAA-1EE6-72EF-3ADA-22D2F97F4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8" name="Rectangle 83">
            <a:extLst>
              <a:ext uri="{FF2B5EF4-FFF2-40B4-BE49-F238E27FC236}">
                <a16:creationId xmlns:a16="http://schemas.microsoft.com/office/drawing/2014/main" id="{21F6F050-4BC2-2BEB-2EFA-A4DD36914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77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9" name="Rectangle 84">
            <a:extLst>
              <a:ext uri="{FF2B5EF4-FFF2-40B4-BE49-F238E27FC236}">
                <a16:creationId xmlns:a16="http://schemas.microsoft.com/office/drawing/2014/main" id="{4B753D51-6DCF-DD55-701C-F37C5FC8A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42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0" name="Rectangle 85">
            <a:extLst>
              <a:ext uri="{FF2B5EF4-FFF2-40B4-BE49-F238E27FC236}">
                <a16:creationId xmlns:a16="http://schemas.microsoft.com/office/drawing/2014/main" id="{BA6D26C6-A23D-3F76-B9F2-E85438312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890713"/>
            <a:ext cx="11113" cy="841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1" name="Rectangle 86">
            <a:extLst>
              <a:ext uri="{FF2B5EF4-FFF2-40B4-BE49-F238E27FC236}">
                <a16:creationId xmlns:a16="http://schemas.microsoft.com/office/drawing/2014/main" id="{397EA7D7-C0C1-4D34-4827-DB4EC8D78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351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2" name="Rectangle 87">
            <a:extLst>
              <a:ext uri="{FF2B5EF4-FFF2-40B4-BE49-F238E27FC236}">
                <a16:creationId xmlns:a16="http://schemas.microsoft.com/office/drawing/2014/main" id="{47BFFD35-01E2-13DE-B5CC-C2722D2BB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720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3" name="Rectangle 88">
            <a:extLst>
              <a:ext uri="{FF2B5EF4-FFF2-40B4-BE49-F238E27FC236}">
                <a16:creationId xmlns:a16="http://schemas.microsoft.com/office/drawing/2014/main" id="{F607F246-7E95-2CE8-9E0B-BFC62218B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60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4" name="Rectangle 89">
            <a:extLst>
              <a:ext uri="{FF2B5EF4-FFF2-40B4-BE49-F238E27FC236}">
                <a16:creationId xmlns:a16="http://schemas.microsoft.com/office/drawing/2014/main" id="{94F14996-18CB-0689-DA6E-A14815E8A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5" name="Rectangle 90">
            <a:extLst>
              <a:ext uri="{FF2B5EF4-FFF2-40B4-BE49-F238E27FC236}">
                <a16:creationId xmlns:a16="http://schemas.microsoft.com/office/drawing/2014/main" id="{0175C4AE-82A7-82C0-1069-45A8EF4A0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6" name="Rectangle 91">
            <a:extLst>
              <a:ext uri="{FF2B5EF4-FFF2-40B4-BE49-F238E27FC236}">
                <a16:creationId xmlns:a16="http://schemas.microsoft.com/office/drawing/2014/main" id="{9E0A52D7-F5CF-E55E-67A0-DBC9FE1A6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0" y="49498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7" name="Rectangle 92">
            <a:extLst>
              <a:ext uri="{FF2B5EF4-FFF2-40B4-BE49-F238E27FC236}">
                <a16:creationId xmlns:a16="http://schemas.microsoft.com/office/drawing/2014/main" id="{C591235C-3B81-961D-1A45-B2FC75257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49498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8" name="Rectangle 93">
            <a:extLst>
              <a:ext uri="{FF2B5EF4-FFF2-40B4-BE49-F238E27FC236}">
                <a16:creationId xmlns:a16="http://schemas.microsoft.com/office/drawing/2014/main" id="{1AB06DB2-9AE7-AE48-0726-BABC7D0D2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593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9" name="Rectangle 94">
            <a:extLst>
              <a:ext uri="{FF2B5EF4-FFF2-40B4-BE49-F238E27FC236}">
                <a16:creationId xmlns:a16="http://schemas.microsoft.com/office/drawing/2014/main" id="{66EDBAF1-38CD-174B-AB01-CEC767CBA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0" name="Freeform 95">
            <a:extLst>
              <a:ext uri="{FF2B5EF4-FFF2-40B4-BE49-F238E27FC236}">
                <a16:creationId xmlns:a16="http://schemas.microsoft.com/office/drawing/2014/main" id="{81B707FD-14A5-E9DD-F2A1-551B7F9C0BA1}"/>
              </a:ext>
            </a:extLst>
          </p:cNvPr>
          <p:cNvSpPr>
            <a:spLocks/>
          </p:cNvSpPr>
          <p:nvPr/>
        </p:nvSpPr>
        <p:spPr bwMode="auto">
          <a:xfrm>
            <a:off x="7259638" y="48164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21" name="Rectangle 96">
            <a:extLst>
              <a:ext uri="{FF2B5EF4-FFF2-40B4-BE49-F238E27FC236}">
                <a16:creationId xmlns:a16="http://schemas.microsoft.com/office/drawing/2014/main" id="{17B0565C-D01A-61EF-71F5-5E44E55A7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2" name="Rectangle 97">
            <a:extLst>
              <a:ext uri="{FF2B5EF4-FFF2-40B4-BE49-F238E27FC236}">
                <a16:creationId xmlns:a16="http://schemas.microsoft.com/office/drawing/2014/main" id="{35B0A4B1-7339-EDE9-C621-D9677C7C6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768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3" name="Rectangle 98">
            <a:extLst>
              <a:ext uri="{FF2B5EF4-FFF2-40B4-BE49-F238E27FC236}">
                <a16:creationId xmlns:a16="http://schemas.microsoft.com/office/drawing/2014/main" id="{255B041A-FC46-8790-182A-6E25516F7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6308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4" name="Rectangle 99">
            <a:extLst>
              <a:ext uri="{FF2B5EF4-FFF2-40B4-BE49-F238E27FC236}">
                <a16:creationId xmlns:a16="http://schemas.microsoft.com/office/drawing/2014/main" id="{D6957941-F8F7-AF1B-DACB-463C9560D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5" name="Rectangle 100">
            <a:extLst>
              <a:ext uri="{FF2B5EF4-FFF2-40B4-BE49-F238E27FC236}">
                <a16:creationId xmlns:a16="http://schemas.microsoft.com/office/drawing/2014/main" id="{92A69BD9-411E-A414-1656-093751E55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6" name="Rectangle 101">
            <a:extLst>
              <a:ext uri="{FF2B5EF4-FFF2-40B4-BE49-F238E27FC236}">
                <a16:creationId xmlns:a16="http://schemas.microsoft.com/office/drawing/2014/main" id="{925EA474-5EC0-6A54-5F9F-4D663121E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546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7" name="Rectangle 102">
            <a:extLst>
              <a:ext uri="{FF2B5EF4-FFF2-40B4-BE49-F238E27FC236}">
                <a16:creationId xmlns:a16="http://schemas.microsoft.com/office/drawing/2014/main" id="{D4E373FC-F0C6-AFB9-F4C9-4754BFE33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641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8" name="Rectangle 103">
            <a:extLst>
              <a:ext uri="{FF2B5EF4-FFF2-40B4-BE49-F238E27FC236}">
                <a16:creationId xmlns:a16="http://schemas.microsoft.com/office/drawing/2014/main" id="{D9950854-4CE8-9D3F-17F1-426847C74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9" name="Freeform 104">
            <a:extLst>
              <a:ext uri="{FF2B5EF4-FFF2-40B4-BE49-F238E27FC236}">
                <a16:creationId xmlns:a16="http://schemas.microsoft.com/office/drawing/2014/main" id="{54F09175-86D7-9989-F7DD-ED9503E5F728}"/>
              </a:ext>
            </a:extLst>
          </p:cNvPr>
          <p:cNvSpPr>
            <a:spLocks/>
          </p:cNvSpPr>
          <p:nvPr/>
        </p:nvSpPr>
        <p:spPr bwMode="auto">
          <a:xfrm>
            <a:off x="7259638" y="51212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30" name="Rectangle 105">
            <a:extLst>
              <a:ext uri="{FF2B5EF4-FFF2-40B4-BE49-F238E27FC236}">
                <a16:creationId xmlns:a16="http://schemas.microsoft.com/office/drawing/2014/main" id="{F01DBB9D-ED7D-E540-8F3B-50E3866C9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1" name="Rectangle 106">
            <a:extLst>
              <a:ext uri="{FF2B5EF4-FFF2-40B4-BE49-F238E27FC236}">
                <a16:creationId xmlns:a16="http://schemas.microsoft.com/office/drawing/2014/main" id="{9443B18A-3DE0-21F3-DD96-E5811915C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2" name="Rectangle 107">
            <a:extLst>
              <a:ext uri="{FF2B5EF4-FFF2-40B4-BE49-F238E27FC236}">
                <a16:creationId xmlns:a16="http://schemas.microsoft.com/office/drawing/2014/main" id="{8C2621A1-AD28-42C5-4918-33CEF578F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3159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3" name="Rectangle 108">
            <a:extLst>
              <a:ext uri="{FF2B5EF4-FFF2-40B4-BE49-F238E27FC236}">
                <a16:creationId xmlns:a16="http://schemas.microsoft.com/office/drawing/2014/main" id="{2DC8167C-674A-98B0-A773-9AFF24AA0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41875"/>
            <a:ext cx="12223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4" name="Rectangle 109">
            <a:extLst>
              <a:ext uri="{FF2B5EF4-FFF2-40B4-BE49-F238E27FC236}">
                <a16:creationId xmlns:a16="http://schemas.microsoft.com/office/drawing/2014/main" id="{14CDA4C8-4605-C579-F49E-57AAE9B8C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624388"/>
            <a:ext cx="12700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5" name="Rectangle 110">
            <a:extLst>
              <a:ext uri="{FF2B5EF4-FFF2-40B4-BE49-F238E27FC236}">
                <a16:creationId xmlns:a16="http://schemas.microsoft.com/office/drawing/2014/main" id="{02B98046-1125-2051-7F27-ECF5F3B33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624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6" name="Rectangle 111">
            <a:extLst>
              <a:ext uri="{FF2B5EF4-FFF2-40B4-BE49-F238E27FC236}">
                <a16:creationId xmlns:a16="http://schemas.microsoft.com/office/drawing/2014/main" id="{C1692A51-D2B5-AED3-4DD8-976B14E3F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14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7" name="Rectangle 112">
            <a:extLst>
              <a:ext uri="{FF2B5EF4-FFF2-40B4-BE49-F238E27FC236}">
                <a16:creationId xmlns:a16="http://schemas.microsoft.com/office/drawing/2014/main" id="{6298FBFE-C705-5F80-38A1-E64AD0F0E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9387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8" name="Rectangle 113">
            <a:extLst>
              <a:ext uri="{FF2B5EF4-FFF2-40B4-BE49-F238E27FC236}">
                <a16:creationId xmlns:a16="http://schemas.microsoft.com/office/drawing/2014/main" id="{5262359F-09C8-9301-DD21-E54DA2ABF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41875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9" name="Rectangle 114">
            <a:extLst>
              <a:ext uri="{FF2B5EF4-FFF2-40B4-BE49-F238E27FC236}">
                <a16:creationId xmlns:a16="http://schemas.microsoft.com/office/drawing/2014/main" id="{3F26207A-406C-0325-2DFC-7AEC0B21A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6243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0" name="Rectangle 115">
            <a:extLst>
              <a:ext uri="{FF2B5EF4-FFF2-40B4-BE49-F238E27FC236}">
                <a16:creationId xmlns:a16="http://schemas.microsoft.com/office/drawing/2014/main" id="{5DCE2332-F064-6C75-B398-471684084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450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1" name="Rectangle 116">
            <a:extLst>
              <a:ext uri="{FF2B5EF4-FFF2-40B4-BE49-F238E27FC236}">
                <a16:creationId xmlns:a16="http://schemas.microsoft.com/office/drawing/2014/main" id="{CC451B24-B672-86B6-6A39-C7B2A9E7B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1450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2" name="Rectangle 117">
            <a:extLst>
              <a:ext uri="{FF2B5EF4-FFF2-40B4-BE49-F238E27FC236}">
                <a16:creationId xmlns:a16="http://schemas.microsoft.com/office/drawing/2014/main" id="{9906DA48-5FF5-5A62-9874-F6D4EDFB0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029075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3" name="Rectangle 118">
            <a:extLst>
              <a:ext uri="{FF2B5EF4-FFF2-40B4-BE49-F238E27FC236}">
                <a16:creationId xmlns:a16="http://schemas.microsoft.com/office/drawing/2014/main" id="{F4C1675E-412B-13A9-2C27-186F189B3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19538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4" name="Rectangle 119">
            <a:extLst>
              <a:ext uri="{FF2B5EF4-FFF2-40B4-BE49-F238E27FC236}">
                <a16:creationId xmlns:a16="http://schemas.microsoft.com/office/drawing/2014/main" id="{1A49C2D9-B0D0-C9A9-DF63-C08FFBBE7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48150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5" name="Rectangle 120">
            <a:extLst>
              <a:ext uri="{FF2B5EF4-FFF2-40B4-BE49-F238E27FC236}">
                <a16:creationId xmlns:a16="http://schemas.microsoft.com/office/drawing/2014/main" id="{32804E97-0853-1CFB-D06B-14CABE6E7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6" name="Rectangle 121">
            <a:extLst>
              <a:ext uri="{FF2B5EF4-FFF2-40B4-BE49-F238E27FC236}">
                <a16:creationId xmlns:a16="http://schemas.microsoft.com/office/drawing/2014/main" id="{185BBA3F-23FF-A554-6950-F3217169A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32288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7" name="Rectangle 122">
            <a:extLst>
              <a:ext uri="{FF2B5EF4-FFF2-40B4-BE49-F238E27FC236}">
                <a16:creationId xmlns:a16="http://schemas.microsoft.com/office/drawing/2014/main" id="{5B93A549-4B69-701A-64CC-1139FDFE2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8" name="Rectangle 123">
            <a:extLst>
              <a:ext uri="{FF2B5EF4-FFF2-40B4-BE49-F238E27FC236}">
                <a16:creationId xmlns:a16="http://schemas.microsoft.com/office/drawing/2014/main" id="{AA487AD6-84D6-1AF7-7860-9571874C7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9" name="Rectangle 124">
            <a:extLst>
              <a:ext uri="{FF2B5EF4-FFF2-40B4-BE49-F238E27FC236}">
                <a16:creationId xmlns:a16="http://schemas.microsoft.com/office/drawing/2014/main" id="{CCD9F73C-7DFD-365F-F417-7E21F14CE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930400"/>
            <a:ext cx="11113" cy="841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0" name="Rectangle 125">
            <a:extLst>
              <a:ext uri="{FF2B5EF4-FFF2-40B4-BE49-F238E27FC236}">
                <a16:creationId xmlns:a16="http://schemas.microsoft.com/office/drawing/2014/main" id="{4DAD6ADC-97EA-65DA-6C35-E1A2A3FF0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748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1" name="Rectangle 126">
            <a:extLst>
              <a:ext uri="{FF2B5EF4-FFF2-40B4-BE49-F238E27FC236}">
                <a16:creationId xmlns:a16="http://schemas.microsoft.com/office/drawing/2014/main" id="{95BBF7B7-4E1B-6A27-4D56-DB8B846C9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5546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2" name="Rectangle 127">
            <a:extLst>
              <a:ext uri="{FF2B5EF4-FFF2-40B4-BE49-F238E27FC236}">
                <a16:creationId xmlns:a16="http://schemas.microsoft.com/office/drawing/2014/main" id="{6FED8F6D-C597-0C2E-DB05-3E01E7C0C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3" name="Rectangle 128">
            <a:extLst>
              <a:ext uri="{FF2B5EF4-FFF2-40B4-BE49-F238E27FC236}">
                <a16:creationId xmlns:a16="http://schemas.microsoft.com/office/drawing/2014/main" id="{352B1E26-AA3E-5B2C-55D9-DFEE7ADAD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76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4" name="Rectangle 129">
            <a:extLst>
              <a:ext uri="{FF2B5EF4-FFF2-40B4-BE49-F238E27FC236}">
                <a16:creationId xmlns:a16="http://schemas.microsoft.com/office/drawing/2014/main" id="{E4589AA4-2114-99C1-C98D-3B69DC2A8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0" y="51784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5" name="Rectangle 130">
            <a:extLst>
              <a:ext uri="{FF2B5EF4-FFF2-40B4-BE49-F238E27FC236}">
                <a16:creationId xmlns:a16="http://schemas.microsoft.com/office/drawing/2014/main" id="{A6392EAF-48BB-7730-2106-C0B5330B4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287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6" name="Rectangle 131">
            <a:extLst>
              <a:ext uri="{FF2B5EF4-FFF2-40B4-BE49-F238E27FC236}">
                <a16:creationId xmlns:a16="http://schemas.microsoft.com/office/drawing/2014/main" id="{B74C531D-CE36-939B-A01F-1E7697B3C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325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7" name="Rectangle 132">
            <a:extLst>
              <a:ext uri="{FF2B5EF4-FFF2-40B4-BE49-F238E27FC236}">
                <a16:creationId xmlns:a16="http://schemas.microsoft.com/office/drawing/2014/main" id="{5443A843-2560-AC23-E31F-0C5E7B76E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8" name="Rectangle 133">
            <a:extLst>
              <a:ext uri="{FF2B5EF4-FFF2-40B4-BE49-F238E27FC236}">
                <a16:creationId xmlns:a16="http://schemas.microsoft.com/office/drawing/2014/main" id="{7734DCDA-EF3F-9ACA-4EEB-2630F143E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9" name="Rectangle 134">
            <a:extLst>
              <a:ext uri="{FF2B5EF4-FFF2-40B4-BE49-F238E27FC236}">
                <a16:creationId xmlns:a16="http://schemas.microsoft.com/office/drawing/2014/main" id="{1461E6A1-DB60-5B9D-98BD-79912C680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548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0" name="Rectangle 135">
            <a:extLst>
              <a:ext uri="{FF2B5EF4-FFF2-40B4-BE49-F238E27FC236}">
                <a16:creationId xmlns:a16="http://schemas.microsoft.com/office/drawing/2014/main" id="{A7664E4A-5CCC-0F1C-AAF9-BFFCE4C16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8625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1" name="Rectangle 136">
            <a:extLst>
              <a:ext uri="{FF2B5EF4-FFF2-40B4-BE49-F238E27FC236}">
                <a16:creationId xmlns:a16="http://schemas.microsoft.com/office/drawing/2014/main" id="{58BBE2F8-AAFD-D95F-5BBB-C07D3D05F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548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2" name="Rectangle 137">
            <a:extLst>
              <a:ext uri="{FF2B5EF4-FFF2-40B4-BE49-F238E27FC236}">
                <a16:creationId xmlns:a16="http://schemas.microsoft.com/office/drawing/2014/main" id="{30FD6213-DA24-7914-F82F-3E921B66E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6688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3" name="Rectangle 138">
            <a:extLst>
              <a:ext uri="{FF2B5EF4-FFF2-40B4-BE49-F238E27FC236}">
                <a16:creationId xmlns:a16="http://schemas.microsoft.com/office/drawing/2014/main" id="{11E935C0-FF0D-90FB-7BDC-3C51A84FB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4" name="Freeform 139">
            <a:extLst>
              <a:ext uri="{FF2B5EF4-FFF2-40B4-BE49-F238E27FC236}">
                <a16:creationId xmlns:a16="http://schemas.microsoft.com/office/drawing/2014/main" id="{A975BBF0-2243-AED4-0EAF-B8570C52041D}"/>
              </a:ext>
            </a:extLst>
          </p:cNvPr>
          <p:cNvSpPr>
            <a:spLocks/>
          </p:cNvSpPr>
          <p:nvPr/>
        </p:nvSpPr>
        <p:spPr bwMode="auto">
          <a:xfrm>
            <a:off x="4286250" y="4365625"/>
            <a:ext cx="12700" cy="1588"/>
          </a:xfrm>
          <a:custGeom>
            <a:avLst/>
            <a:gdLst>
              <a:gd name="T0" fmla="*/ 0 w 8"/>
              <a:gd name="T1" fmla="*/ 0 h 1587"/>
              <a:gd name="T2" fmla="*/ 0 w 8"/>
              <a:gd name="T3" fmla="*/ 0 h 1587"/>
              <a:gd name="T4" fmla="*/ 0 w 8"/>
              <a:gd name="T5" fmla="*/ 0 h 1587"/>
              <a:gd name="T6" fmla="*/ 2147483647 w 8"/>
              <a:gd name="T7" fmla="*/ 0 h 1587"/>
              <a:gd name="T8" fmla="*/ 2147483647 w 8"/>
              <a:gd name="T9" fmla="*/ 0 h 1587"/>
              <a:gd name="T10" fmla="*/ 2147483647 w 8"/>
              <a:gd name="T11" fmla="*/ 0 h 1587"/>
              <a:gd name="T12" fmla="*/ 0 w 8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"/>
              <a:gd name="T22" fmla="*/ 0 h 1587"/>
              <a:gd name="T23" fmla="*/ 8 w 8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" h="1587">
                <a:moveTo>
                  <a:pt x="0" y="0"/>
                </a:moveTo>
                <a:lnTo>
                  <a:pt x="0" y="0"/>
                </a:ln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65" name="Rectangle 140">
            <a:extLst>
              <a:ext uri="{FF2B5EF4-FFF2-40B4-BE49-F238E27FC236}">
                <a16:creationId xmlns:a16="http://schemas.microsoft.com/office/drawing/2014/main" id="{189BD6FC-73D2-C9A7-8974-D51CED1D7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6" name="Rectangle 141">
            <a:extLst>
              <a:ext uri="{FF2B5EF4-FFF2-40B4-BE49-F238E27FC236}">
                <a16:creationId xmlns:a16="http://schemas.microsoft.com/office/drawing/2014/main" id="{5DCA6418-745B-753B-60DF-A6A3F731D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5488" y="3941763"/>
            <a:ext cx="292100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7" name="Rectangle 142">
            <a:extLst>
              <a:ext uri="{FF2B5EF4-FFF2-40B4-BE49-F238E27FC236}">
                <a16:creationId xmlns:a16="http://schemas.microsoft.com/office/drawing/2014/main" id="{08958C03-A2C5-9136-A9D2-0FCBF6F29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8" name="Rectangle 143">
            <a:extLst>
              <a:ext uri="{FF2B5EF4-FFF2-40B4-BE49-F238E27FC236}">
                <a16:creationId xmlns:a16="http://schemas.microsoft.com/office/drawing/2014/main" id="{495AD8B2-35AF-B87A-1A65-32BF0BF45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2813050"/>
            <a:ext cx="120650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9" name="Rectangle 144">
            <a:extLst>
              <a:ext uri="{FF2B5EF4-FFF2-40B4-BE49-F238E27FC236}">
                <a16:creationId xmlns:a16="http://schemas.microsoft.com/office/drawing/2014/main" id="{FF27D8D5-96F7-A620-C082-DCB1ABC3D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8950" y="15986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grpSp>
        <p:nvGrpSpPr>
          <p:cNvPr id="2" name="组合 353">
            <a:extLst>
              <a:ext uri="{FF2B5EF4-FFF2-40B4-BE49-F238E27FC236}">
                <a16:creationId xmlns:a16="http://schemas.microsoft.com/office/drawing/2014/main" id="{321E5094-4816-C124-3A19-E3E1BF77447D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1217613"/>
            <a:ext cx="6705600" cy="4732337"/>
            <a:chOff x="1295400" y="1144934"/>
            <a:chExt cx="6705600" cy="4732338"/>
          </a:xfrm>
        </p:grpSpPr>
        <p:sp>
          <p:nvSpPr>
            <p:cNvPr id="59546" name="AutoShape 146">
              <a:extLst>
                <a:ext uri="{FF2B5EF4-FFF2-40B4-BE49-F238E27FC236}">
                  <a16:creationId xmlns:a16="http://schemas.microsoft.com/office/drawing/2014/main" id="{6C5CFB5C-3E79-B9EF-890B-C8F06A2A2E6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95400" y="1144934"/>
              <a:ext cx="6705600" cy="473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7" name="Freeform 147">
              <a:extLst>
                <a:ext uri="{FF2B5EF4-FFF2-40B4-BE49-F238E27FC236}">
                  <a16:creationId xmlns:a16="http://schemas.microsoft.com/office/drawing/2014/main" id="{5ED188FF-BF2B-0A58-C222-95E2503C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73725" cy="3459163"/>
            </a:xfrm>
            <a:custGeom>
              <a:avLst/>
              <a:gdLst>
                <a:gd name="T0" fmla="*/ 2147483647 w 3574"/>
                <a:gd name="T1" fmla="*/ 0 h 2179"/>
                <a:gd name="T2" fmla="*/ 2147483647 w 3574"/>
                <a:gd name="T3" fmla="*/ 2147483647 h 2179"/>
                <a:gd name="T4" fmla="*/ 2147483647 w 3574"/>
                <a:gd name="T5" fmla="*/ 2147483647 h 2179"/>
                <a:gd name="T6" fmla="*/ 2147483647 w 3574"/>
                <a:gd name="T7" fmla="*/ 2147483647 h 2179"/>
                <a:gd name="T8" fmla="*/ 0 w 3574"/>
                <a:gd name="T9" fmla="*/ 2147483647 h 2179"/>
                <a:gd name="T10" fmla="*/ 0 w 3574"/>
                <a:gd name="T11" fmla="*/ 2147483647 h 2179"/>
                <a:gd name="T12" fmla="*/ 0 w 3574"/>
                <a:gd name="T13" fmla="*/ 2147483647 h 2179"/>
                <a:gd name="T14" fmla="*/ 2147483647 w 3574"/>
                <a:gd name="T15" fmla="*/ 2147483647 h 2179"/>
                <a:gd name="T16" fmla="*/ 2147483647 w 3574"/>
                <a:gd name="T17" fmla="*/ 2147483647 h 2179"/>
                <a:gd name="T18" fmla="*/ 2147483647 w 3574"/>
                <a:gd name="T19" fmla="*/ 2147483647 h 2179"/>
                <a:gd name="T20" fmla="*/ 2147483647 w 3574"/>
                <a:gd name="T21" fmla="*/ 2147483647 h 2179"/>
                <a:gd name="T22" fmla="*/ 2147483647 w 3574"/>
                <a:gd name="T23" fmla="*/ 2147483647 h 2179"/>
                <a:gd name="T24" fmla="*/ 2147483647 w 3574"/>
                <a:gd name="T25" fmla="*/ 2147483647 h 2179"/>
                <a:gd name="T26" fmla="*/ 2147483647 w 3574"/>
                <a:gd name="T27" fmla="*/ 2147483647 h 2179"/>
                <a:gd name="T28" fmla="*/ 2147483647 w 3574"/>
                <a:gd name="T29" fmla="*/ 2147483647 h 2179"/>
                <a:gd name="T30" fmla="*/ 2147483647 w 3574"/>
                <a:gd name="T31" fmla="*/ 2147483647 h 2179"/>
                <a:gd name="T32" fmla="*/ 2147483647 w 3574"/>
                <a:gd name="T33" fmla="*/ 2147483647 h 2179"/>
                <a:gd name="T34" fmla="*/ 2147483647 w 3574"/>
                <a:gd name="T35" fmla="*/ 2147483647 h 2179"/>
                <a:gd name="T36" fmla="*/ 2147483647 w 3574"/>
                <a:gd name="T37" fmla="*/ 2147483647 h 2179"/>
                <a:gd name="T38" fmla="*/ 2147483647 w 3574"/>
                <a:gd name="T39" fmla="*/ 2147483647 h 2179"/>
                <a:gd name="T40" fmla="*/ 2147483647 w 3574"/>
                <a:gd name="T41" fmla="*/ 2147483647 h 2179"/>
                <a:gd name="T42" fmla="*/ 2147483647 w 3574"/>
                <a:gd name="T43" fmla="*/ 2147483647 h 2179"/>
                <a:gd name="T44" fmla="*/ 2147483647 w 3574"/>
                <a:gd name="T45" fmla="*/ 0 h 2179"/>
                <a:gd name="T46" fmla="*/ 2147483647 w 3574"/>
                <a:gd name="T47" fmla="*/ 0 h 2179"/>
                <a:gd name="T48" fmla="*/ 2147483647 w 3574"/>
                <a:gd name="T49" fmla="*/ 0 h 21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74"/>
                <a:gd name="T76" fmla="*/ 0 h 2179"/>
                <a:gd name="T77" fmla="*/ 3574 w 3574"/>
                <a:gd name="T78" fmla="*/ 2179 h 217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74" h="2179">
                  <a:moveTo>
                    <a:pt x="138" y="0"/>
                  </a:moveTo>
                  <a:lnTo>
                    <a:pt x="84" y="8"/>
                  </a:lnTo>
                  <a:lnTo>
                    <a:pt x="46" y="39"/>
                  </a:lnTo>
                  <a:lnTo>
                    <a:pt x="16" y="85"/>
                  </a:lnTo>
                  <a:lnTo>
                    <a:pt x="0" y="138"/>
                  </a:lnTo>
                  <a:lnTo>
                    <a:pt x="0" y="1086"/>
                  </a:lnTo>
                  <a:lnTo>
                    <a:pt x="0" y="2041"/>
                  </a:lnTo>
                  <a:lnTo>
                    <a:pt x="16" y="2095"/>
                  </a:lnTo>
                  <a:lnTo>
                    <a:pt x="46" y="214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28" y="39"/>
                  </a:lnTo>
                  <a:lnTo>
                    <a:pt x="3490" y="8"/>
                  </a:lnTo>
                  <a:lnTo>
                    <a:pt x="3436" y="0"/>
                  </a:lnTo>
                  <a:lnTo>
                    <a:pt x="1783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8" name="Freeform 148">
              <a:extLst>
                <a:ext uri="{FF2B5EF4-FFF2-40B4-BE49-F238E27FC236}">
                  <a16:creationId xmlns:a16="http://schemas.microsoft.com/office/drawing/2014/main" id="{A2BCCFEC-B014-989C-3E0A-7B317A7AB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84838" cy="3470275"/>
            </a:xfrm>
            <a:custGeom>
              <a:avLst/>
              <a:gdLst>
                <a:gd name="T0" fmla="*/ 2147483647 w 3581"/>
                <a:gd name="T1" fmla="*/ 2147483647 h 2186"/>
                <a:gd name="T2" fmla="*/ 2147483647 w 3581"/>
                <a:gd name="T3" fmla="*/ 2147483647 h 2186"/>
                <a:gd name="T4" fmla="*/ 2147483647 w 3581"/>
                <a:gd name="T5" fmla="*/ 2147483647 h 2186"/>
                <a:gd name="T6" fmla="*/ 2147483647 w 3581"/>
                <a:gd name="T7" fmla="*/ 2147483647 h 2186"/>
                <a:gd name="T8" fmla="*/ 2147483647 w 3581"/>
                <a:gd name="T9" fmla="*/ 2147483647 h 2186"/>
                <a:gd name="T10" fmla="*/ 2147483647 w 3581"/>
                <a:gd name="T11" fmla="*/ 2147483647 h 2186"/>
                <a:gd name="T12" fmla="*/ 2147483647 w 3581"/>
                <a:gd name="T13" fmla="*/ 2147483647 h 2186"/>
                <a:gd name="T14" fmla="*/ 2147483647 w 3581"/>
                <a:gd name="T15" fmla="*/ 2147483647 h 2186"/>
                <a:gd name="T16" fmla="*/ 2147483647 w 3581"/>
                <a:gd name="T17" fmla="*/ 2147483647 h 2186"/>
                <a:gd name="T18" fmla="*/ 2147483647 w 3581"/>
                <a:gd name="T19" fmla="*/ 2147483647 h 2186"/>
                <a:gd name="T20" fmla="*/ 2147483647 w 3581"/>
                <a:gd name="T21" fmla="*/ 2147483647 h 2186"/>
                <a:gd name="T22" fmla="*/ 2147483647 w 3581"/>
                <a:gd name="T23" fmla="*/ 2147483647 h 2186"/>
                <a:gd name="T24" fmla="*/ 2147483647 w 3581"/>
                <a:gd name="T25" fmla="*/ 2147483647 h 2186"/>
                <a:gd name="T26" fmla="*/ 2147483647 w 3581"/>
                <a:gd name="T27" fmla="*/ 2147483647 h 2186"/>
                <a:gd name="T28" fmla="*/ 2147483647 w 3581"/>
                <a:gd name="T29" fmla="*/ 2147483647 h 2186"/>
                <a:gd name="T30" fmla="*/ 2147483647 w 3581"/>
                <a:gd name="T31" fmla="*/ 2147483647 h 2186"/>
                <a:gd name="T32" fmla="*/ 2147483647 w 3581"/>
                <a:gd name="T33" fmla="*/ 2147483647 h 2186"/>
                <a:gd name="T34" fmla="*/ 2147483647 w 3581"/>
                <a:gd name="T35" fmla="*/ 2147483647 h 2186"/>
                <a:gd name="T36" fmla="*/ 2147483647 w 3581"/>
                <a:gd name="T37" fmla="*/ 2147483647 h 2186"/>
                <a:gd name="T38" fmla="*/ 2147483647 w 3581"/>
                <a:gd name="T39" fmla="*/ 2147483647 h 2186"/>
                <a:gd name="T40" fmla="*/ 2147483647 w 3581"/>
                <a:gd name="T41" fmla="*/ 2147483647 h 2186"/>
                <a:gd name="T42" fmla="*/ 2147483647 w 3581"/>
                <a:gd name="T43" fmla="*/ 2147483647 h 2186"/>
                <a:gd name="T44" fmla="*/ 2147483647 w 3581"/>
                <a:gd name="T45" fmla="*/ 2147483647 h 2186"/>
                <a:gd name="T46" fmla="*/ 2147483647 w 3581"/>
                <a:gd name="T47" fmla="*/ 2147483647 h 2186"/>
                <a:gd name="T48" fmla="*/ 2147483647 w 3581"/>
                <a:gd name="T49" fmla="*/ 0 h 2186"/>
                <a:gd name="T50" fmla="*/ 2147483647 w 3581"/>
                <a:gd name="T51" fmla="*/ 0 h 2186"/>
                <a:gd name="T52" fmla="*/ 2147483647 w 3581"/>
                <a:gd name="T53" fmla="*/ 2147483647 h 2186"/>
                <a:gd name="T54" fmla="*/ 2147483647 w 3581"/>
                <a:gd name="T55" fmla="*/ 2147483647 h 2186"/>
                <a:gd name="T56" fmla="*/ 2147483647 w 3581"/>
                <a:gd name="T57" fmla="*/ 2147483647 h 2186"/>
                <a:gd name="T58" fmla="*/ 2147483647 w 3581"/>
                <a:gd name="T59" fmla="*/ 2147483647 h 2186"/>
                <a:gd name="T60" fmla="*/ 2147483647 w 3581"/>
                <a:gd name="T61" fmla="*/ 2147483647 h 2186"/>
                <a:gd name="T62" fmla="*/ 2147483647 w 3581"/>
                <a:gd name="T63" fmla="*/ 2147483647 h 2186"/>
                <a:gd name="T64" fmla="*/ 2147483647 w 3581"/>
                <a:gd name="T65" fmla="*/ 2147483647 h 2186"/>
                <a:gd name="T66" fmla="*/ 2147483647 w 3581"/>
                <a:gd name="T67" fmla="*/ 2147483647 h 2186"/>
                <a:gd name="T68" fmla="*/ 2147483647 w 3581"/>
                <a:gd name="T69" fmla="*/ 2147483647 h 2186"/>
                <a:gd name="T70" fmla="*/ 2147483647 w 3581"/>
                <a:gd name="T71" fmla="*/ 2147483647 h 2186"/>
                <a:gd name="T72" fmla="*/ 2147483647 w 3581"/>
                <a:gd name="T73" fmla="*/ 2147483647 h 2186"/>
                <a:gd name="T74" fmla="*/ 2147483647 w 3581"/>
                <a:gd name="T75" fmla="*/ 2147483647 h 2186"/>
                <a:gd name="T76" fmla="*/ 2147483647 w 3581"/>
                <a:gd name="T77" fmla="*/ 2147483647 h 2186"/>
                <a:gd name="T78" fmla="*/ 2147483647 w 3581"/>
                <a:gd name="T79" fmla="*/ 2147483647 h 2186"/>
                <a:gd name="T80" fmla="*/ 2147483647 w 3581"/>
                <a:gd name="T81" fmla="*/ 2147483647 h 2186"/>
                <a:gd name="T82" fmla="*/ 0 w 3581"/>
                <a:gd name="T83" fmla="*/ 2147483647 h 2186"/>
                <a:gd name="T84" fmla="*/ 0 w 3581"/>
                <a:gd name="T85" fmla="*/ 2147483647 h 2186"/>
                <a:gd name="T86" fmla="*/ 0 w 3581"/>
                <a:gd name="T87" fmla="*/ 2147483647 h 2186"/>
                <a:gd name="T88" fmla="*/ 2147483647 w 3581"/>
                <a:gd name="T89" fmla="*/ 2147483647 h 2186"/>
                <a:gd name="T90" fmla="*/ 2147483647 w 3581"/>
                <a:gd name="T91" fmla="*/ 2147483647 h 2186"/>
                <a:gd name="T92" fmla="*/ 2147483647 w 3581"/>
                <a:gd name="T93" fmla="*/ 2147483647 h 2186"/>
                <a:gd name="T94" fmla="*/ 2147483647 w 3581"/>
                <a:gd name="T95" fmla="*/ 0 h 21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581"/>
                <a:gd name="T145" fmla="*/ 0 h 2186"/>
                <a:gd name="T146" fmla="*/ 3581 w 3581"/>
                <a:gd name="T147" fmla="*/ 2186 h 218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581" h="2186">
                  <a:moveTo>
                    <a:pt x="138" y="8"/>
                  </a:moveTo>
                  <a:lnTo>
                    <a:pt x="84" y="16"/>
                  </a:lnTo>
                  <a:lnTo>
                    <a:pt x="92" y="16"/>
                  </a:lnTo>
                  <a:lnTo>
                    <a:pt x="54" y="46"/>
                  </a:lnTo>
                  <a:lnTo>
                    <a:pt x="23" y="92"/>
                  </a:lnTo>
                  <a:lnTo>
                    <a:pt x="23" y="85"/>
                  </a:lnTo>
                  <a:lnTo>
                    <a:pt x="8" y="138"/>
                  </a:lnTo>
                  <a:lnTo>
                    <a:pt x="8" y="1086"/>
                  </a:lnTo>
                  <a:lnTo>
                    <a:pt x="8" y="2041"/>
                  </a:lnTo>
                  <a:lnTo>
                    <a:pt x="23" y="2095"/>
                  </a:lnTo>
                  <a:lnTo>
                    <a:pt x="54" y="2141"/>
                  </a:lnTo>
                  <a:lnTo>
                    <a:pt x="92" y="217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58" y="92"/>
                  </a:lnTo>
                  <a:lnTo>
                    <a:pt x="3528" y="46"/>
                  </a:lnTo>
                  <a:lnTo>
                    <a:pt x="3490" y="16"/>
                  </a:lnTo>
                  <a:lnTo>
                    <a:pt x="3436" y="8"/>
                  </a:lnTo>
                  <a:lnTo>
                    <a:pt x="1783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783" y="0"/>
                  </a:lnTo>
                  <a:lnTo>
                    <a:pt x="3436" y="0"/>
                  </a:lnTo>
                  <a:lnTo>
                    <a:pt x="3490" y="8"/>
                  </a:lnTo>
                  <a:lnTo>
                    <a:pt x="3497" y="8"/>
                  </a:lnTo>
                  <a:lnTo>
                    <a:pt x="3536" y="39"/>
                  </a:lnTo>
                  <a:lnTo>
                    <a:pt x="3566" y="85"/>
                  </a:lnTo>
                  <a:lnTo>
                    <a:pt x="3581" y="138"/>
                  </a:lnTo>
                  <a:lnTo>
                    <a:pt x="3581" y="1086"/>
                  </a:lnTo>
                  <a:lnTo>
                    <a:pt x="3581" y="2041"/>
                  </a:lnTo>
                  <a:lnTo>
                    <a:pt x="3566" y="2095"/>
                  </a:lnTo>
                  <a:lnTo>
                    <a:pt x="3566" y="2102"/>
                  </a:lnTo>
                  <a:lnTo>
                    <a:pt x="3536" y="2148"/>
                  </a:lnTo>
                  <a:lnTo>
                    <a:pt x="3497" y="2179"/>
                  </a:lnTo>
                  <a:lnTo>
                    <a:pt x="3490" y="2179"/>
                  </a:lnTo>
                  <a:lnTo>
                    <a:pt x="3436" y="2186"/>
                  </a:lnTo>
                  <a:lnTo>
                    <a:pt x="1783" y="2186"/>
                  </a:lnTo>
                  <a:lnTo>
                    <a:pt x="138" y="2186"/>
                  </a:lnTo>
                  <a:lnTo>
                    <a:pt x="84" y="2179"/>
                  </a:lnTo>
                  <a:lnTo>
                    <a:pt x="46" y="2148"/>
                  </a:lnTo>
                  <a:lnTo>
                    <a:pt x="16" y="2102"/>
                  </a:lnTo>
                  <a:lnTo>
                    <a:pt x="16" y="2095"/>
                  </a:lnTo>
                  <a:lnTo>
                    <a:pt x="0" y="2041"/>
                  </a:lnTo>
                  <a:lnTo>
                    <a:pt x="0" y="1086"/>
                  </a:lnTo>
                  <a:lnTo>
                    <a:pt x="0" y="138"/>
                  </a:lnTo>
                  <a:lnTo>
                    <a:pt x="16" y="85"/>
                  </a:lnTo>
                  <a:lnTo>
                    <a:pt x="46" y="39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9" name="Freeform 149">
              <a:extLst>
                <a:ext uri="{FF2B5EF4-FFF2-40B4-BE49-F238E27FC236}">
                  <a16:creationId xmlns:a16="http://schemas.microsoft.com/office/drawing/2014/main" id="{6E572919-4B4E-B951-153D-FBAB2B02A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14863" cy="2597150"/>
            </a:xfrm>
            <a:custGeom>
              <a:avLst/>
              <a:gdLst>
                <a:gd name="T0" fmla="*/ 2147483647 w 2907"/>
                <a:gd name="T1" fmla="*/ 0 h 1636"/>
                <a:gd name="T2" fmla="*/ 2147483647 w 2907"/>
                <a:gd name="T3" fmla="*/ 2147483647 h 1636"/>
                <a:gd name="T4" fmla="*/ 2147483647 w 2907"/>
                <a:gd name="T5" fmla="*/ 2147483647 h 1636"/>
                <a:gd name="T6" fmla="*/ 2147483647 w 2907"/>
                <a:gd name="T7" fmla="*/ 2147483647 h 1636"/>
                <a:gd name="T8" fmla="*/ 0 w 2907"/>
                <a:gd name="T9" fmla="*/ 2147483647 h 1636"/>
                <a:gd name="T10" fmla="*/ 0 w 2907"/>
                <a:gd name="T11" fmla="*/ 2147483647 h 1636"/>
                <a:gd name="T12" fmla="*/ 0 w 2907"/>
                <a:gd name="T13" fmla="*/ 2147483647 h 1636"/>
                <a:gd name="T14" fmla="*/ 2147483647 w 2907"/>
                <a:gd name="T15" fmla="*/ 2147483647 h 1636"/>
                <a:gd name="T16" fmla="*/ 2147483647 w 2907"/>
                <a:gd name="T17" fmla="*/ 2147483647 h 1636"/>
                <a:gd name="T18" fmla="*/ 2147483647 w 2907"/>
                <a:gd name="T19" fmla="*/ 2147483647 h 1636"/>
                <a:gd name="T20" fmla="*/ 2147483647 w 2907"/>
                <a:gd name="T21" fmla="*/ 2147483647 h 1636"/>
                <a:gd name="T22" fmla="*/ 2147483647 w 2907"/>
                <a:gd name="T23" fmla="*/ 2147483647 h 1636"/>
                <a:gd name="T24" fmla="*/ 2147483647 w 2907"/>
                <a:gd name="T25" fmla="*/ 2147483647 h 1636"/>
                <a:gd name="T26" fmla="*/ 2147483647 w 2907"/>
                <a:gd name="T27" fmla="*/ 2147483647 h 1636"/>
                <a:gd name="T28" fmla="*/ 2147483647 w 2907"/>
                <a:gd name="T29" fmla="*/ 2147483647 h 1636"/>
                <a:gd name="T30" fmla="*/ 2147483647 w 2907"/>
                <a:gd name="T31" fmla="*/ 2147483647 h 1636"/>
                <a:gd name="T32" fmla="*/ 2147483647 w 2907"/>
                <a:gd name="T33" fmla="*/ 2147483647 h 1636"/>
                <a:gd name="T34" fmla="*/ 2147483647 w 2907"/>
                <a:gd name="T35" fmla="*/ 2147483647 h 1636"/>
                <a:gd name="T36" fmla="*/ 2147483647 w 2907"/>
                <a:gd name="T37" fmla="*/ 2147483647 h 1636"/>
                <a:gd name="T38" fmla="*/ 2147483647 w 2907"/>
                <a:gd name="T39" fmla="*/ 2147483647 h 1636"/>
                <a:gd name="T40" fmla="*/ 2147483647 w 2907"/>
                <a:gd name="T41" fmla="*/ 2147483647 h 1636"/>
                <a:gd name="T42" fmla="*/ 2147483647 w 2907"/>
                <a:gd name="T43" fmla="*/ 2147483647 h 1636"/>
                <a:gd name="T44" fmla="*/ 2147483647 w 2907"/>
                <a:gd name="T45" fmla="*/ 0 h 1636"/>
                <a:gd name="T46" fmla="*/ 2147483647 w 2907"/>
                <a:gd name="T47" fmla="*/ 0 h 1636"/>
                <a:gd name="T48" fmla="*/ 2147483647 w 2907"/>
                <a:gd name="T49" fmla="*/ 0 h 16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07"/>
                <a:gd name="T76" fmla="*/ 0 h 1636"/>
                <a:gd name="T77" fmla="*/ 2907 w 2907"/>
                <a:gd name="T78" fmla="*/ 1636 h 16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07" h="1636">
                  <a:moveTo>
                    <a:pt x="137" y="0"/>
                  </a:moveTo>
                  <a:lnTo>
                    <a:pt x="84" y="8"/>
                  </a:lnTo>
                  <a:lnTo>
                    <a:pt x="38" y="39"/>
                  </a:lnTo>
                  <a:lnTo>
                    <a:pt x="7" y="84"/>
                  </a:lnTo>
                  <a:lnTo>
                    <a:pt x="0" y="138"/>
                  </a:lnTo>
                  <a:lnTo>
                    <a:pt x="0" y="818"/>
                  </a:lnTo>
                  <a:lnTo>
                    <a:pt x="0" y="1499"/>
                  </a:lnTo>
                  <a:lnTo>
                    <a:pt x="7" y="1552"/>
                  </a:lnTo>
                  <a:lnTo>
                    <a:pt x="38" y="1590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62" y="39"/>
                  </a:lnTo>
                  <a:lnTo>
                    <a:pt x="2823" y="8"/>
                  </a:lnTo>
                  <a:lnTo>
                    <a:pt x="2770" y="0"/>
                  </a:lnTo>
                  <a:lnTo>
                    <a:pt x="1454" y="0"/>
                  </a:lnTo>
                  <a:lnTo>
                    <a:pt x="13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0" name="Freeform 150">
              <a:extLst>
                <a:ext uri="{FF2B5EF4-FFF2-40B4-BE49-F238E27FC236}">
                  <a16:creationId xmlns:a16="http://schemas.microsoft.com/office/drawing/2014/main" id="{2A5DF86E-7E6C-17A7-B093-9D731031D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27563" cy="2609850"/>
            </a:xfrm>
            <a:custGeom>
              <a:avLst/>
              <a:gdLst>
                <a:gd name="T0" fmla="*/ 2147483647 w 2915"/>
                <a:gd name="T1" fmla="*/ 2147483647 h 1644"/>
                <a:gd name="T2" fmla="*/ 2147483647 w 2915"/>
                <a:gd name="T3" fmla="*/ 2147483647 h 1644"/>
                <a:gd name="T4" fmla="*/ 2147483647 w 2915"/>
                <a:gd name="T5" fmla="*/ 2147483647 h 1644"/>
                <a:gd name="T6" fmla="*/ 2147483647 w 2915"/>
                <a:gd name="T7" fmla="*/ 2147483647 h 1644"/>
                <a:gd name="T8" fmla="*/ 2147483647 w 2915"/>
                <a:gd name="T9" fmla="*/ 2147483647 h 1644"/>
                <a:gd name="T10" fmla="*/ 2147483647 w 2915"/>
                <a:gd name="T11" fmla="*/ 2147483647 h 1644"/>
                <a:gd name="T12" fmla="*/ 2147483647 w 2915"/>
                <a:gd name="T13" fmla="*/ 2147483647 h 1644"/>
                <a:gd name="T14" fmla="*/ 2147483647 w 2915"/>
                <a:gd name="T15" fmla="*/ 2147483647 h 1644"/>
                <a:gd name="T16" fmla="*/ 2147483647 w 2915"/>
                <a:gd name="T17" fmla="*/ 2147483647 h 1644"/>
                <a:gd name="T18" fmla="*/ 2147483647 w 2915"/>
                <a:gd name="T19" fmla="*/ 2147483647 h 1644"/>
                <a:gd name="T20" fmla="*/ 2147483647 w 2915"/>
                <a:gd name="T21" fmla="*/ 2147483647 h 1644"/>
                <a:gd name="T22" fmla="*/ 2147483647 w 2915"/>
                <a:gd name="T23" fmla="*/ 2147483647 h 1644"/>
                <a:gd name="T24" fmla="*/ 2147483647 w 2915"/>
                <a:gd name="T25" fmla="*/ 2147483647 h 1644"/>
                <a:gd name="T26" fmla="*/ 2147483647 w 2915"/>
                <a:gd name="T27" fmla="*/ 2147483647 h 1644"/>
                <a:gd name="T28" fmla="*/ 2147483647 w 2915"/>
                <a:gd name="T29" fmla="*/ 2147483647 h 1644"/>
                <a:gd name="T30" fmla="*/ 2147483647 w 2915"/>
                <a:gd name="T31" fmla="*/ 2147483647 h 1644"/>
                <a:gd name="T32" fmla="*/ 2147483647 w 2915"/>
                <a:gd name="T33" fmla="*/ 2147483647 h 1644"/>
                <a:gd name="T34" fmla="*/ 2147483647 w 2915"/>
                <a:gd name="T35" fmla="*/ 2147483647 h 1644"/>
                <a:gd name="T36" fmla="*/ 2147483647 w 2915"/>
                <a:gd name="T37" fmla="*/ 2147483647 h 1644"/>
                <a:gd name="T38" fmla="*/ 2147483647 w 2915"/>
                <a:gd name="T39" fmla="*/ 2147483647 h 1644"/>
                <a:gd name="T40" fmla="*/ 2147483647 w 2915"/>
                <a:gd name="T41" fmla="*/ 2147483647 h 1644"/>
                <a:gd name="T42" fmla="*/ 2147483647 w 2915"/>
                <a:gd name="T43" fmla="*/ 2147483647 h 1644"/>
                <a:gd name="T44" fmla="*/ 2147483647 w 2915"/>
                <a:gd name="T45" fmla="*/ 2147483647 h 1644"/>
                <a:gd name="T46" fmla="*/ 2147483647 w 2915"/>
                <a:gd name="T47" fmla="*/ 2147483647 h 1644"/>
                <a:gd name="T48" fmla="*/ 2147483647 w 2915"/>
                <a:gd name="T49" fmla="*/ 0 h 1644"/>
                <a:gd name="T50" fmla="*/ 2147483647 w 2915"/>
                <a:gd name="T51" fmla="*/ 0 h 1644"/>
                <a:gd name="T52" fmla="*/ 2147483647 w 2915"/>
                <a:gd name="T53" fmla="*/ 2147483647 h 1644"/>
                <a:gd name="T54" fmla="*/ 2147483647 w 2915"/>
                <a:gd name="T55" fmla="*/ 2147483647 h 1644"/>
                <a:gd name="T56" fmla="*/ 2147483647 w 2915"/>
                <a:gd name="T57" fmla="*/ 2147483647 h 1644"/>
                <a:gd name="T58" fmla="*/ 2147483647 w 2915"/>
                <a:gd name="T59" fmla="*/ 2147483647 h 1644"/>
                <a:gd name="T60" fmla="*/ 2147483647 w 2915"/>
                <a:gd name="T61" fmla="*/ 2147483647 h 1644"/>
                <a:gd name="T62" fmla="*/ 2147483647 w 2915"/>
                <a:gd name="T63" fmla="*/ 2147483647 h 1644"/>
                <a:gd name="T64" fmla="*/ 2147483647 w 2915"/>
                <a:gd name="T65" fmla="*/ 2147483647 h 1644"/>
                <a:gd name="T66" fmla="*/ 2147483647 w 2915"/>
                <a:gd name="T67" fmla="*/ 2147483647 h 1644"/>
                <a:gd name="T68" fmla="*/ 2147483647 w 2915"/>
                <a:gd name="T69" fmla="*/ 2147483647 h 1644"/>
                <a:gd name="T70" fmla="*/ 2147483647 w 2915"/>
                <a:gd name="T71" fmla="*/ 2147483647 h 1644"/>
                <a:gd name="T72" fmla="*/ 2147483647 w 2915"/>
                <a:gd name="T73" fmla="*/ 2147483647 h 1644"/>
                <a:gd name="T74" fmla="*/ 2147483647 w 2915"/>
                <a:gd name="T75" fmla="*/ 2147483647 h 1644"/>
                <a:gd name="T76" fmla="*/ 2147483647 w 2915"/>
                <a:gd name="T77" fmla="*/ 2147483647 h 1644"/>
                <a:gd name="T78" fmla="*/ 2147483647 w 2915"/>
                <a:gd name="T79" fmla="*/ 2147483647 h 1644"/>
                <a:gd name="T80" fmla="*/ 2147483647 w 2915"/>
                <a:gd name="T81" fmla="*/ 2147483647 h 1644"/>
                <a:gd name="T82" fmla="*/ 0 w 2915"/>
                <a:gd name="T83" fmla="*/ 2147483647 h 1644"/>
                <a:gd name="T84" fmla="*/ 0 w 2915"/>
                <a:gd name="T85" fmla="*/ 2147483647 h 1644"/>
                <a:gd name="T86" fmla="*/ 0 w 2915"/>
                <a:gd name="T87" fmla="*/ 2147483647 h 1644"/>
                <a:gd name="T88" fmla="*/ 2147483647 w 2915"/>
                <a:gd name="T89" fmla="*/ 2147483647 h 1644"/>
                <a:gd name="T90" fmla="*/ 2147483647 w 2915"/>
                <a:gd name="T91" fmla="*/ 2147483647 h 1644"/>
                <a:gd name="T92" fmla="*/ 2147483647 w 2915"/>
                <a:gd name="T93" fmla="*/ 2147483647 h 1644"/>
                <a:gd name="T94" fmla="*/ 2147483647 w 2915"/>
                <a:gd name="T95" fmla="*/ 0 h 16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915"/>
                <a:gd name="T145" fmla="*/ 0 h 1644"/>
                <a:gd name="T146" fmla="*/ 2915 w 2915"/>
                <a:gd name="T147" fmla="*/ 1644 h 16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915" h="1644">
                  <a:moveTo>
                    <a:pt x="137" y="8"/>
                  </a:moveTo>
                  <a:lnTo>
                    <a:pt x="84" y="16"/>
                  </a:lnTo>
                  <a:lnTo>
                    <a:pt x="91" y="16"/>
                  </a:lnTo>
                  <a:lnTo>
                    <a:pt x="46" y="46"/>
                  </a:lnTo>
                  <a:lnTo>
                    <a:pt x="15" y="92"/>
                  </a:lnTo>
                  <a:lnTo>
                    <a:pt x="15" y="84"/>
                  </a:lnTo>
                  <a:lnTo>
                    <a:pt x="7" y="138"/>
                  </a:lnTo>
                  <a:lnTo>
                    <a:pt x="7" y="818"/>
                  </a:lnTo>
                  <a:lnTo>
                    <a:pt x="7" y="1499"/>
                  </a:lnTo>
                  <a:lnTo>
                    <a:pt x="15" y="1552"/>
                  </a:lnTo>
                  <a:lnTo>
                    <a:pt x="46" y="1590"/>
                  </a:lnTo>
                  <a:lnTo>
                    <a:pt x="91" y="1621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92" y="92"/>
                  </a:lnTo>
                  <a:lnTo>
                    <a:pt x="2862" y="46"/>
                  </a:lnTo>
                  <a:lnTo>
                    <a:pt x="2823" y="16"/>
                  </a:lnTo>
                  <a:lnTo>
                    <a:pt x="2770" y="8"/>
                  </a:lnTo>
                  <a:lnTo>
                    <a:pt x="1454" y="8"/>
                  </a:lnTo>
                  <a:lnTo>
                    <a:pt x="137" y="8"/>
                  </a:lnTo>
                  <a:lnTo>
                    <a:pt x="137" y="0"/>
                  </a:lnTo>
                  <a:lnTo>
                    <a:pt x="1454" y="0"/>
                  </a:lnTo>
                  <a:lnTo>
                    <a:pt x="2770" y="0"/>
                  </a:lnTo>
                  <a:lnTo>
                    <a:pt x="2823" y="8"/>
                  </a:lnTo>
                  <a:lnTo>
                    <a:pt x="2831" y="8"/>
                  </a:lnTo>
                  <a:lnTo>
                    <a:pt x="2869" y="39"/>
                  </a:lnTo>
                  <a:lnTo>
                    <a:pt x="2900" y="84"/>
                  </a:lnTo>
                  <a:lnTo>
                    <a:pt x="2915" y="138"/>
                  </a:lnTo>
                  <a:lnTo>
                    <a:pt x="2915" y="818"/>
                  </a:lnTo>
                  <a:lnTo>
                    <a:pt x="2915" y="1499"/>
                  </a:lnTo>
                  <a:lnTo>
                    <a:pt x="2900" y="1552"/>
                  </a:lnTo>
                  <a:lnTo>
                    <a:pt x="2900" y="1560"/>
                  </a:lnTo>
                  <a:lnTo>
                    <a:pt x="2869" y="1598"/>
                  </a:lnTo>
                  <a:lnTo>
                    <a:pt x="2831" y="1628"/>
                  </a:lnTo>
                  <a:lnTo>
                    <a:pt x="2823" y="1628"/>
                  </a:lnTo>
                  <a:lnTo>
                    <a:pt x="2770" y="1644"/>
                  </a:lnTo>
                  <a:lnTo>
                    <a:pt x="1454" y="1644"/>
                  </a:lnTo>
                  <a:lnTo>
                    <a:pt x="137" y="1644"/>
                  </a:lnTo>
                  <a:lnTo>
                    <a:pt x="84" y="1628"/>
                  </a:lnTo>
                  <a:lnTo>
                    <a:pt x="38" y="1598"/>
                  </a:lnTo>
                  <a:lnTo>
                    <a:pt x="7" y="1560"/>
                  </a:lnTo>
                  <a:lnTo>
                    <a:pt x="7" y="1552"/>
                  </a:lnTo>
                  <a:lnTo>
                    <a:pt x="0" y="1499"/>
                  </a:lnTo>
                  <a:lnTo>
                    <a:pt x="0" y="818"/>
                  </a:lnTo>
                  <a:lnTo>
                    <a:pt x="0" y="138"/>
                  </a:lnTo>
                  <a:lnTo>
                    <a:pt x="7" y="84"/>
                  </a:lnTo>
                  <a:lnTo>
                    <a:pt x="38" y="39"/>
                  </a:lnTo>
                  <a:lnTo>
                    <a:pt x="84" y="8"/>
                  </a:lnTo>
                  <a:lnTo>
                    <a:pt x="137" y="0"/>
                  </a:lnTo>
                  <a:lnTo>
                    <a:pt x="13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1" name="Freeform 151">
              <a:extLst>
                <a:ext uri="{FF2B5EF4-FFF2-40B4-BE49-F238E27FC236}">
                  <a16:creationId xmlns:a16="http://schemas.microsoft.com/office/drawing/2014/main" id="{EF4E2187-967A-B309-6A94-5C17D822F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86150" cy="2001838"/>
            </a:xfrm>
            <a:custGeom>
              <a:avLst/>
              <a:gdLst>
                <a:gd name="T0" fmla="*/ 2147483647 w 2196"/>
                <a:gd name="T1" fmla="*/ 0 h 1261"/>
                <a:gd name="T2" fmla="*/ 2147483647 w 2196"/>
                <a:gd name="T3" fmla="*/ 2147483647 h 1261"/>
                <a:gd name="T4" fmla="*/ 2147483647 w 2196"/>
                <a:gd name="T5" fmla="*/ 2147483647 h 1261"/>
                <a:gd name="T6" fmla="*/ 2147483647 w 2196"/>
                <a:gd name="T7" fmla="*/ 2147483647 h 1261"/>
                <a:gd name="T8" fmla="*/ 0 w 2196"/>
                <a:gd name="T9" fmla="*/ 2147483647 h 1261"/>
                <a:gd name="T10" fmla="*/ 0 w 2196"/>
                <a:gd name="T11" fmla="*/ 2147483647 h 1261"/>
                <a:gd name="T12" fmla="*/ 0 w 2196"/>
                <a:gd name="T13" fmla="*/ 2147483647 h 1261"/>
                <a:gd name="T14" fmla="*/ 2147483647 w 2196"/>
                <a:gd name="T15" fmla="*/ 2147483647 h 1261"/>
                <a:gd name="T16" fmla="*/ 2147483647 w 2196"/>
                <a:gd name="T17" fmla="*/ 2147483647 h 1261"/>
                <a:gd name="T18" fmla="*/ 2147483647 w 2196"/>
                <a:gd name="T19" fmla="*/ 2147483647 h 1261"/>
                <a:gd name="T20" fmla="*/ 2147483647 w 2196"/>
                <a:gd name="T21" fmla="*/ 2147483647 h 1261"/>
                <a:gd name="T22" fmla="*/ 2147483647 w 2196"/>
                <a:gd name="T23" fmla="*/ 2147483647 h 1261"/>
                <a:gd name="T24" fmla="*/ 2147483647 w 2196"/>
                <a:gd name="T25" fmla="*/ 2147483647 h 1261"/>
                <a:gd name="T26" fmla="*/ 2147483647 w 2196"/>
                <a:gd name="T27" fmla="*/ 2147483647 h 1261"/>
                <a:gd name="T28" fmla="*/ 2147483647 w 2196"/>
                <a:gd name="T29" fmla="*/ 2147483647 h 1261"/>
                <a:gd name="T30" fmla="*/ 2147483647 w 2196"/>
                <a:gd name="T31" fmla="*/ 2147483647 h 1261"/>
                <a:gd name="T32" fmla="*/ 2147483647 w 2196"/>
                <a:gd name="T33" fmla="*/ 2147483647 h 1261"/>
                <a:gd name="T34" fmla="*/ 2147483647 w 2196"/>
                <a:gd name="T35" fmla="*/ 2147483647 h 1261"/>
                <a:gd name="T36" fmla="*/ 2147483647 w 2196"/>
                <a:gd name="T37" fmla="*/ 2147483647 h 1261"/>
                <a:gd name="T38" fmla="*/ 2147483647 w 2196"/>
                <a:gd name="T39" fmla="*/ 2147483647 h 1261"/>
                <a:gd name="T40" fmla="*/ 2147483647 w 2196"/>
                <a:gd name="T41" fmla="*/ 2147483647 h 1261"/>
                <a:gd name="T42" fmla="*/ 2147483647 w 2196"/>
                <a:gd name="T43" fmla="*/ 2147483647 h 1261"/>
                <a:gd name="T44" fmla="*/ 2147483647 w 2196"/>
                <a:gd name="T45" fmla="*/ 0 h 1261"/>
                <a:gd name="T46" fmla="*/ 2147483647 w 2196"/>
                <a:gd name="T47" fmla="*/ 0 h 1261"/>
                <a:gd name="T48" fmla="*/ 2147483647 w 2196"/>
                <a:gd name="T49" fmla="*/ 0 h 12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96"/>
                <a:gd name="T76" fmla="*/ 0 h 1261"/>
                <a:gd name="T77" fmla="*/ 2196 w 2196"/>
                <a:gd name="T78" fmla="*/ 1261 h 126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96" h="1261">
                  <a:moveTo>
                    <a:pt x="138" y="0"/>
                  </a:moveTo>
                  <a:lnTo>
                    <a:pt x="84" y="8"/>
                  </a:lnTo>
                  <a:lnTo>
                    <a:pt x="39" y="38"/>
                  </a:lnTo>
                  <a:lnTo>
                    <a:pt x="8" y="84"/>
                  </a:lnTo>
                  <a:lnTo>
                    <a:pt x="0" y="138"/>
                  </a:lnTo>
                  <a:lnTo>
                    <a:pt x="0" y="627"/>
                  </a:lnTo>
                  <a:lnTo>
                    <a:pt x="0" y="1124"/>
                  </a:lnTo>
                  <a:lnTo>
                    <a:pt x="8" y="1177"/>
                  </a:lnTo>
                  <a:lnTo>
                    <a:pt x="39" y="1215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51" y="38"/>
                  </a:lnTo>
                  <a:lnTo>
                    <a:pt x="2112" y="8"/>
                  </a:lnTo>
                  <a:lnTo>
                    <a:pt x="2059" y="0"/>
                  </a:lnTo>
                  <a:lnTo>
                    <a:pt x="1095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2" name="Freeform 152">
              <a:extLst>
                <a:ext uri="{FF2B5EF4-FFF2-40B4-BE49-F238E27FC236}">
                  <a16:creationId xmlns:a16="http://schemas.microsoft.com/office/drawing/2014/main" id="{9EB7E766-3553-81CE-B6BD-8FDA5B13B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98850" cy="2014538"/>
            </a:xfrm>
            <a:custGeom>
              <a:avLst/>
              <a:gdLst>
                <a:gd name="T0" fmla="*/ 2147483647 w 2204"/>
                <a:gd name="T1" fmla="*/ 2147483647 h 1269"/>
                <a:gd name="T2" fmla="*/ 2147483647 w 2204"/>
                <a:gd name="T3" fmla="*/ 2147483647 h 1269"/>
                <a:gd name="T4" fmla="*/ 2147483647 w 2204"/>
                <a:gd name="T5" fmla="*/ 2147483647 h 1269"/>
                <a:gd name="T6" fmla="*/ 2147483647 w 2204"/>
                <a:gd name="T7" fmla="*/ 2147483647 h 1269"/>
                <a:gd name="T8" fmla="*/ 2147483647 w 2204"/>
                <a:gd name="T9" fmla="*/ 2147483647 h 1269"/>
                <a:gd name="T10" fmla="*/ 2147483647 w 2204"/>
                <a:gd name="T11" fmla="*/ 2147483647 h 1269"/>
                <a:gd name="T12" fmla="*/ 2147483647 w 2204"/>
                <a:gd name="T13" fmla="*/ 2147483647 h 1269"/>
                <a:gd name="T14" fmla="*/ 2147483647 w 2204"/>
                <a:gd name="T15" fmla="*/ 2147483647 h 1269"/>
                <a:gd name="T16" fmla="*/ 2147483647 w 2204"/>
                <a:gd name="T17" fmla="*/ 2147483647 h 1269"/>
                <a:gd name="T18" fmla="*/ 2147483647 w 2204"/>
                <a:gd name="T19" fmla="*/ 2147483647 h 1269"/>
                <a:gd name="T20" fmla="*/ 2147483647 w 2204"/>
                <a:gd name="T21" fmla="*/ 2147483647 h 1269"/>
                <a:gd name="T22" fmla="*/ 2147483647 w 2204"/>
                <a:gd name="T23" fmla="*/ 2147483647 h 1269"/>
                <a:gd name="T24" fmla="*/ 2147483647 w 2204"/>
                <a:gd name="T25" fmla="*/ 2147483647 h 1269"/>
                <a:gd name="T26" fmla="*/ 2147483647 w 2204"/>
                <a:gd name="T27" fmla="*/ 2147483647 h 1269"/>
                <a:gd name="T28" fmla="*/ 2147483647 w 2204"/>
                <a:gd name="T29" fmla="*/ 2147483647 h 1269"/>
                <a:gd name="T30" fmla="*/ 2147483647 w 2204"/>
                <a:gd name="T31" fmla="*/ 2147483647 h 1269"/>
                <a:gd name="T32" fmla="*/ 2147483647 w 2204"/>
                <a:gd name="T33" fmla="*/ 2147483647 h 1269"/>
                <a:gd name="T34" fmla="*/ 2147483647 w 2204"/>
                <a:gd name="T35" fmla="*/ 2147483647 h 1269"/>
                <a:gd name="T36" fmla="*/ 2147483647 w 2204"/>
                <a:gd name="T37" fmla="*/ 2147483647 h 1269"/>
                <a:gd name="T38" fmla="*/ 2147483647 w 2204"/>
                <a:gd name="T39" fmla="*/ 2147483647 h 1269"/>
                <a:gd name="T40" fmla="*/ 2147483647 w 2204"/>
                <a:gd name="T41" fmla="*/ 2147483647 h 1269"/>
                <a:gd name="T42" fmla="*/ 2147483647 w 2204"/>
                <a:gd name="T43" fmla="*/ 2147483647 h 1269"/>
                <a:gd name="T44" fmla="*/ 2147483647 w 2204"/>
                <a:gd name="T45" fmla="*/ 2147483647 h 1269"/>
                <a:gd name="T46" fmla="*/ 2147483647 w 2204"/>
                <a:gd name="T47" fmla="*/ 2147483647 h 1269"/>
                <a:gd name="T48" fmla="*/ 2147483647 w 2204"/>
                <a:gd name="T49" fmla="*/ 0 h 1269"/>
                <a:gd name="T50" fmla="*/ 2147483647 w 2204"/>
                <a:gd name="T51" fmla="*/ 0 h 1269"/>
                <a:gd name="T52" fmla="*/ 2147483647 w 2204"/>
                <a:gd name="T53" fmla="*/ 2147483647 h 1269"/>
                <a:gd name="T54" fmla="*/ 2147483647 w 2204"/>
                <a:gd name="T55" fmla="*/ 2147483647 h 1269"/>
                <a:gd name="T56" fmla="*/ 2147483647 w 2204"/>
                <a:gd name="T57" fmla="*/ 2147483647 h 1269"/>
                <a:gd name="T58" fmla="*/ 2147483647 w 2204"/>
                <a:gd name="T59" fmla="*/ 2147483647 h 1269"/>
                <a:gd name="T60" fmla="*/ 2147483647 w 2204"/>
                <a:gd name="T61" fmla="*/ 2147483647 h 1269"/>
                <a:gd name="T62" fmla="*/ 2147483647 w 2204"/>
                <a:gd name="T63" fmla="*/ 2147483647 h 1269"/>
                <a:gd name="T64" fmla="*/ 2147483647 w 2204"/>
                <a:gd name="T65" fmla="*/ 2147483647 h 1269"/>
                <a:gd name="T66" fmla="*/ 2147483647 w 2204"/>
                <a:gd name="T67" fmla="*/ 2147483647 h 1269"/>
                <a:gd name="T68" fmla="*/ 2147483647 w 2204"/>
                <a:gd name="T69" fmla="*/ 2147483647 h 1269"/>
                <a:gd name="T70" fmla="*/ 2147483647 w 2204"/>
                <a:gd name="T71" fmla="*/ 2147483647 h 1269"/>
                <a:gd name="T72" fmla="*/ 2147483647 w 2204"/>
                <a:gd name="T73" fmla="*/ 2147483647 h 1269"/>
                <a:gd name="T74" fmla="*/ 2147483647 w 2204"/>
                <a:gd name="T75" fmla="*/ 2147483647 h 1269"/>
                <a:gd name="T76" fmla="*/ 2147483647 w 2204"/>
                <a:gd name="T77" fmla="*/ 2147483647 h 1269"/>
                <a:gd name="T78" fmla="*/ 2147483647 w 2204"/>
                <a:gd name="T79" fmla="*/ 2147483647 h 1269"/>
                <a:gd name="T80" fmla="*/ 2147483647 w 2204"/>
                <a:gd name="T81" fmla="*/ 2147483647 h 1269"/>
                <a:gd name="T82" fmla="*/ 0 w 2204"/>
                <a:gd name="T83" fmla="*/ 2147483647 h 1269"/>
                <a:gd name="T84" fmla="*/ 0 w 2204"/>
                <a:gd name="T85" fmla="*/ 2147483647 h 1269"/>
                <a:gd name="T86" fmla="*/ 0 w 2204"/>
                <a:gd name="T87" fmla="*/ 2147483647 h 1269"/>
                <a:gd name="T88" fmla="*/ 2147483647 w 2204"/>
                <a:gd name="T89" fmla="*/ 2147483647 h 1269"/>
                <a:gd name="T90" fmla="*/ 2147483647 w 2204"/>
                <a:gd name="T91" fmla="*/ 2147483647 h 1269"/>
                <a:gd name="T92" fmla="*/ 2147483647 w 2204"/>
                <a:gd name="T93" fmla="*/ 2147483647 h 1269"/>
                <a:gd name="T94" fmla="*/ 2147483647 w 2204"/>
                <a:gd name="T95" fmla="*/ 0 h 12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04"/>
                <a:gd name="T145" fmla="*/ 0 h 1269"/>
                <a:gd name="T146" fmla="*/ 2204 w 2204"/>
                <a:gd name="T147" fmla="*/ 1269 h 126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04" h="1269">
                  <a:moveTo>
                    <a:pt x="138" y="8"/>
                  </a:moveTo>
                  <a:lnTo>
                    <a:pt x="84" y="15"/>
                  </a:lnTo>
                  <a:lnTo>
                    <a:pt x="92" y="15"/>
                  </a:lnTo>
                  <a:lnTo>
                    <a:pt x="46" y="46"/>
                  </a:lnTo>
                  <a:lnTo>
                    <a:pt x="16" y="92"/>
                  </a:lnTo>
                  <a:lnTo>
                    <a:pt x="16" y="84"/>
                  </a:lnTo>
                  <a:lnTo>
                    <a:pt x="8" y="138"/>
                  </a:lnTo>
                  <a:lnTo>
                    <a:pt x="8" y="627"/>
                  </a:lnTo>
                  <a:lnTo>
                    <a:pt x="8" y="1124"/>
                  </a:lnTo>
                  <a:lnTo>
                    <a:pt x="16" y="1177"/>
                  </a:lnTo>
                  <a:lnTo>
                    <a:pt x="46" y="1215"/>
                  </a:lnTo>
                  <a:lnTo>
                    <a:pt x="92" y="1246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81" y="92"/>
                  </a:lnTo>
                  <a:lnTo>
                    <a:pt x="2151" y="46"/>
                  </a:lnTo>
                  <a:lnTo>
                    <a:pt x="2112" y="15"/>
                  </a:lnTo>
                  <a:lnTo>
                    <a:pt x="2059" y="8"/>
                  </a:lnTo>
                  <a:lnTo>
                    <a:pt x="1095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095" y="0"/>
                  </a:lnTo>
                  <a:lnTo>
                    <a:pt x="2059" y="0"/>
                  </a:lnTo>
                  <a:lnTo>
                    <a:pt x="2112" y="8"/>
                  </a:lnTo>
                  <a:lnTo>
                    <a:pt x="2120" y="8"/>
                  </a:lnTo>
                  <a:lnTo>
                    <a:pt x="2158" y="38"/>
                  </a:lnTo>
                  <a:lnTo>
                    <a:pt x="2189" y="84"/>
                  </a:lnTo>
                  <a:lnTo>
                    <a:pt x="2204" y="138"/>
                  </a:lnTo>
                  <a:lnTo>
                    <a:pt x="2204" y="627"/>
                  </a:lnTo>
                  <a:lnTo>
                    <a:pt x="2204" y="1124"/>
                  </a:lnTo>
                  <a:lnTo>
                    <a:pt x="2189" y="1177"/>
                  </a:lnTo>
                  <a:lnTo>
                    <a:pt x="2189" y="1185"/>
                  </a:lnTo>
                  <a:lnTo>
                    <a:pt x="2158" y="1223"/>
                  </a:lnTo>
                  <a:lnTo>
                    <a:pt x="2120" y="1253"/>
                  </a:lnTo>
                  <a:lnTo>
                    <a:pt x="2112" y="1253"/>
                  </a:lnTo>
                  <a:lnTo>
                    <a:pt x="2059" y="1269"/>
                  </a:lnTo>
                  <a:lnTo>
                    <a:pt x="1095" y="1269"/>
                  </a:lnTo>
                  <a:lnTo>
                    <a:pt x="138" y="1269"/>
                  </a:lnTo>
                  <a:lnTo>
                    <a:pt x="84" y="1253"/>
                  </a:lnTo>
                  <a:lnTo>
                    <a:pt x="39" y="1223"/>
                  </a:lnTo>
                  <a:lnTo>
                    <a:pt x="8" y="1185"/>
                  </a:lnTo>
                  <a:lnTo>
                    <a:pt x="8" y="1177"/>
                  </a:lnTo>
                  <a:lnTo>
                    <a:pt x="0" y="1124"/>
                  </a:lnTo>
                  <a:lnTo>
                    <a:pt x="0" y="627"/>
                  </a:lnTo>
                  <a:lnTo>
                    <a:pt x="0" y="138"/>
                  </a:lnTo>
                  <a:lnTo>
                    <a:pt x="8" y="84"/>
                  </a:lnTo>
                  <a:lnTo>
                    <a:pt x="39" y="38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3" name="Freeform 153">
              <a:extLst>
                <a:ext uri="{FF2B5EF4-FFF2-40B4-BE49-F238E27FC236}">
                  <a16:creationId xmlns:a16="http://schemas.microsoft.com/office/drawing/2014/main" id="{572AA4D1-DD61-3389-5729-A11CF1E73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3802409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4" name="Freeform 154">
              <a:extLst>
                <a:ext uri="{FF2B5EF4-FFF2-40B4-BE49-F238E27FC236}">
                  <a16:creationId xmlns:a16="http://schemas.microsoft.com/office/drawing/2014/main" id="{1D54B805-C3C3-A097-5C0E-EB05AE8AC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05063" cy="1139825"/>
            </a:xfrm>
            <a:custGeom>
              <a:avLst/>
              <a:gdLst>
                <a:gd name="T0" fmla="*/ 2147483647 w 1515"/>
                <a:gd name="T1" fmla="*/ 0 h 718"/>
                <a:gd name="T2" fmla="*/ 2147483647 w 1515"/>
                <a:gd name="T3" fmla="*/ 2147483647 h 718"/>
                <a:gd name="T4" fmla="*/ 2147483647 w 1515"/>
                <a:gd name="T5" fmla="*/ 2147483647 h 718"/>
                <a:gd name="T6" fmla="*/ 2147483647 w 1515"/>
                <a:gd name="T7" fmla="*/ 2147483647 h 718"/>
                <a:gd name="T8" fmla="*/ 0 w 1515"/>
                <a:gd name="T9" fmla="*/ 2147483647 h 718"/>
                <a:gd name="T10" fmla="*/ 0 w 1515"/>
                <a:gd name="T11" fmla="*/ 2147483647 h 718"/>
                <a:gd name="T12" fmla="*/ 0 w 1515"/>
                <a:gd name="T13" fmla="*/ 2147483647 h 718"/>
                <a:gd name="T14" fmla="*/ 2147483647 w 1515"/>
                <a:gd name="T15" fmla="*/ 2147483647 h 718"/>
                <a:gd name="T16" fmla="*/ 2147483647 w 1515"/>
                <a:gd name="T17" fmla="*/ 2147483647 h 718"/>
                <a:gd name="T18" fmla="*/ 2147483647 w 1515"/>
                <a:gd name="T19" fmla="*/ 2147483647 h 718"/>
                <a:gd name="T20" fmla="*/ 2147483647 w 1515"/>
                <a:gd name="T21" fmla="*/ 2147483647 h 718"/>
                <a:gd name="T22" fmla="*/ 2147483647 w 1515"/>
                <a:gd name="T23" fmla="*/ 2147483647 h 718"/>
                <a:gd name="T24" fmla="*/ 2147483647 w 1515"/>
                <a:gd name="T25" fmla="*/ 2147483647 h 718"/>
                <a:gd name="T26" fmla="*/ 2147483647 w 1515"/>
                <a:gd name="T27" fmla="*/ 2147483647 h 718"/>
                <a:gd name="T28" fmla="*/ 2147483647 w 1515"/>
                <a:gd name="T29" fmla="*/ 2147483647 h 718"/>
                <a:gd name="T30" fmla="*/ 2147483647 w 1515"/>
                <a:gd name="T31" fmla="*/ 2147483647 h 718"/>
                <a:gd name="T32" fmla="*/ 2147483647 w 1515"/>
                <a:gd name="T33" fmla="*/ 2147483647 h 718"/>
                <a:gd name="T34" fmla="*/ 2147483647 w 1515"/>
                <a:gd name="T35" fmla="*/ 2147483647 h 718"/>
                <a:gd name="T36" fmla="*/ 2147483647 w 1515"/>
                <a:gd name="T37" fmla="*/ 2147483647 h 718"/>
                <a:gd name="T38" fmla="*/ 2147483647 w 1515"/>
                <a:gd name="T39" fmla="*/ 2147483647 h 718"/>
                <a:gd name="T40" fmla="*/ 2147483647 w 1515"/>
                <a:gd name="T41" fmla="*/ 2147483647 h 718"/>
                <a:gd name="T42" fmla="*/ 2147483647 w 1515"/>
                <a:gd name="T43" fmla="*/ 2147483647 h 718"/>
                <a:gd name="T44" fmla="*/ 2147483647 w 1515"/>
                <a:gd name="T45" fmla="*/ 0 h 718"/>
                <a:gd name="T46" fmla="*/ 2147483647 w 1515"/>
                <a:gd name="T47" fmla="*/ 0 h 718"/>
                <a:gd name="T48" fmla="*/ 2147483647 w 1515"/>
                <a:gd name="T49" fmla="*/ 0 h 7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15"/>
                <a:gd name="T76" fmla="*/ 0 h 718"/>
                <a:gd name="T77" fmla="*/ 1515 w 1515"/>
                <a:gd name="T78" fmla="*/ 718 h 71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15" h="718">
                  <a:moveTo>
                    <a:pt x="138" y="0"/>
                  </a:moveTo>
                  <a:lnTo>
                    <a:pt x="84" y="15"/>
                  </a:lnTo>
                  <a:lnTo>
                    <a:pt x="39" y="46"/>
                  </a:lnTo>
                  <a:lnTo>
                    <a:pt x="16" y="84"/>
                  </a:lnTo>
                  <a:lnTo>
                    <a:pt x="0" y="137"/>
                  </a:lnTo>
                  <a:lnTo>
                    <a:pt x="0" y="359"/>
                  </a:lnTo>
                  <a:lnTo>
                    <a:pt x="0" y="581"/>
                  </a:lnTo>
                  <a:lnTo>
                    <a:pt x="16" y="634"/>
                  </a:lnTo>
                  <a:lnTo>
                    <a:pt x="39" y="672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470" y="46"/>
                  </a:lnTo>
                  <a:lnTo>
                    <a:pt x="1431" y="15"/>
                  </a:lnTo>
                  <a:lnTo>
                    <a:pt x="1378" y="0"/>
                  </a:lnTo>
                  <a:lnTo>
                    <a:pt x="758" y="0"/>
                  </a:lnTo>
                  <a:lnTo>
                    <a:pt x="138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5" name="Freeform 155">
              <a:extLst>
                <a:ext uri="{FF2B5EF4-FFF2-40B4-BE49-F238E27FC236}">
                  <a16:creationId xmlns:a16="http://schemas.microsoft.com/office/drawing/2014/main" id="{9A2F4CAC-1803-5FC5-B654-1F6BFE62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17763" cy="1152525"/>
            </a:xfrm>
            <a:custGeom>
              <a:avLst/>
              <a:gdLst>
                <a:gd name="T0" fmla="*/ 2147483647 w 1523"/>
                <a:gd name="T1" fmla="*/ 2147483647 h 726"/>
                <a:gd name="T2" fmla="*/ 2147483647 w 1523"/>
                <a:gd name="T3" fmla="*/ 2147483647 h 726"/>
                <a:gd name="T4" fmla="*/ 2147483647 w 1523"/>
                <a:gd name="T5" fmla="*/ 2147483647 h 726"/>
                <a:gd name="T6" fmla="*/ 2147483647 w 1523"/>
                <a:gd name="T7" fmla="*/ 2147483647 h 726"/>
                <a:gd name="T8" fmla="*/ 2147483647 w 1523"/>
                <a:gd name="T9" fmla="*/ 2147483647 h 726"/>
                <a:gd name="T10" fmla="*/ 2147483647 w 1523"/>
                <a:gd name="T11" fmla="*/ 2147483647 h 726"/>
                <a:gd name="T12" fmla="*/ 2147483647 w 1523"/>
                <a:gd name="T13" fmla="*/ 2147483647 h 726"/>
                <a:gd name="T14" fmla="*/ 2147483647 w 1523"/>
                <a:gd name="T15" fmla="*/ 2147483647 h 726"/>
                <a:gd name="T16" fmla="*/ 2147483647 w 1523"/>
                <a:gd name="T17" fmla="*/ 2147483647 h 726"/>
                <a:gd name="T18" fmla="*/ 2147483647 w 1523"/>
                <a:gd name="T19" fmla="*/ 2147483647 h 726"/>
                <a:gd name="T20" fmla="*/ 2147483647 w 1523"/>
                <a:gd name="T21" fmla="*/ 2147483647 h 726"/>
                <a:gd name="T22" fmla="*/ 2147483647 w 1523"/>
                <a:gd name="T23" fmla="*/ 2147483647 h 726"/>
                <a:gd name="T24" fmla="*/ 2147483647 w 1523"/>
                <a:gd name="T25" fmla="*/ 2147483647 h 726"/>
                <a:gd name="T26" fmla="*/ 2147483647 w 1523"/>
                <a:gd name="T27" fmla="*/ 2147483647 h 726"/>
                <a:gd name="T28" fmla="*/ 2147483647 w 1523"/>
                <a:gd name="T29" fmla="*/ 2147483647 h 726"/>
                <a:gd name="T30" fmla="*/ 2147483647 w 1523"/>
                <a:gd name="T31" fmla="*/ 2147483647 h 726"/>
                <a:gd name="T32" fmla="*/ 2147483647 w 1523"/>
                <a:gd name="T33" fmla="*/ 2147483647 h 726"/>
                <a:gd name="T34" fmla="*/ 2147483647 w 1523"/>
                <a:gd name="T35" fmla="*/ 2147483647 h 726"/>
                <a:gd name="T36" fmla="*/ 2147483647 w 1523"/>
                <a:gd name="T37" fmla="*/ 2147483647 h 726"/>
                <a:gd name="T38" fmla="*/ 2147483647 w 1523"/>
                <a:gd name="T39" fmla="*/ 2147483647 h 726"/>
                <a:gd name="T40" fmla="*/ 2147483647 w 1523"/>
                <a:gd name="T41" fmla="*/ 2147483647 h 726"/>
                <a:gd name="T42" fmla="*/ 2147483647 w 1523"/>
                <a:gd name="T43" fmla="*/ 2147483647 h 726"/>
                <a:gd name="T44" fmla="*/ 2147483647 w 1523"/>
                <a:gd name="T45" fmla="*/ 2147483647 h 726"/>
                <a:gd name="T46" fmla="*/ 2147483647 w 1523"/>
                <a:gd name="T47" fmla="*/ 2147483647 h 726"/>
                <a:gd name="T48" fmla="*/ 2147483647 w 1523"/>
                <a:gd name="T49" fmla="*/ 0 h 726"/>
                <a:gd name="T50" fmla="*/ 2147483647 w 1523"/>
                <a:gd name="T51" fmla="*/ 0 h 726"/>
                <a:gd name="T52" fmla="*/ 2147483647 w 1523"/>
                <a:gd name="T53" fmla="*/ 2147483647 h 726"/>
                <a:gd name="T54" fmla="*/ 2147483647 w 1523"/>
                <a:gd name="T55" fmla="*/ 2147483647 h 726"/>
                <a:gd name="T56" fmla="*/ 2147483647 w 1523"/>
                <a:gd name="T57" fmla="*/ 2147483647 h 726"/>
                <a:gd name="T58" fmla="*/ 2147483647 w 1523"/>
                <a:gd name="T59" fmla="*/ 2147483647 h 726"/>
                <a:gd name="T60" fmla="*/ 2147483647 w 1523"/>
                <a:gd name="T61" fmla="*/ 2147483647 h 726"/>
                <a:gd name="T62" fmla="*/ 2147483647 w 1523"/>
                <a:gd name="T63" fmla="*/ 2147483647 h 726"/>
                <a:gd name="T64" fmla="*/ 2147483647 w 1523"/>
                <a:gd name="T65" fmla="*/ 2147483647 h 726"/>
                <a:gd name="T66" fmla="*/ 2147483647 w 1523"/>
                <a:gd name="T67" fmla="*/ 2147483647 h 726"/>
                <a:gd name="T68" fmla="*/ 2147483647 w 1523"/>
                <a:gd name="T69" fmla="*/ 2147483647 h 726"/>
                <a:gd name="T70" fmla="*/ 2147483647 w 1523"/>
                <a:gd name="T71" fmla="*/ 2147483647 h 726"/>
                <a:gd name="T72" fmla="*/ 2147483647 w 1523"/>
                <a:gd name="T73" fmla="*/ 2147483647 h 726"/>
                <a:gd name="T74" fmla="*/ 2147483647 w 1523"/>
                <a:gd name="T75" fmla="*/ 2147483647 h 726"/>
                <a:gd name="T76" fmla="*/ 2147483647 w 1523"/>
                <a:gd name="T77" fmla="*/ 2147483647 h 726"/>
                <a:gd name="T78" fmla="*/ 2147483647 w 1523"/>
                <a:gd name="T79" fmla="*/ 2147483647 h 726"/>
                <a:gd name="T80" fmla="*/ 2147483647 w 1523"/>
                <a:gd name="T81" fmla="*/ 2147483647 h 726"/>
                <a:gd name="T82" fmla="*/ 0 w 1523"/>
                <a:gd name="T83" fmla="*/ 2147483647 h 726"/>
                <a:gd name="T84" fmla="*/ 0 w 1523"/>
                <a:gd name="T85" fmla="*/ 2147483647 h 726"/>
                <a:gd name="T86" fmla="*/ 0 w 1523"/>
                <a:gd name="T87" fmla="*/ 2147483647 h 726"/>
                <a:gd name="T88" fmla="*/ 2147483647 w 1523"/>
                <a:gd name="T89" fmla="*/ 2147483647 h 726"/>
                <a:gd name="T90" fmla="*/ 2147483647 w 1523"/>
                <a:gd name="T91" fmla="*/ 2147483647 h 726"/>
                <a:gd name="T92" fmla="*/ 2147483647 w 1523"/>
                <a:gd name="T93" fmla="*/ 2147483647 h 726"/>
                <a:gd name="T94" fmla="*/ 2147483647 w 1523"/>
                <a:gd name="T95" fmla="*/ 0 h 7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523"/>
                <a:gd name="T145" fmla="*/ 0 h 726"/>
                <a:gd name="T146" fmla="*/ 1523 w 1523"/>
                <a:gd name="T147" fmla="*/ 726 h 72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523" h="726">
                  <a:moveTo>
                    <a:pt x="138" y="7"/>
                  </a:moveTo>
                  <a:lnTo>
                    <a:pt x="84" y="23"/>
                  </a:lnTo>
                  <a:lnTo>
                    <a:pt x="92" y="23"/>
                  </a:lnTo>
                  <a:lnTo>
                    <a:pt x="46" y="53"/>
                  </a:lnTo>
                  <a:lnTo>
                    <a:pt x="23" y="91"/>
                  </a:lnTo>
                  <a:lnTo>
                    <a:pt x="23" y="84"/>
                  </a:lnTo>
                  <a:lnTo>
                    <a:pt x="8" y="137"/>
                  </a:lnTo>
                  <a:lnTo>
                    <a:pt x="8" y="359"/>
                  </a:lnTo>
                  <a:lnTo>
                    <a:pt x="8" y="581"/>
                  </a:lnTo>
                  <a:lnTo>
                    <a:pt x="23" y="634"/>
                  </a:lnTo>
                  <a:lnTo>
                    <a:pt x="46" y="672"/>
                  </a:lnTo>
                  <a:lnTo>
                    <a:pt x="92" y="703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500" y="91"/>
                  </a:lnTo>
                  <a:lnTo>
                    <a:pt x="1470" y="53"/>
                  </a:lnTo>
                  <a:lnTo>
                    <a:pt x="1431" y="23"/>
                  </a:lnTo>
                  <a:lnTo>
                    <a:pt x="1378" y="7"/>
                  </a:lnTo>
                  <a:lnTo>
                    <a:pt x="758" y="7"/>
                  </a:lnTo>
                  <a:lnTo>
                    <a:pt x="138" y="7"/>
                  </a:lnTo>
                  <a:lnTo>
                    <a:pt x="138" y="0"/>
                  </a:lnTo>
                  <a:lnTo>
                    <a:pt x="758" y="0"/>
                  </a:lnTo>
                  <a:lnTo>
                    <a:pt x="1378" y="0"/>
                  </a:lnTo>
                  <a:lnTo>
                    <a:pt x="1431" y="15"/>
                  </a:lnTo>
                  <a:lnTo>
                    <a:pt x="1439" y="15"/>
                  </a:lnTo>
                  <a:lnTo>
                    <a:pt x="1477" y="46"/>
                  </a:lnTo>
                  <a:lnTo>
                    <a:pt x="1508" y="84"/>
                  </a:lnTo>
                  <a:lnTo>
                    <a:pt x="1523" y="137"/>
                  </a:lnTo>
                  <a:lnTo>
                    <a:pt x="1523" y="359"/>
                  </a:lnTo>
                  <a:lnTo>
                    <a:pt x="1523" y="581"/>
                  </a:lnTo>
                  <a:lnTo>
                    <a:pt x="1508" y="634"/>
                  </a:lnTo>
                  <a:lnTo>
                    <a:pt x="1508" y="642"/>
                  </a:lnTo>
                  <a:lnTo>
                    <a:pt x="1477" y="680"/>
                  </a:lnTo>
                  <a:lnTo>
                    <a:pt x="1439" y="710"/>
                  </a:lnTo>
                  <a:lnTo>
                    <a:pt x="1431" y="710"/>
                  </a:lnTo>
                  <a:lnTo>
                    <a:pt x="1378" y="726"/>
                  </a:lnTo>
                  <a:lnTo>
                    <a:pt x="758" y="726"/>
                  </a:lnTo>
                  <a:lnTo>
                    <a:pt x="138" y="726"/>
                  </a:lnTo>
                  <a:lnTo>
                    <a:pt x="84" y="710"/>
                  </a:lnTo>
                  <a:lnTo>
                    <a:pt x="39" y="680"/>
                  </a:lnTo>
                  <a:lnTo>
                    <a:pt x="16" y="642"/>
                  </a:lnTo>
                  <a:lnTo>
                    <a:pt x="16" y="634"/>
                  </a:lnTo>
                  <a:lnTo>
                    <a:pt x="0" y="581"/>
                  </a:lnTo>
                  <a:lnTo>
                    <a:pt x="0" y="359"/>
                  </a:lnTo>
                  <a:lnTo>
                    <a:pt x="0" y="137"/>
                  </a:lnTo>
                  <a:lnTo>
                    <a:pt x="16" y="84"/>
                  </a:lnTo>
                  <a:lnTo>
                    <a:pt x="39" y="46"/>
                  </a:lnTo>
                  <a:lnTo>
                    <a:pt x="84" y="15"/>
                  </a:lnTo>
                  <a:lnTo>
                    <a:pt x="138" y="0"/>
                  </a:lnTo>
                  <a:lnTo>
                    <a:pt x="13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6" name="Freeform 156">
              <a:extLst>
                <a:ext uri="{FF2B5EF4-FFF2-40B4-BE49-F238E27FC236}">
                  <a16:creationId xmlns:a16="http://schemas.microsoft.com/office/drawing/2014/main" id="{64541605-C46C-40DF-F2CF-3547700A6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9288" y="4664422"/>
              <a:ext cx="1588" cy="11113"/>
            </a:xfrm>
            <a:custGeom>
              <a:avLst/>
              <a:gdLst>
                <a:gd name="T0" fmla="*/ 0 w 1"/>
                <a:gd name="T1" fmla="*/ 2147483647 h 7"/>
                <a:gd name="T2" fmla="*/ 0 w 1"/>
                <a:gd name="T3" fmla="*/ 2147483647 h 7"/>
                <a:gd name="T4" fmla="*/ 0 w 1"/>
                <a:gd name="T5" fmla="*/ 2147483647 h 7"/>
                <a:gd name="T6" fmla="*/ 0 w 1"/>
                <a:gd name="T7" fmla="*/ 0 h 7"/>
                <a:gd name="T8" fmla="*/ 0 w 1"/>
                <a:gd name="T9" fmla="*/ 0 h 7"/>
                <a:gd name="T10" fmla="*/ 0 w 1"/>
                <a:gd name="T11" fmla="*/ 0 h 7"/>
                <a:gd name="T12" fmla="*/ 0 w 1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7"/>
                <a:gd name="T23" fmla="*/ 1 w 1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7">
                  <a:moveTo>
                    <a:pt x="0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7" name="Freeform 157">
              <a:extLst>
                <a:ext uri="{FF2B5EF4-FFF2-40B4-BE49-F238E27FC236}">
                  <a16:creationId xmlns:a16="http://schemas.microsoft.com/office/drawing/2014/main" id="{49FF96F1-CEA4-0566-352C-374A9E212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41300"/>
            </a:xfrm>
            <a:custGeom>
              <a:avLst/>
              <a:gdLst>
                <a:gd name="T0" fmla="*/ 0 w 375"/>
                <a:gd name="T1" fmla="*/ 2147483647 h 152"/>
                <a:gd name="T2" fmla="*/ 0 w 375"/>
                <a:gd name="T3" fmla="*/ 0 h 152"/>
                <a:gd name="T4" fmla="*/ 2147483647 w 375"/>
                <a:gd name="T5" fmla="*/ 0 h 152"/>
                <a:gd name="T6" fmla="*/ 0 w 375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152"/>
                <a:gd name="T14" fmla="*/ 375 w 375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152">
                  <a:moveTo>
                    <a:pt x="0" y="152"/>
                  </a:moveTo>
                  <a:lnTo>
                    <a:pt x="0" y="0"/>
                  </a:lnTo>
                  <a:lnTo>
                    <a:pt x="375" y="0"/>
                  </a:lnTo>
                  <a:lnTo>
                    <a:pt x="0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8" name="Rectangle 158">
              <a:extLst>
                <a:ext uri="{FF2B5EF4-FFF2-40B4-BE49-F238E27FC236}">
                  <a16:creationId xmlns:a16="http://schemas.microsoft.com/office/drawing/2014/main" id="{88B07D03-4ECE-AE26-7B1C-BF9C9FF31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80384"/>
              <a:ext cx="11113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59" name="Freeform 159">
              <a:extLst>
                <a:ext uri="{FF2B5EF4-FFF2-40B4-BE49-F238E27FC236}">
                  <a16:creationId xmlns:a16="http://schemas.microsoft.com/office/drawing/2014/main" id="{73AAC707-5FAE-9428-E8AD-3D3B37F1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54000"/>
            </a:xfrm>
            <a:custGeom>
              <a:avLst/>
              <a:gdLst>
                <a:gd name="T0" fmla="*/ 0 w 375"/>
                <a:gd name="T1" fmla="*/ 0 h 160"/>
                <a:gd name="T2" fmla="*/ 2147483647 w 375"/>
                <a:gd name="T3" fmla="*/ 0 h 160"/>
                <a:gd name="T4" fmla="*/ 2147483647 w 375"/>
                <a:gd name="T5" fmla="*/ 2147483647 h 160"/>
                <a:gd name="T6" fmla="*/ 2147483647 w 375"/>
                <a:gd name="T7" fmla="*/ 2147483647 h 160"/>
                <a:gd name="T8" fmla="*/ 0 w 375"/>
                <a:gd name="T9" fmla="*/ 2147483647 h 160"/>
                <a:gd name="T10" fmla="*/ 0 w 375"/>
                <a:gd name="T11" fmla="*/ 2147483647 h 160"/>
                <a:gd name="T12" fmla="*/ 0 w 375"/>
                <a:gd name="T13" fmla="*/ 2147483647 h 160"/>
                <a:gd name="T14" fmla="*/ 0 w 375"/>
                <a:gd name="T15" fmla="*/ 2147483647 h 160"/>
                <a:gd name="T16" fmla="*/ 2147483647 w 375"/>
                <a:gd name="T17" fmla="*/ 0 h 160"/>
                <a:gd name="T18" fmla="*/ 2147483647 w 375"/>
                <a:gd name="T19" fmla="*/ 0 h 160"/>
                <a:gd name="T20" fmla="*/ 2147483647 w 375"/>
                <a:gd name="T21" fmla="*/ 2147483647 h 160"/>
                <a:gd name="T22" fmla="*/ 0 w 375"/>
                <a:gd name="T23" fmla="*/ 2147483647 h 160"/>
                <a:gd name="T24" fmla="*/ 0 w 375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5"/>
                <a:gd name="T40" fmla="*/ 0 h 160"/>
                <a:gd name="T41" fmla="*/ 375 w 375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5" h="160">
                  <a:moveTo>
                    <a:pt x="0" y="0"/>
                  </a:moveTo>
                  <a:lnTo>
                    <a:pt x="375" y="0"/>
                  </a:lnTo>
                  <a:lnTo>
                    <a:pt x="375" y="7"/>
                  </a:lnTo>
                  <a:lnTo>
                    <a:pt x="0" y="160"/>
                  </a:lnTo>
                  <a:lnTo>
                    <a:pt x="0" y="152"/>
                  </a:lnTo>
                  <a:lnTo>
                    <a:pt x="375" y="0"/>
                  </a:lnTo>
                  <a:lnTo>
                    <a:pt x="375" y="7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0" name="Freeform 160">
              <a:extLst>
                <a:ext uri="{FF2B5EF4-FFF2-40B4-BE49-F238E27FC236}">
                  <a16:creationId xmlns:a16="http://schemas.microsoft.com/office/drawing/2014/main" id="{FE8ACBD6-0DC7-40E3-9A2A-F7F654531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67684"/>
              <a:ext cx="606425" cy="266700"/>
            </a:xfrm>
            <a:custGeom>
              <a:avLst/>
              <a:gdLst>
                <a:gd name="T0" fmla="*/ 0 w 382"/>
                <a:gd name="T1" fmla="*/ 2147483647 h 168"/>
                <a:gd name="T2" fmla="*/ 2147483647 w 382"/>
                <a:gd name="T3" fmla="*/ 2147483647 h 168"/>
                <a:gd name="T4" fmla="*/ 2147483647 w 382"/>
                <a:gd name="T5" fmla="*/ 2147483647 h 168"/>
                <a:gd name="T6" fmla="*/ 2147483647 w 382"/>
                <a:gd name="T7" fmla="*/ 2147483647 h 168"/>
                <a:gd name="T8" fmla="*/ 2147483647 w 382"/>
                <a:gd name="T9" fmla="*/ 2147483647 h 168"/>
                <a:gd name="T10" fmla="*/ 2147483647 w 382"/>
                <a:gd name="T11" fmla="*/ 0 h 168"/>
                <a:gd name="T12" fmla="*/ 0 w 38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2"/>
                <a:gd name="T22" fmla="*/ 0 h 168"/>
                <a:gd name="T23" fmla="*/ 382 w 38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2" h="168">
                  <a:moveTo>
                    <a:pt x="0" y="168"/>
                  </a:moveTo>
                  <a:lnTo>
                    <a:pt x="222" y="168"/>
                  </a:lnTo>
                  <a:lnTo>
                    <a:pt x="336" y="145"/>
                  </a:lnTo>
                  <a:lnTo>
                    <a:pt x="359" y="130"/>
                  </a:lnTo>
                  <a:lnTo>
                    <a:pt x="375" y="99"/>
                  </a:lnTo>
                  <a:lnTo>
                    <a:pt x="382" y="0"/>
                  </a:lnTo>
                  <a:lnTo>
                    <a:pt x="0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1" name="Freeform 161">
              <a:extLst>
                <a:ext uri="{FF2B5EF4-FFF2-40B4-BE49-F238E27FC236}">
                  <a16:creationId xmlns:a16="http://schemas.microsoft.com/office/drawing/2014/main" id="{2B1E9CA8-4A67-EE5B-A7DA-821269FA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574059"/>
              <a:ext cx="582613" cy="73025"/>
            </a:xfrm>
            <a:custGeom>
              <a:avLst/>
              <a:gdLst>
                <a:gd name="T0" fmla="*/ 0 w 367"/>
                <a:gd name="T1" fmla="*/ 2147483647 h 46"/>
                <a:gd name="T2" fmla="*/ 2147483647 w 367"/>
                <a:gd name="T3" fmla="*/ 2147483647 h 46"/>
                <a:gd name="T4" fmla="*/ 2147483647 w 367"/>
                <a:gd name="T5" fmla="*/ 2147483647 h 46"/>
                <a:gd name="T6" fmla="*/ 2147483647 w 367"/>
                <a:gd name="T7" fmla="*/ 2147483647 h 46"/>
                <a:gd name="T8" fmla="*/ 2147483647 w 367"/>
                <a:gd name="T9" fmla="*/ 2147483647 h 46"/>
                <a:gd name="T10" fmla="*/ 2147483647 w 367"/>
                <a:gd name="T11" fmla="*/ 2147483647 h 46"/>
                <a:gd name="T12" fmla="*/ 2147483647 w 367"/>
                <a:gd name="T13" fmla="*/ 2147483647 h 46"/>
                <a:gd name="T14" fmla="*/ 2147483647 w 367"/>
                <a:gd name="T15" fmla="*/ 0 h 46"/>
                <a:gd name="T16" fmla="*/ 2147483647 w 367"/>
                <a:gd name="T17" fmla="*/ 0 h 46"/>
                <a:gd name="T18" fmla="*/ 2147483647 w 367"/>
                <a:gd name="T19" fmla="*/ 0 h 46"/>
                <a:gd name="T20" fmla="*/ 2147483647 w 367"/>
                <a:gd name="T21" fmla="*/ 2147483647 h 46"/>
                <a:gd name="T22" fmla="*/ 2147483647 w 367"/>
                <a:gd name="T23" fmla="*/ 2147483647 h 46"/>
                <a:gd name="T24" fmla="*/ 2147483647 w 367"/>
                <a:gd name="T25" fmla="*/ 2147483647 h 46"/>
                <a:gd name="T26" fmla="*/ 2147483647 w 367"/>
                <a:gd name="T27" fmla="*/ 2147483647 h 46"/>
                <a:gd name="T28" fmla="*/ 2147483647 w 367"/>
                <a:gd name="T29" fmla="*/ 2147483647 h 46"/>
                <a:gd name="T30" fmla="*/ 2147483647 w 367"/>
                <a:gd name="T31" fmla="*/ 2147483647 h 46"/>
                <a:gd name="T32" fmla="*/ 2147483647 w 367"/>
                <a:gd name="T33" fmla="*/ 2147483647 h 46"/>
                <a:gd name="T34" fmla="*/ 0 w 367"/>
                <a:gd name="T35" fmla="*/ 2147483647 h 46"/>
                <a:gd name="T36" fmla="*/ 0 w 367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67"/>
                <a:gd name="T58" fmla="*/ 0 h 46"/>
                <a:gd name="T59" fmla="*/ 367 w 367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67" h="46">
                  <a:moveTo>
                    <a:pt x="0" y="38"/>
                  </a:moveTo>
                  <a:lnTo>
                    <a:pt x="222" y="38"/>
                  </a:lnTo>
                  <a:lnTo>
                    <a:pt x="336" y="15"/>
                  </a:lnTo>
                  <a:lnTo>
                    <a:pt x="359" y="0"/>
                  </a:lnTo>
                  <a:lnTo>
                    <a:pt x="367" y="0"/>
                  </a:lnTo>
                  <a:lnTo>
                    <a:pt x="367" y="8"/>
                  </a:lnTo>
                  <a:lnTo>
                    <a:pt x="344" y="23"/>
                  </a:lnTo>
                  <a:lnTo>
                    <a:pt x="336" y="23"/>
                  </a:lnTo>
                  <a:lnTo>
                    <a:pt x="222" y="46"/>
                  </a:lnTo>
                  <a:lnTo>
                    <a:pt x="0" y="46"/>
                  </a:lnTo>
                  <a:lnTo>
                    <a:pt x="0" y="3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2" name="Freeform 162">
              <a:extLst>
                <a:ext uri="{FF2B5EF4-FFF2-40B4-BE49-F238E27FC236}">
                  <a16:creationId xmlns:a16="http://schemas.microsoft.com/office/drawing/2014/main" id="{7DFAA0EF-6693-D010-61A8-1372DC174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5524847"/>
              <a:ext cx="36513" cy="49213"/>
            </a:xfrm>
            <a:custGeom>
              <a:avLst/>
              <a:gdLst>
                <a:gd name="T0" fmla="*/ 0 w 23"/>
                <a:gd name="T1" fmla="*/ 2147483647 h 31"/>
                <a:gd name="T2" fmla="*/ 2147483647 w 23"/>
                <a:gd name="T3" fmla="*/ 0 h 31"/>
                <a:gd name="T4" fmla="*/ 2147483647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0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0" y="31"/>
                  </a:moveTo>
                  <a:lnTo>
                    <a:pt x="16" y="0"/>
                  </a:lnTo>
                  <a:lnTo>
                    <a:pt x="23" y="0"/>
                  </a:lnTo>
                  <a:lnTo>
                    <a:pt x="8" y="31"/>
                  </a:lnTo>
                  <a:lnTo>
                    <a:pt x="0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3" name="Freeform 163">
              <a:extLst>
                <a:ext uri="{FF2B5EF4-FFF2-40B4-BE49-F238E27FC236}">
                  <a16:creationId xmlns:a16="http://schemas.microsoft.com/office/drawing/2014/main" id="{5CD0AE80-9A64-8E26-3B07-CACE768AA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0788" y="5367684"/>
              <a:ext cx="23813" cy="157163"/>
            </a:xfrm>
            <a:custGeom>
              <a:avLst/>
              <a:gdLst>
                <a:gd name="T0" fmla="*/ 0 w 15"/>
                <a:gd name="T1" fmla="*/ 2147483647 h 99"/>
                <a:gd name="T2" fmla="*/ 2147483647 w 15"/>
                <a:gd name="T3" fmla="*/ 2147483647 h 99"/>
                <a:gd name="T4" fmla="*/ 2147483647 w 15"/>
                <a:gd name="T5" fmla="*/ 0 h 99"/>
                <a:gd name="T6" fmla="*/ 2147483647 w 15"/>
                <a:gd name="T7" fmla="*/ 0 h 99"/>
                <a:gd name="T8" fmla="*/ 0 w 15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9"/>
                <a:gd name="T17" fmla="*/ 15 w 15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9">
                  <a:moveTo>
                    <a:pt x="0" y="99"/>
                  </a:moveTo>
                  <a:lnTo>
                    <a:pt x="7" y="99"/>
                  </a:lnTo>
                  <a:lnTo>
                    <a:pt x="15" y="0"/>
                  </a:lnTo>
                  <a:lnTo>
                    <a:pt x="7" y="0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4" name="Freeform 164">
              <a:extLst>
                <a:ext uri="{FF2B5EF4-FFF2-40B4-BE49-F238E27FC236}">
                  <a16:creationId xmlns:a16="http://schemas.microsoft.com/office/drawing/2014/main" id="{E5BBD143-E53F-AC50-EC92-4411C7A2B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558800" cy="266700"/>
            </a:xfrm>
            <a:custGeom>
              <a:avLst/>
              <a:gdLst>
                <a:gd name="T0" fmla="*/ 2147483647 w 352"/>
                <a:gd name="T1" fmla="*/ 2147483647 h 168"/>
                <a:gd name="T2" fmla="*/ 2147483647 w 352"/>
                <a:gd name="T3" fmla="*/ 2147483647 h 168"/>
                <a:gd name="T4" fmla="*/ 2147483647 w 352"/>
                <a:gd name="T5" fmla="*/ 2147483647 h 168"/>
                <a:gd name="T6" fmla="*/ 2147483647 w 352"/>
                <a:gd name="T7" fmla="*/ 2147483647 h 168"/>
                <a:gd name="T8" fmla="*/ 2147483647 w 352"/>
                <a:gd name="T9" fmla="*/ 2147483647 h 168"/>
                <a:gd name="T10" fmla="*/ 0 w 352"/>
                <a:gd name="T11" fmla="*/ 0 h 168"/>
                <a:gd name="T12" fmla="*/ 2147483647 w 35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2"/>
                <a:gd name="T22" fmla="*/ 0 h 168"/>
                <a:gd name="T23" fmla="*/ 352 w 35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2" h="168">
                  <a:moveTo>
                    <a:pt x="352" y="168"/>
                  </a:moveTo>
                  <a:lnTo>
                    <a:pt x="153" y="168"/>
                  </a:lnTo>
                  <a:lnTo>
                    <a:pt x="46" y="145"/>
                  </a:lnTo>
                  <a:lnTo>
                    <a:pt x="23" y="130"/>
                  </a:lnTo>
                  <a:lnTo>
                    <a:pt x="8" y="99"/>
                  </a:lnTo>
                  <a:lnTo>
                    <a:pt x="0" y="0"/>
                  </a:lnTo>
                  <a:lnTo>
                    <a:pt x="352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5" name="Freeform 165">
              <a:extLst>
                <a:ext uri="{FF2B5EF4-FFF2-40B4-BE49-F238E27FC236}">
                  <a16:creationId xmlns:a16="http://schemas.microsoft.com/office/drawing/2014/main" id="{220AE79F-D584-F489-9FD2-1643B11B7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6613" y="5574059"/>
              <a:ext cx="522288" cy="73025"/>
            </a:xfrm>
            <a:custGeom>
              <a:avLst/>
              <a:gdLst>
                <a:gd name="T0" fmla="*/ 2147483647 w 329"/>
                <a:gd name="T1" fmla="*/ 2147483647 h 46"/>
                <a:gd name="T2" fmla="*/ 2147483647 w 329"/>
                <a:gd name="T3" fmla="*/ 2147483647 h 46"/>
                <a:gd name="T4" fmla="*/ 2147483647 w 329"/>
                <a:gd name="T5" fmla="*/ 2147483647 h 46"/>
                <a:gd name="T6" fmla="*/ 2147483647 w 329"/>
                <a:gd name="T7" fmla="*/ 2147483647 h 46"/>
                <a:gd name="T8" fmla="*/ 2147483647 w 329"/>
                <a:gd name="T9" fmla="*/ 2147483647 h 46"/>
                <a:gd name="T10" fmla="*/ 2147483647 w 329"/>
                <a:gd name="T11" fmla="*/ 2147483647 h 46"/>
                <a:gd name="T12" fmla="*/ 2147483647 w 329"/>
                <a:gd name="T13" fmla="*/ 2147483647 h 46"/>
                <a:gd name="T14" fmla="*/ 0 w 329"/>
                <a:gd name="T15" fmla="*/ 2147483647 h 46"/>
                <a:gd name="T16" fmla="*/ 0 w 329"/>
                <a:gd name="T17" fmla="*/ 0 h 46"/>
                <a:gd name="T18" fmla="*/ 2147483647 w 329"/>
                <a:gd name="T19" fmla="*/ 0 h 46"/>
                <a:gd name="T20" fmla="*/ 2147483647 w 329"/>
                <a:gd name="T21" fmla="*/ 0 h 46"/>
                <a:gd name="T22" fmla="*/ 2147483647 w 329"/>
                <a:gd name="T23" fmla="*/ 2147483647 h 46"/>
                <a:gd name="T24" fmla="*/ 2147483647 w 329"/>
                <a:gd name="T25" fmla="*/ 2147483647 h 46"/>
                <a:gd name="T26" fmla="*/ 2147483647 w 329"/>
                <a:gd name="T27" fmla="*/ 2147483647 h 46"/>
                <a:gd name="T28" fmla="*/ 2147483647 w 329"/>
                <a:gd name="T29" fmla="*/ 2147483647 h 46"/>
                <a:gd name="T30" fmla="*/ 2147483647 w 329"/>
                <a:gd name="T31" fmla="*/ 2147483647 h 46"/>
                <a:gd name="T32" fmla="*/ 2147483647 w 329"/>
                <a:gd name="T33" fmla="*/ 2147483647 h 46"/>
                <a:gd name="T34" fmla="*/ 2147483647 w 329"/>
                <a:gd name="T35" fmla="*/ 2147483647 h 46"/>
                <a:gd name="T36" fmla="*/ 2147483647 w 329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46"/>
                <a:gd name="T59" fmla="*/ 329 w 329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46">
                  <a:moveTo>
                    <a:pt x="329" y="46"/>
                  </a:moveTo>
                  <a:lnTo>
                    <a:pt x="130" y="46"/>
                  </a:lnTo>
                  <a:lnTo>
                    <a:pt x="23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31" y="15"/>
                  </a:lnTo>
                  <a:lnTo>
                    <a:pt x="23" y="15"/>
                  </a:lnTo>
                  <a:lnTo>
                    <a:pt x="130" y="38"/>
                  </a:lnTo>
                  <a:lnTo>
                    <a:pt x="329" y="38"/>
                  </a:lnTo>
                  <a:lnTo>
                    <a:pt x="329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6" name="Freeform 166">
              <a:extLst>
                <a:ext uri="{FF2B5EF4-FFF2-40B4-BE49-F238E27FC236}">
                  <a16:creationId xmlns:a16="http://schemas.microsoft.com/office/drawing/2014/main" id="{B1569D6E-3EB8-F59C-A249-77D4643FE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0" y="5524847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0 w 23"/>
                <a:gd name="T3" fmla="*/ 0 h 31"/>
                <a:gd name="T4" fmla="*/ 0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2147483647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15" y="31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23" y="31"/>
                  </a:lnTo>
                  <a:lnTo>
                    <a:pt x="15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7" name="Freeform 167">
              <a:extLst>
                <a:ext uri="{FF2B5EF4-FFF2-40B4-BE49-F238E27FC236}">
                  <a16:creationId xmlns:a16="http://schemas.microsoft.com/office/drawing/2014/main" id="{AB172593-B1C5-813D-22CE-8F53241E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25400" cy="157163"/>
            </a:xfrm>
            <a:custGeom>
              <a:avLst/>
              <a:gdLst>
                <a:gd name="T0" fmla="*/ 2147483647 w 16"/>
                <a:gd name="T1" fmla="*/ 2147483647 h 99"/>
                <a:gd name="T2" fmla="*/ 2147483647 w 16"/>
                <a:gd name="T3" fmla="*/ 2147483647 h 99"/>
                <a:gd name="T4" fmla="*/ 2147483647 w 16"/>
                <a:gd name="T5" fmla="*/ 0 h 99"/>
                <a:gd name="T6" fmla="*/ 0 w 16"/>
                <a:gd name="T7" fmla="*/ 0 h 99"/>
                <a:gd name="T8" fmla="*/ 2147483647 w 16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99"/>
                <a:gd name="T17" fmla="*/ 16 w 16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99">
                  <a:moveTo>
                    <a:pt x="8" y="99"/>
                  </a:moveTo>
                  <a:lnTo>
                    <a:pt x="16" y="99"/>
                  </a:lnTo>
                  <a:lnTo>
                    <a:pt x="8" y="0"/>
                  </a:lnTo>
                  <a:lnTo>
                    <a:pt x="0" y="0"/>
                  </a:lnTo>
                  <a:lnTo>
                    <a:pt x="8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8" name="Freeform 168">
              <a:extLst>
                <a:ext uri="{FF2B5EF4-FFF2-40B4-BE49-F238E27FC236}">
                  <a16:creationId xmlns:a16="http://schemas.microsoft.com/office/drawing/2014/main" id="{701C80D7-4ACD-00A0-94F2-A81BB25C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33400" cy="241300"/>
            </a:xfrm>
            <a:custGeom>
              <a:avLst/>
              <a:gdLst>
                <a:gd name="T0" fmla="*/ 2147483647 w 336"/>
                <a:gd name="T1" fmla="*/ 2147483647 h 152"/>
                <a:gd name="T2" fmla="*/ 2147483647 w 336"/>
                <a:gd name="T3" fmla="*/ 0 h 152"/>
                <a:gd name="T4" fmla="*/ 0 w 336"/>
                <a:gd name="T5" fmla="*/ 0 h 152"/>
                <a:gd name="T6" fmla="*/ 2147483647 w 336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6"/>
                <a:gd name="T13" fmla="*/ 0 h 152"/>
                <a:gd name="T14" fmla="*/ 336 w 336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6" h="152">
                  <a:moveTo>
                    <a:pt x="336" y="152"/>
                  </a:moveTo>
                  <a:lnTo>
                    <a:pt x="336" y="0"/>
                  </a:lnTo>
                  <a:lnTo>
                    <a:pt x="0" y="0"/>
                  </a:lnTo>
                  <a:lnTo>
                    <a:pt x="336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9" name="Rectangle 169">
              <a:extLst>
                <a:ext uri="{FF2B5EF4-FFF2-40B4-BE49-F238E27FC236}">
                  <a16:creationId xmlns:a16="http://schemas.microsoft.com/office/drawing/2014/main" id="{97D5CFF8-571A-AB77-4938-4768576A7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8900" y="5380384"/>
              <a:ext cx="12700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0" name="Freeform 170">
              <a:extLst>
                <a:ext uri="{FF2B5EF4-FFF2-40B4-BE49-F238E27FC236}">
                  <a16:creationId xmlns:a16="http://schemas.microsoft.com/office/drawing/2014/main" id="{7F9F44B5-290E-847D-BD9B-A0218F59F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46100" cy="254000"/>
            </a:xfrm>
            <a:custGeom>
              <a:avLst/>
              <a:gdLst>
                <a:gd name="T0" fmla="*/ 2147483647 w 344"/>
                <a:gd name="T1" fmla="*/ 2147483647 h 160"/>
                <a:gd name="T2" fmla="*/ 0 w 344"/>
                <a:gd name="T3" fmla="*/ 2147483647 h 160"/>
                <a:gd name="T4" fmla="*/ 0 w 344"/>
                <a:gd name="T5" fmla="*/ 0 h 160"/>
                <a:gd name="T6" fmla="*/ 0 w 344"/>
                <a:gd name="T7" fmla="*/ 0 h 160"/>
                <a:gd name="T8" fmla="*/ 2147483647 w 344"/>
                <a:gd name="T9" fmla="*/ 2147483647 h 160"/>
                <a:gd name="T10" fmla="*/ 2147483647 w 344"/>
                <a:gd name="T11" fmla="*/ 2147483647 h 160"/>
                <a:gd name="T12" fmla="*/ 2147483647 w 344"/>
                <a:gd name="T13" fmla="*/ 2147483647 h 160"/>
                <a:gd name="T14" fmla="*/ 2147483647 w 344"/>
                <a:gd name="T15" fmla="*/ 2147483647 h 160"/>
                <a:gd name="T16" fmla="*/ 0 w 344"/>
                <a:gd name="T17" fmla="*/ 2147483647 h 160"/>
                <a:gd name="T18" fmla="*/ 0 w 344"/>
                <a:gd name="T19" fmla="*/ 2147483647 h 160"/>
                <a:gd name="T20" fmla="*/ 0 w 344"/>
                <a:gd name="T21" fmla="*/ 0 h 160"/>
                <a:gd name="T22" fmla="*/ 2147483647 w 344"/>
                <a:gd name="T23" fmla="*/ 0 h 160"/>
                <a:gd name="T24" fmla="*/ 2147483647 w 344"/>
                <a:gd name="T25" fmla="*/ 2147483647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4"/>
                <a:gd name="T40" fmla="*/ 0 h 160"/>
                <a:gd name="T41" fmla="*/ 344 w 344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4" h="160">
                  <a:moveTo>
                    <a:pt x="336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336" y="152"/>
                  </a:lnTo>
                  <a:lnTo>
                    <a:pt x="344" y="152"/>
                  </a:lnTo>
                  <a:lnTo>
                    <a:pt x="344" y="160"/>
                  </a:lnTo>
                  <a:lnTo>
                    <a:pt x="336" y="160"/>
                  </a:lnTo>
                  <a:lnTo>
                    <a:pt x="0" y="7"/>
                  </a:lnTo>
                  <a:lnTo>
                    <a:pt x="0" y="0"/>
                  </a:lnTo>
                  <a:lnTo>
                    <a:pt x="336" y="0"/>
                  </a:lnTo>
                  <a:lnTo>
                    <a:pt x="336" y="7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1" name="Rectangle 171">
              <a:extLst>
                <a:ext uri="{FF2B5EF4-FFF2-40B4-BE49-F238E27FC236}">
                  <a16:creationId xmlns:a16="http://schemas.microsoft.com/office/drawing/2014/main" id="{AC90F33C-02ED-684A-C88D-70FC5D30B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984250" cy="109538"/>
            </a:xfrm>
            <a:prstGeom prst="rect">
              <a:avLst/>
            </a:prstGeom>
            <a:blipFill dpi="0" rotWithShape="0">
              <a:blip r:embed="rId5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2" name="Rectangle 172">
              <a:extLst>
                <a:ext uri="{FF2B5EF4-FFF2-40B4-BE49-F238E27FC236}">
                  <a16:creationId xmlns:a16="http://schemas.microsoft.com/office/drawing/2014/main" id="{6985E9C4-DB9A-182F-1228-B79ECEBEE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2013" y="5258147"/>
              <a:ext cx="11113" cy="1222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3" name="Rectangle 173">
              <a:extLst>
                <a:ext uri="{FF2B5EF4-FFF2-40B4-BE49-F238E27FC236}">
                  <a16:creationId xmlns:a16="http://schemas.microsoft.com/office/drawing/2014/main" id="{98045197-A2E9-B7B9-6B2E-E41D00CFE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367684"/>
              <a:ext cx="9842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4" name="Rectangle 174">
              <a:extLst>
                <a:ext uri="{FF2B5EF4-FFF2-40B4-BE49-F238E27FC236}">
                  <a16:creationId xmlns:a16="http://schemas.microsoft.com/office/drawing/2014/main" id="{20270C45-E265-F4C2-E3FD-49CCD26E4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5" name="Freeform 175">
              <a:extLst>
                <a:ext uri="{FF2B5EF4-FFF2-40B4-BE49-F238E27FC236}">
                  <a16:creationId xmlns:a16="http://schemas.microsoft.com/office/drawing/2014/main" id="{EE4EDFD1-8D5D-672F-A388-D7428EAC6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995363" cy="133350"/>
            </a:xfrm>
            <a:custGeom>
              <a:avLst/>
              <a:gdLst>
                <a:gd name="T0" fmla="*/ 0 w 627"/>
                <a:gd name="T1" fmla="*/ 2147483647 h 84"/>
                <a:gd name="T2" fmla="*/ 2147483647 w 627"/>
                <a:gd name="T3" fmla="*/ 0 h 84"/>
                <a:gd name="T4" fmla="*/ 2147483647 w 627"/>
                <a:gd name="T5" fmla="*/ 0 h 84"/>
                <a:gd name="T6" fmla="*/ 2147483647 w 627"/>
                <a:gd name="T7" fmla="*/ 2147483647 h 84"/>
                <a:gd name="T8" fmla="*/ 0 w 627"/>
                <a:gd name="T9" fmla="*/ 214748364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7"/>
                <a:gd name="T16" fmla="*/ 0 h 84"/>
                <a:gd name="T17" fmla="*/ 627 w 627"/>
                <a:gd name="T18" fmla="*/ 84 h 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7" h="84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627" y="84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6" name="Freeform 176">
              <a:extLst>
                <a:ext uri="{FF2B5EF4-FFF2-40B4-BE49-F238E27FC236}">
                  <a16:creationId xmlns:a16="http://schemas.microsoft.com/office/drawing/2014/main" id="{300E520A-0713-B9B1-01B5-0CBDD411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1020763" cy="144463"/>
            </a:xfrm>
            <a:custGeom>
              <a:avLst/>
              <a:gdLst>
                <a:gd name="T0" fmla="*/ 0 w 643"/>
                <a:gd name="T1" fmla="*/ 2147483647 h 91"/>
                <a:gd name="T2" fmla="*/ 2147483647 w 643"/>
                <a:gd name="T3" fmla="*/ 0 h 91"/>
                <a:gd name="T4" fmla="*/ 2147483647 w 643"/>
                <a:gd name="T5" fmla="*/ 0 h 91"/>
                <a:gd name="T6" fmla="*/ 2147483647 w 643"/>
                <a:gd name="T7" fmla="*/ 0 h 91"/>
                <a:gd name="T8" fmla="*/ 2147483647 w 643"/>
                <a:gd name="T9" fmla="*/ 0 h 91"/>
                <a:gd name="T10" fmla="*/ 2147483647 w 643"/>
                <a:gd name="T11" fmla="*/ 0 h 91"/>
                <a:gd name="T12" fmla="*/ 2147483647 w 643"/>
                <a:gd name="T13" fmla="*/ 0 h 91"/>
                <a:gd name="T14" fmla="*/ 2147483647 w 643"/>
                <a:gd name="T15" fmla="*/ 2147483647 h 91"/>
                <a:gd name="T16" fmla="*/ 2147483647 w 643"/>
                <a:gd name="T17" fmla="*/ 2147483647 h 91"/>
                <a:gd name="T18" fmla="*/ 2147483647 w 643"/>
                <a:gd name="T19" fmla="*/ 2147483647 h 91"/>
                <a:gd name="T20" fmla="*/ 2147483647 w 643"/>
                <a:gd name="T21" fmla="*/ 2147483647 h 91"/>
                <a:gd name="T22" fmla="*/ 2147483647 w 643"/>
                <a:gd name="T23" fmla="*/ 2147483647 h 91"/>
                <a:gd name="T24" fmla="*/ 2147483647 w 643"/>
                <a:gd name="T25" fmla="*/ 0 h 91"/>
                <a:gd name="T26" fmla="*/ 2147483647 w 643"/>
                <a:gd name="T27" fmla="*/ 2147483647 h 91"/>
                <a:gd name="T28" fmla="*/ 2147483647 w 643"/>
                <a:gd name="T29" fmla="*/ 2147483647 h 91"/>
                <a:gd name="T30" fmla="*/ 2147483647 w 643"/>
                <a:gd name="T31" fmla="*/ 0 h 91"/>
                <a:gd name="T32" fmla="*/ 2147483647 w 643"/>
                <a:gd name="T33" fmla="*/ 2147483647 h 91"/>
                <a:gd name="T34" fmla="*/ 2147483647 w 643"/>
                <a:gd name="T35" fmla="*/ 2147483647 h 91"/>
                <a:gd name="T36" fmla="*/ 0 w 643"/>
                <a:gd name="T37" fmla="*/ 214748364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43"/>
                <a:gd name="T58" fmla="*/ 0 h 91"/>
                <a:gd name="T59" fmla="*/ 643 w 643"/>
                <a:gd name="T60" fmla="*/ 91 h 9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43" h="91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581" y="0"/>
                  </a:lnTo>
                  <a:lnTo>
                    <a:pt x="635" y="84"/>
                  </a:lnTo>
                  <a:lnTo>
                    <a:pt x="643" y="91"/>
                  </a:lnTo>
                  <a:lnTo>
                    <a:pt x="627" y="91"/>
                  </a:lnTo>
                  <a:lnTo>
                    <a:pt x="574" y="7"/>
                  </a:lnTo>
                  <a:lnTo>
                    <a:pt x="581" y="0"/>
                  </a:lnTo>
                  <a:lnTo>
                    <a:pt x="574" y="7"/>
                  </a:lnTo>
                  <a:lnTo>
                    <a:pt x="61" y="7"/>
                  </a:lnTo>
                  <a:lnTo>
                    <a:pt x="61" y="0"/>
                  </a:lnTo>
                  <a:lnTo>
                    <a:pt x="69" y="7"/>
                  </a:lnTo>
                  <a:lnTo>
                    <a:pt x="7" y="91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7" name="Freeform 177">
              <a:extLst>
                <a:ext uri="{FF2B5EF4-FFF2-40B4-BE49-F238E27FC236}">
                  <a16:creationId xmlns:a16="http://schemas.microsoft.com/office/drawing/2014/main" id="{4963C9AE-9C93-4845-2376-AC2479A7A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063" y="5270847"/>
              <a:ext cx="1008063" cy="11113"/>
            </a:xfrm>
            <a:custGeom>
              <a:avLst/>
              <a:gdLst>
                <a:gd name="T0" fmla="*/ 2147483647 w 635"/>
                <a:gd name="T1" fmla="*/ 2147483647 h 7"/>
                <a:gd name="T2" fmla="*/ 2147483647 w 635"/>
                <a:gd name="T3" fmla="*/ 2147483647 h 7"/>
                <a:gd name="T4" fmla="*/ 0 w 635"/>
                <a:gd name="T5" fmla="*/ 2147483647 h 7"/>
                <a:gd name="T6" fmla="*/ 2147483647 w 635"/>
                <a:gd name="T7" fmla="*/ 0 h 7"/>
                <a:gd name="T8" fmla="*/ 2147483647 w 635"/>
                <a:gd name="T9" fmla="*/ 0 h 7"/>
                <a:gd name="T10" fmla="*/ 2147483647 w 635"/>
                <a:gd name="T11" fmla="*/ 0 h 7"/>
                <a:gd name="T12" fmla="*/ 2147483647 w 635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5"/>
                <a:gd name="T22" fmla="*/ 0 h 7"/>
                <a:gd name="T23" fmla="*/ 635 w 63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5" h="7">
                  <a:moveTo>
                    <a:pt x="635" y="7"/>
                  </a:moveTo>
                  <a:lnTo>
                    <a:pt x="8" y="7"/>
                  </a:lnTo>
                  <a:lnTo>
                    <a:pt x="0" y="7"/>
                  </a:lnTo>
                  <a:lnTo>
                    <a:pt x="8" y="0"/>
                  </a:lnTo>
                  <a:lnTo>
                    <a:pt x="635" y="0"/>
                  </a:lnTo>
                  <a:lnTo>
                    <a:pt x="635" y="7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8" name="Rectangle 178">
              <a:extLst>
                <a:ext uri="{FF2B5EF4-FFF2-40B4-BE49-F238E27FC236}">
                  <a16:creationId xmlns:a16="http://schemas.microsoft.com/office/drawing/2014/main" id="{39D5902D-3AE1-04B5-1B02-25BDEE6CE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688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9" name="Rectangle 179">
              <a:extLst>
                <a:ext uri="{FF2B5EF4-FFF2-40B4-BE49-F238E27FC236}">
                  <a16:creationId xmlns:a16="http://schemas.microsoft.com/office/drawing/2014/main" id="{DB07DA1B-C718-D31C-9C71-EF2DF63A1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8363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0" name="Rectangle 180">
              <a:extLst>
                <a:ext uri="{FF2B5EF4-FFF2-40B4-BE49-F238E27FC236}">
                  <a16:creationId xmlns:a16="http://schemas.microsoft.com/office/drawing/2014/main" id="{F88B678A-38DC-9B17-D51E-60F5D15A6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8038" y="5161309"/>
              <a:ext cx="9207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1" name="Rectangle 181">
              <a:extLst>
                <a:ext uri="{FF2B5EF4-FFF2-40B4-BE49-F238E27FC236}">
                  <a16:creationId xmlns:a16="http://schemas.microsoft.com/office/drawing/2014/main" id="{AAF47091-D743-507A-DB15-D1BF6D670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3863" y="4942234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2" name="Rectangle 182">
              <a:extLst>
                <a:ext uri="{FF2B5EF4-FFF2-40B4-BE49-F238E27FC236}">
                  <a16:creationId xmlns:a16="http://schemas.microsoft.com/office/drawing/2014/main" id="{97B2C8EB-C4BB-DA15-F632-DC0F3B3A4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0838" y="4931122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3" name="Freeform 183">
              <a:extLst>
                <a:ext uri="{FF2B5EF4-FFF2-40B4-BE49-F238E27FC236}">
                  <a16:creationId xmlns:a16="http://schemas.microsoft.com/office/drawing/2014/main" id="{630C5A38-D082-5286-B641-0AF1F92AE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5" y="4858097"/>
              <a:ext cx="73025" cy="84138"/>
            </a:xfrm>
            <a:custGeom>
              <a:avLst/>
              <a:gdLst>
                <a:gd name="T0" fmla="*/ 2147483647 w 46"/>
                <a:gd name="T1" fmla="*/ 2147483647 h 53"/>
                <a:gd name="T2" fmla="*/ 2147483647 w 46"/>
                <a:gd name="T3" fmla="*/ 2147483647 h 53"/>
                <a:gd name="T4" fmla="*/ 2147483647 w 46"/>
                <a:gd name="T5" fmla="*/ 2147483647 h 53"/>
                <a:gd name="T6" fmla="*/ 2147483647 w 46"/>
                <a:gd name="T7" fmla="*/ 2147483647 h 53"/>
                <a:gd name="T8" fmla="*/ 2147483647 w 46"/>
                <a:gd name="T9" fmla="*/ 2147483647 h 53"/>
                <a:gd name="T10" fmla="*/ 2147483647 w 46"/>
                <a:gd name="T11" fmla="*/ 2147483647 h 53"/>
                <a:gd name="T12" fmla="*/ 2147483647 w 46"/>
                <a:gd name="T13" fmla="*/ 2147483647 h 53"/>
                <a:gd name="T14" fmla="*/ 2147483647 w 46"/>
                <a:gd name="T15" fmla="*/ 2147483647 h 53"/>
                <a:gd name="T16" fmla="*/ 2147483647 w 46"/>
                <a:gd name="T17" fmla="*/ 2147483647 h 53"/>
                <a:gd name="T18" fmla="*/ 2147483647 w 46"/>
                <a:gd name="T19" fmla="*/ 2147483647 h 53"/>
                <a:gd name="T20" fmla="*/ 2147483647 w 46"/>
                <a:gd name="T21" fmla="*/ 2147483647 h 53"/>
                <a:gd name="T22" fmla="*/ 2147483647 w 46"/>
                <a:gd name="T23" fmla="*/ 2147483647 h 53"/>
                <a:gd name="T24" fmla="*/ 2147483647 w 46"/>
                <a:gd name="T25" fmla="*/ 2147483647 h 53"/>
                <a:gd name="T26" fmla="*/ 2147483647 w 46"/>
                <a:gd name="T27" fmla="*/ 2147483647 h 53"/>
                <a:gd name="T28" fmla="*/ 2147483647 w 46"/>
                <a:gd name="T29" fmla="*/ 2147483647 h 53"/>
                <a:gd name="T30" fmla="*/ 2147483647 w 46"/>
                <a:gd name="T31" fmla="*/ 2147483647 h 53"/>
                <a:gd name="T32" fmla="*/ 2147483647 w 46"/>
                <a:gd name="T33" fmla="*/ 2147483647 h 53"/>
                <a:gd name="T34" fmla="*/ 2147483647 w 46"/>
                <a:gd name="T35" fmla="*/ 2147483647 h 53"/>
                <a:gd name="T36" fmla="*/ 2147483647 w 46"/>
                <a:gd name="T37" fmla="*/ 2147483647 h 53"/>
                <a:gd name="T38" fmla="*/ 2147483647 w 46"/>
                <a:gd name="T39" fmla="*/ 2147483647 h 53"/>
                <a:gd name="T40" fmla="*/ 2147483647 w 46"/>
                <a:gd name="T41" fmla="*/ 2147483647 h 53"/>
                <a:gd name="T42" fmla="*/ 2147483647 w 46"/>
                <a:gd name="T43" fmla="*/ 2147483647 h 53"/>
                <a:gd name="T44" fmla="*/ 2147483647 w 46"/>
                <a:gd name="T45" fmla="*/ 2147483647 h 53"/>
                <a:gd name="T46" fmla="*/ 2147483647 w 46"/>
                <a:gd name="T47" fmla="*/ 2147483647 h 53"/>
                <a:gd name="T48" fmla="*/ 2147483647 w 46"/>
                <a:gd name="T49" fmla="*/ 2147483647 h 53"/>
                <a:gd name="T50" fmla="*/ 2147483647 w 46"/>
                <a:gd name="T51" fmla="*/ 2147483647 h 53"/>
                <a:gd name="T52" fmla="*/ 2147483647 w 46"/>
                <a:gd name="T53" fmla="*/ 2147483647 h 53"/>
                <a:gd name="T54" fmla="*/ 2147483647 w 46"/>
                <a:gd name="T55" fmla="*/ 2147483647 h 53"/>
                <a:gd name="T56" fmla="*/ 2147483647 w 46"/>
                <a:gd name="T57" fmla="*/ 2147483647 h 53"/>
                <a:gd name="T58" fmla="*/ 2147483647 w 46"/>
                <a:gd name="T59" fmla="*/ 2147483647 h 53"/>
                <a:gd name="T60" fmla="*/ 2147483647 w 46"/>
                <a:gd name="T61" fmla="*/ 2147483647 h 53"/>
                <a:gd name="T62" fmla="*/ 2147483647 w 46"/>
                <a:gd name="T63" fmla="*/ 2147483647 h 53"/>
                <a:gd name="T64" fmla="*/ 2147483647 w 46"/>
                <a:gd name="T65" fmla="*/ 2147483647 h 53"/>
                <a:gd name="T66" fmla="*/ 2147483647 w 46"/>
                <a:gd name="T67" fmla="*/ 2147483647 h 53"/>
                <a:gd name="T68" fmla="*/ 2147483647 w 46"/>
                <a:gd name="T69" fmla="*/ 2147483647 h 53"/>
                <a:gd name="T70" fmla="*/ 0 w 46"/>
                <a:gd name="T71" fmla="*/ 2147483647 h 53"/>
                <a:gd name="T72" fmla="*/ 0 w 46"/>
                <a:gd name="T73" fmla="*/ 2147483647 h 53"/>
                <a:gd name="T74" fmla="*/ 0 w 46"/>
                <a:gd name="T75" fmla="*/ 2147483647 h 53"/>
                <a:gd name="T76" fmla="*/ 2147483647 w 46"/>
                <a:gd name="T77" fmla="*/ 2147483647 h 53"/>
                <a:gd name="T78" fmla="*/ 2147483647 w 46"/>
                <a:gd name="T79" fmla="*/ 2147483647 h 53"/>
                <a:gd name="T80" fmla="*/ 2147483647 w 46"/>
                <a:gd name="T81" fmla="*/ 2147483647 h 53"/>
                <a:gd name="T82" fmla="*/ 2147483647 w 46"/>
                <a:gd name="T83" fmla="*/ 0 h 53"/>
                <a:gd name="T84" fmla="*/ 2147483647 w 46"/>
                <a:gd name="T85" fmla="*/ 0 h 53"/>
                <a:gd name="T86" fmla="*/ 2147483647 w 46"/>
                <a:gd name="T87" fmla="*/ 0 h 53"/>
                <a:gd name="T88" fmla="*/ 2147483647 w 46"/>
                <a:gd name="T89" fmla="*/ 2147483647 h 53"/>
                <a:gd name="T90" fmla="*/ 2147483647 w 46"/>
                <a:gd name="T91" fmla="*/ 2147483647 h 53"/>
                <a:gd name="T92" fmla="*/ 2147483647 w 46"/>
                <a:gd name="T93" fmla="*/ 2147483647 h 53"/>
                <a:gd name="T94" fmla="*/ 2147483647 w 46"/>
                <a:gd name="T95" fmla="*/ 2147483647 h 53"/>
                <a:gd name="T96" fmla="*/ 2147483647 w 46"/>
                <a:gd name="T97" fmla="*/ 2147483647 h 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3"/>
                <a:gd name="T149" fmla="*/ 46 w 46"/>
                <a:gd name="T150" fmla="*/ 53 h 5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3">
                  <a:moveTo>
                    <a:pt x="38" y="23"/>
                  </a:moveTo>
                  <a:lnTo>
                    <a:pt x="31" y="8"/>
                  </a:lnTo>
                  <a:lnTo>
                    <a:pt x="31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8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1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1" y="46"/>
                  </a:lnTo>
                  <a:lnTo>
                    <a:pt x="15" y="53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15" y="0"/>
                  </a:lnTo>
                  <a:lnTo>
                    <a:pt x="31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4" name="Freeform 184">
              <a:extLst>
                <a:ext uri="{FF2B5EF4-FFF2-40B4-BE49-F238E27FC236}">
                  <a16:creationId xmlns:a16="http://schemas.microsoft.com/office/drawing/2014/main" id="{9DE482E0-C571-1EDD-8CBB-6C2DF93A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7350" y="4894609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5" name="Rectangle 185">
              <a:extLst>
                <a:ext uri="{FF2B5EF4-FFF2-40B4-BE49-F238E27FC236}">
                  <a16:creationId xmlns:a16="http://schemas.microsoft.com/office/drawing/2014/main" id="{5E21FE8A-2F45-FE50-7963-F3661A6A7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67684"/>
              <a:ext cx="20161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6" name="Rectangle 186">
              <a:extLst>
                <a:ext uri="{FF2B5EF4-FFF2-40B4-BE49-F238E27FC236}">
                  <a16:creationId xmlns:a16="http://schemas.microsoft.com/office/drawing/2014/main" id="{5B0D3BC7-96C6-34CB-A42C-9299AAB4F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7" name="Freeform 187">
              <a:extLst>
                <a:ext uri="{FF2B5EF4-FFF2-40B4-BE49-F238E27FC236}">
                  <a16:creationId xmlns:a16="http://schemas.microsoft.com/office/drawing/2014/main" id="{C45D18B2-F67C-8274-E04A-28B2C3BC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7925" y="5088284"/>
              <a:ext cx="71438" cy="85725"/>
            </a:xfrm>
            <a:custGeom>
              <a:avLst/>
              <a:gdLst>
                <a:gd name="T0" fmla="*/ 2147483647 w 45"/>
                <a:gd name="T1" fmla="*/ 2147483647 h 54"/>
                <a:gd name="T2" fmla="*/ 2147483647 w 45"/>
                <a:gd name="T3" fmla="*/ 2147483647 h 54"/>
                <a:gd name="T4" fmla="*/ 2147483647 w 45"/>
                <a:gd name="T5" fmla="*/ 2147483647 h 54"/>
                <a:gd name="T6" fmla="*/ 2147483647 w 45"/>
                <a:gd name="T7" fmla="*/ 2147483647 h 54"/>
                <a:gd name="T8" fmla="*/ 2147483647 w 45"/>
                <a:gd name="T9" fmla="*/ 2147483647 h 54"/>
                <a:gd name="T10" fmla="*/ 2147483647 w 45"/>
                <a:gd name="T11" fmla="*/ 2147483647 h 54"/>
                <a:gd name="T12" fmla="*/ 2147483647 w 45"/>
                <a:gd name="T13" fmla="*/ 2147483647 h 54"/>
                <a:gd name="T14" fmla="*/ 2147483647 w 45"/>
                <a:gd name="T15" fmla="*/ 2147483647 h 54"/>
                <a:gd name="T16" fmla="*/ 2147483647 w 45"/>
                <a:gd name="T17" fmla="*/ 2147483647 h 54"/>
                <a:gd name="T18" fmla="*/ 2147483647 w 45"/>
                <a:gd name="T19" fmla="*/ 2147483647 h 54"/>
                <a:gd name="T20" fmla="*/ 2147483647 w 45"/>
                <a:gd name="T21" fmla="*/ 2147483647 h 54"/>
                <a:gd name="T22" fmla="*/ 2147483647 w 45"/>
                <a:gd name="T23" fmla="*/ 2147483647 h 54"/>
                <a:gd name="T24" fmla="*/ 2147483647 w 45"/>
                <a:gd name="T25" fmla="*/ 2147483647 h 54"/>
                <a:gd name="T26" fmla="*/ 2147483647 w 45"/>
                <a:gd name="T27" fmla="*/ 2147483647 h 54"/>
                <a:gd name="T28" fmla="*/ 2147483647 w 45"/>
                <a:gd name="T29" fmla="*/ 2147483647 h 54"/>
                <a:gd name="T30" fmla="*/ 2147483647 w 45"/>
                <a:gd name="T31" fmla="*/ 2147483647 h 54"/>
                <a:gd name="T32" fmla="*/ 2147483647 w 45"/>
                <a:gd name="T33" fmla="*/ 2147483647 h 54"/>
                <a:gd name="T34" fmla="*/ 2147483647 w 45"/>
                <a:gd name="T35" fmla="*/ 2147483647 h 54"/>
                <a:gd name="T36" fmla="*/ 2147483647 w 45"/>
                <a:gd name="T37" fmla="*/ 2147483647 h 54"/>
                <a:gd name="T38" fmla="*/ 2147483647 w 45"/>
                <a:gd name="T39" fmla="*/ 2147483647 h 54"/>
                <a:gd name="T40" fmla="*/ 2147483647 w 45"/>
                <a:gd name="T41" fmla="*/ 2147483647 h 54"/>
                <a:gd name="T42" fmla="*/ 2147483647 w 45"/>
                <a:gd name="T43" fmla="*/ 2147483647 h 54"/>
                <a:gd name="T44" fmla="*/ 2147483647 w 45"/>
                <a:gd name="T45" fmla="*/ 2147483647 h 54"/>
                <a:gd name="T46" fmla="*/ 2147483647 w 45"/>
                <a:gd name="T47" fmla="*/ 2147483647 h 54"/>
                <a:gd name="T48" fmla="*/ 2147483647 w 45"/>
                <a:gd name="T49" fmla="*/ 2147483647 h 54"/>
                <a:gd name="T50" fmla="*/ 2147483647 w 45"/>
                <a:gd name="T51" fmla="*/ 2147483647 h 54"/>
                <a:gd name="T52" fmla="*/ 2147483647 w 45"/>
                <a:gd name="T53" fmla="*/ 2147483647 h 54"/>
                <a:gd name="T54" fmla="*/ 2147483647 w 45"/>
                <a:gd name="T55" fmla="*/ 2147483647 h 54"/>
                <a:gd name="T56" fmla="*/ 2147483647 w 45"/>
                <a:gd name="T57" fmla="*/ 2147483647 h 54"/>
                <a:gd name="T58" fmla="*/ 2147483647 w 45"/>
                <a:gd name="T59" fmla="*/ 2147483647 h 54"/>
                <a:gd name="T60" fmla="*/ 2147483647 w 45"/>
                <a:gd name="T61" fmla="*/ 2147483647 h 54"/>
                <a:gd name="T62" fmla="*/ 2147483647 w 45"/>
                <a:gd name="T63" fmla="*/ 2147483647 h 54"/>
                <a:gd name="T64" fmla="*/ 2147483647 w 45"/>
                <a:gd name="T65" fmla="*/ 2147483647 h 54"/>
                <a:gd name="T66" fmla="*/ 2147483647 w 45"/>
                <a:gd name="T67" fmla="*/ 2147483647 h 54"/>
                <a:gd name="T68" fmla="*/ 2147483647 w 45"/>
                <a:gd name="T69" fmla="*/ 2147483647 h 54"/>
                <a:gd name="T70" fmla="*/ 0 w 45"/>
                <a:gd name="T71" fmla="*/ 2147483647 h 54"/>
                <a:gd name="T72" fmla="*/ 0 w 45"/>
                <a:gd name="T73" fmla="*/ 2147483647 h 54"/>
                <a:gd name="T74" fmla="*/ 0 w 45"/>
                <a:gd name="T75" fmla="*/ 2147483647 h 54"/>
                <a:gd name="T76" fmla="*/ 2147483647 w 45"/>
                <a:gd name="T77" fmla="*/ 2147483647 h 54"/>
                <a:gd name="T78" fmla="*/ 2147483647 w 45"/>
                <a:gd name="T79" fmla="*/ 2147483647 h 54"/>
                <a:gd name="T80" fmla="*/ 2147483647 w 45"/>
                <a:gd name="T81" fmla="*/ 2147483647 h 54"/>
                <a:gd name="T82" fmla="*/ 2147483647 w 45"/>
                <a:gd name="T83" fmla="*/ 0 h 54"/>
                <a:gd name="T84" fmla="*/ 2147483647 w 45"/>
                <a:gd name="T85" fmla="*/ 0 h 54"/>
                <a:gd name="T86" fmla="*/ 2147483647 w 45"/>
                <a:gd name="T87" fmla="*/ 0 h 54"/>
                <a:gd name="T88" fmla="*/ 2147483647 w 45"/>
                <a:gd name="T89" fmla="*/ 2147483647 h 54"/>
                <a:gd name="T90" fmla="*/ 2147483647 w 45"/>
                <a:gd name="T91" fmla="*/ 2147483647 h 54"/>
                <a:gd name="T92" fmla="*/ 2147483647 w 45"/>
                <a:gd name="T93" fmla="*/ 2147483647 h 54"/>
                <a:gd name="T94" fmla="*/ 2147483647 w 45"/>
                <a:gd name="T95" fmla="*/ 2147483647 h 54"/>
                <a:gd name="T96" fmla="*/ 2147483647 w 45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54"/>
                <a:gd name="T149" fmla="*/ 45 w 45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7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5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7" y="46"/>
                  </a:lnTo>
                  <a:lnTo>
                    <a:pt x="7" y="38"/>
                  </a:lnTo>
                  <a:lnTo>
                    <a:pt x="0" y="23"/>
                  </a:lnTo>
                  <a:lnTo>
                    <a:pt x="7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5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8" name="Freeform 188">
              <a:extLst>
                <a:ext uri="{FF2B5EF4-FFF2-40B4-BE49-F238E27FC236}">
                  <a16:creationId xmlns:a16="http://schemas.microsoft.com/office/drawing/2014/main" id="{F6C64E84-87EE-62B2-F644-221CE593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8250" y="5124797"/>
              <a:ext cx="11113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0 w 7"/>
                <a:gd name="T5" fmla="*/ 0 h 1"/>
                <a:gd name="T6" fmla="*/ 2147483647 w 7"/>
                <a:gd name="T7" fmla="*/ 0 h 1"/>
                <a:gd name="T8" fmla="*/ 2147483647 w 7"/>
                <a:gd name="T9" fmla="*/ 0 h 1"/>
                <a:gd name="T10" fmla="*/ 2147483647 w 7"/>
                <a:gd name="T11" fmla="*/ 0 h 1"/>
                <a:gd name="T12" fmla="*/ 0 w 7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"/>
                <a:gd name="T23" fmla="*/ 7 w 7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9" name="Rectangle 189">
              <a:extLst>
                <a:ext uri="{FF2B5EF4-FFF2-40B4-BE49-F238E27FC236}">
                  <a16:creationId xmlns:a16="http://schemas.microsoft.com/office/drawing/2014/main" id="{FDA3E9B3-F3E7-E6D8-01E9-9DCD81C38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2063" y="5124797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0" name="Rectangle 190">
              <a:extLst>
                <a:ext uri="{FF2B5EF4-FFF2-40B4-BE49-F238E27FC236}">
                  <a16:creationId xmlns:a16="http://schemas.microsoft.com/office/drawing/2014/main" id="{2BCADDDE-6066-AAEB-77CB-B77831274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5200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1" name="Freeform 191">
              <a:extLst>
                <a:ext uri="{FF2B5EF4-FFF2-40B4-BE49-F238E27FC236}">
                  <a16:creationId xmlns:a16="http://schemas.microsoft.com/office/drawing/2014/main" id="{33E8DC7E-82BD-2C6D-EBA3-24E182D6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5088284"/>
              <a:ext cx="73025" cy="85725"/>
            </a:xfrm>
            <a:custGeom>
              <a:avLst/>
              <a:gdLst>
                <a:gd name="T0" fmla="*/ 2147483647 w 46"/>
                <a:gd name="T1" fmla="*/ 2147483647 h 54"/>
                <a:gd name="T2" fmla="*/ 2147483647 w 46"/>
                <a:gd name="T3" fmla="*/ 2147483647 h 54"/>
                <a:gd name="T4" fmla="*/ 2147483647 w 46"/>
                <a:gd name="T5" fmla="*/ 2147483647 h 54"/>
                <a:gd name="T6" fmla="*/ 2147483647 w 46"/>
                <a:gd name="T7" fmla="*/ 2147483647 h 54"/>
                <a:gd name="T8" fmla="*/ 2147483647 w 46"/>
                <a:gd name="T9" fmla="*/ 2147483647 h 54"/>
                <a:gd name="T10" fmla="*/ 2147483647 w 46"/>
                <a:gd name="T11" fmla="*/ 2147483647 h 54"/>
                <a:gd name="T12" fmla="*/ 2147483647 w 46"/>
                <a:gd name="T13" fmla="*/ 2147483647 h 54"/>
                <a:gd name="T14" fmla="*/ 0 w 46"/>
                <a:gd name="T15" fmla="*/ 2147483647 h 54"/>
                <a:gd name="T16" fmla="*/ 2147483647 w 46"/>
                <a:gd name="T17" fmla="*/ 2147483647 h 54"/>
                <a:gd name="T18" fmla="*/ 2147483647 w 46"/>
                <a:gd name="T19" fmla="*/ 2147483647 h 54"/>
                <a:gd name="T20" fmla="*/ 2147483647 w 46"/>
                <a:gd name="T21" fmla="*/ 2147483647 h 54"/>
                <a:gd name="T22" fmla="*/ 2147483647 w 46"/>
                <a:gd name="T23" fmla="*/ 2147483647 h 54"/>
                <a:gd name="T24" fmla="*/ 2147483647 w 46"/>
                <a:gd name="T25" fmla="*/ 2147483647 h 54"/>
                <a:gd name="T26" fmla="*/ 2147483647 w 46"/>
                <a:gd name="T27" fmla="*/ 2147483647 h 54"/>
                <a:gd name="T28" fmla="*/ 0 w 46"/>
                <a:gd name="T29" fmla="*/ 2147483647 h 54"/>
                <a:gd name="T30" fmla="*/ 0 w 46"/>
                <a:gd name="T31" fmla="*/ 2147483647 h 54"/>
                <a:gd name="T32" fmla="*/ 2147483647 w 46"/>
                <a:gd name="T33" fmla="*/ 2147483647 h 54"/>
                <a:gd name="T34" fmla="*/ 2147483647 w 46"/>
                <a:gd name="T35" fmla="*/ 2147483647 h 54"/>
                <a:gd name="T36" fmla="*/ 2147483647 w 46"/>
                <a:gd name="T37" fmla="*/ 2147483647 h 54"/>
                <a:gd name="T38" fmla="*/ 2147483647 w 46"/>
                <a:gd name="T39" fmla="*/ 2147483647 h 54"/>
                <a:gd name="T40" fmla="*/ 2147483647 w 46"/>
                <a:gd name="T41" fmla="*/ 2147483647 h 54"/>
                <a:gd name="T42" fmla="*/ 2147483647 w 46"/>
                <a:gd name="T43" fmla="*/ 2147483647 h 54"/>
                <a:gd name="T44" fmla="*/ 2147483647 w 46"/>
                <a:gd name="T45" fmla="*/ 2147483647 h 54"/>
                <a:gd name="T46" fmla="*/ 2147483647 w 46"/>
                <a:gd name="T47" fmla="*/ 2147483647 h 54"/>
                <a:gd name="T48" fmla="*/ 2147483647 w 46"/>
                <a:gd name="T49" fmla="*/ 2147483647 h 54"/>
                <a:gd name="T50" fmla="*/ 2147483647 w 46"/>
                <a:gd name="T51" fmla="*/ 2147483647 h 54"/>
                <a:gd name="T52" fmla="*/ 2147483647 w 46"/>
                <a:gd name="T53" fmla="*/ 2147483647 h 54"/>
                <a:gd name="T54" fmla="*/ 2147483647 w 46"/>
                <a:gd name="T55" fmla="*/ 2147483647 h 54"/>
                <a:gd name="T56" fmla="*/ 2147483647 w 46"/>
                <a:gd name="T57" fmla="*/ 2147483647 h 54"/>
                <a:gd name="T58" fmla="*/ 2147483647 w 46"/>
                <a:gd name="T59" fmla="*/ 2147483647 h 54"/>
                <a:gd name="T60" fmla="*/ 2147483647 w 46"/>
                <a:gd name="T61" fmla="*/ 2147483647 h 54"/>
                <a:gd name="T62" fmla="*/ 2147483647 w 46"/>
                <a:gd name="T63" fmla="*/ 2147483647 h 54"/>
                <a:gd name="T64" fmla="*/ 0 w 46"/>
                <a:gd name="T65" fmla="*/ 2147483647 h 54"/>
                <a:gd name="T66" fmla="*/ 0 w 46"/>
                <a:gd name="T67" fmla="*/ 2147483647 h 54"/>
                <a:gd name="T68" fmla="*/ 0 w 46"/>
                <a:gd name="T69" fmla="*/ 2147483647 h 54"/>
                <a:gd name="T70" fmla="*/ 0 w 46"/>
                <a:gd name="T71" fmla="*/ 2147483647 h 54"/>
                <a:gd name="T72" fmla="*/ 0 w 46"/>
                <a:gd name="T73" fmla="*/ 2147483647 h 54"/>
                <a:gd name="T74" fmla="*/ 0 w 46"/>
                <a:gd name="T75" fmla="*/ 2147483647 h 54"/>
                <a:gd name="T76" fmla="*/ 0 w 46"/>
                <a:gd name="T77" fmla="*/ 2147483647 h 54"/>
                <a:gd name="T78" fmla="*/ 0 w 46"/>
                <a:gd name="T79" fmla="*/ 2147483647 h 54"/>
                <a:gd name="T80" fmla="*/ 0 w 46"/>
                <a:gd name="T81" fmla="*/ 2147483647 h 54"/>
                <a:gd name="T82" fmla="*/ 2147483647 w 46"/>
                <a:gd name="T83" fmla="*/ 0 h 54"/>
                <a:gd name="T84" fmla="*/ 2147483647 w 46"/>
                <a:gd name="T85" fmla="*/ 0 h 54"/>
                <a:gd name="T86" fmla="*/ 2147483647 w 46"/>
                <a:gd name="T87" fmla="*/ 0 h 54"/>
                <a:gd name="T88" fmla="*/ 2147483647 w 46"/>
                <a:gd name="T89" fmla="*/ 2147483647 h 54"/>
                <a:gd name="T90" fmla="*/ 2147483647 w 46"/>
                <a:gd name="T91" fmla="*/ 2147483647 h 54"/>
                <a:gd name="T92" fmla="*/ 2147483647 w 46"/>
                <a:gd name="T93" fmla="*/ 2147483647 h 54"/>
                <a:gd name="T94" fmla="*/ 2147483647 w 46"/>
                <a:gd name="T95" fmla="*/ 2147483647 h 54"/>
                <a:gd name="T96" fmla="*/ 2147483647 w 46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4"/>
                <a:gd name="T149" fmla="*/ 46 w 46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0" y="15"/>
                  </a:lnTo>
                  <a:lnTo>
                    <a:pt x="7" y="8"/>
                  </a:lnTo>
                  <a:lnTo>
                    <a:pt x="7" y="23"/>
                  </a:lnTo>
                  <a:lnTo>
                    <a:pt x="7" y="38"/>
                  </a:lnTo>
                  <a:lnTo>
                    <a:pt x="0" y="38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0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2" name="Freeform 192">
              <a:extLst>
                <a:ext uri="{FF2B5EF4-FFF2-40B4-BE49-F238E27FC236}">
                  <a16:creationId xmlns:a16="http://schemas.microsoft.com/office/drawing/2014/main" id="{15A4DCB1-6E6D-AE8A-F839-E4E6D6F91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512479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3" name="Rectangle 193">
              <a:extLst>
                <a:ext uri="{FF2B5EF4-FFF2-40B4-BE49-F238E27FC236}">
                  <a16:creationId xmlns:a16="http://schemas.microsoft.com/office/drawing/2014/main" id="{38C66D08-24E7-EA1D-41AB-4CB19D937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578697"/>
              <a:ext cx="12700" cy="3159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4" name="Rectangle 194">
              <a:extLst>
                <a:ext uri="{FF2B5EF4-FFF2-40B4-BE49-F238E27FC236}">
                  <a16:creationId xmlns:a16="http://schemas.microsoft.com/office/drawing/2014/main" id="{3D0D1B75-A2BB-F933-41F1-C6E872ADC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8453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5" name="Rectangle 195">
              <a:extLst>
                <a:ext uri="{FF2B5EF4-FFF2-40B4-BE49-F238E27FC236}">
                  <a16:creationId xmlns:a16="http://schemas.microsoft.com/office/drawing/2014/main" id="{394BA615-AB92-0B67-F943-B550F4EAE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6" name="Rectangle 196">
              <a:extLst>
                <a:ext uri="{FF2B5EF4-FFF2-40B4-BE49-F238E27FC236}">
                  <a16:creationId xmlns:a16="http://schemas.microsoft.com/office/drawing/2014/main" id="{7947D391-AB83-F99B-AA09-458756C9F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7" name="Rectangle 197">
              <a:extLst>
                <a:ext uri="{FF2B5EF4-FFF2-40B4-BE49-F238E27FC236}">
                  <a16:creationId xmlns:a16="http://schemas.microsoft.com/office/drawing/2014/main" id="{E4B5C82F-183F-B53B-746F-C28C47F7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518372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8" name="Rectangle 198">
              <a:extLst>
                <a:ext uri="{FF2B5EF4-FFF2-40B4-BE49-F238E27FC236}">
                  <a16:creationId xmlns:a16="http://schemas.microsoft.com/office/drawing/2014/main" id="{B1E12661-FD29-490D-1143-59D17A6DB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845397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9" name="Rectangle 199">
              <a:extLst>
                <a:ext uri="{FF2B5EF4-FFF2-40B4-BE49-F238E27FC236}">
                  <a16:creationId xmlns:a16="http://schemas.microsoft.com/office/drawing/2014/main" id="{A6A1EAED-28D3-AF1D-6E74-0F9B73306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0" name="Rectangle 200">
              <a:extLst>
                <a:ext uri="{FF2B5EF4-FFF2-40B4-BE49-F238E27FC236}">
                  <a16:creationId xmlns:a16="http://schemas.microsoft.com/office/drawing/2014/main" id="{E1451177-C7FD-3363-7F28-B7B9545D3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550" y="4748559"/>
              <a:ext cx="968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1" name="Rectangle 201">
              <a:extLst>
                <a:ext uri="{FF2B5EF4-FFF2-40B4-BE49-F238E27FC236}">
                  <a16:creationId xmlns:a16="http://schemas.microsoft.com/office/drawing/2014/main" id="{316854AA-B250-F417-A452-E8FD3B1A2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3984972"/>
              <a:ext cx="12700" cy="3143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2" name="Rectangle 202">
              <a:extLst>
                <a:ext uri="{FF2B5EF4-FFF2-40B4-BE49-F238E27FC236}">
                  <a16:creationId xmlns:a16="http://schemas.microsoft.com/office/drawing/2014/main" id="{0104A4F9-3917-6177-F705-8E8E58EEF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251672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3" name="Rectangle 203">
              <a:extLst>
                <a:ext uri="{FF2B5EF4-FFF2-40B4-BE49-F238E27FC236}">
                  <a16:creationId xmlns:a16="http://schemas.microsoft.com/office/drawing/2014/main" id="{9BF8074C-EFAC-8C86-AEF2-24352C524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4" name="Rectangle 204">
              <a:extLst>
                <a:ext uri="{FF2B5EF4-FFF2-40B4-BE49-F238E27FC236}">
                  <a16:creationId xmlns:a16="http://schemas.microsoft.com/office/drawing/2014/main" id="{7CDE313A-D661-EA96-0E31-B6684E94A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5" name="Rectangle 205">
              <a:extLst>
                <a:ext uri="{FF2B5EF4-FFF2-40B4-BE49-F238E27FC236}">
                  <a16:creationId xmlns:a16="http://schemas.microsoft.com/office/drawing/2014/main" id="{6947CD1A-A66B-AFFE-0BE8-706031907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923059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6" name="Rectangle 206">
              <a:extLst>
                <a:ext uri="{FF2B5EF4-FFF2-40B4-BE49-F238E27FC236}">
                  <a16:creationId xmlns:a16="http://schemas.microsoft.com/office/drawing/2014/main" id="{D5B9EA50-2202-125E-F2A9-7FC04F1D2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251672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7" name="Rectangle 207">
              <a:extLst>
                <a:ext uri="{FF2B5EF4-FFF2-40B4-BE49-F238E27FC236}">
                  <a16:creationId xmlns:a16="http://schemas.microsoft.com/office/drawing/2014/main" id="{5D441562-BD3E-D847-173C-2EB202E15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8" name="Freeform 208">
              <a:extLst>
                <a:ext uri="{FF2B5EF4-FFF2-40B4-BE49-F238E27FC236}">
                  <a16:creationId xmlns:a16="http://schemas.microsoft.com/office/drawing/2014/main" id="{60017D2C-2BC9-36FB-3872-81EE30820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363" y="4105622"/>
              <a:ext cx="85725" cy="85725"/>
            </a:xfrm>
            <a:custGeom>
              <a:avLst/>
              <a:gdLst>
                <a:gd name="T0" fmla="*/ 2147483647 w 54"/>
                <a:gd name="T1" fmla="*/ 2147483647 h 54"/>
                <a:gd name="T2" fmla="*/ 2147483647 w 54"/>
                <a:gd name="T3" fmla="*/ 2147483647 h 54"/>
                <a:gd name="T4" fmla="*/ 2147483647 w 54"/>
                <a:gd name="T5" fmla="*/ 2147483647 h 54"/>
                <a:gd name="T6" fmla="*/ 2147483647 w 54"/>
                <a:gd name="T7" fmla="*/ 2147483647 h 54"/>
                <a:gd name="T8" fmla="*/ 2147483647 w 54"/>
                <a:gd name="T9" fmla="*/ 2147483647 h 54"/>
                <a:gd name="T10" fmla="*/ 2147483647 w 54"/>
                <a:gd name="T11" fmla="*/ 2147483647 h 54"/>
                <a:gd name="T12" fmla="*/ 2147483647 w 54"/>
                <a:gd name="T13" fmla="*/ 2147483647 h 54"/>
                <a:gd name="T14" fmla="*/ 2147483647 w 54"/>
                <a:gd name="T15" fmla="*/ 2147483647 h 54"/>
                <a:gd name="T16" fmla="*/ 2147483647 w 54"/>
                <a:gd name="T17" fmla="*/ 2147483647 h 54"/>
                <a:gd name="T18" fmla="*/ 2147483647 w 54"/>
                <a:gd name="T19" fmla="*/ 2147483647 h 54"/>
                <a:gd name="T20" fmla="*/ 2147483647 w 54"/>
                <a:gd name="T21" fmla="*/ 2147483647 h 54"/>
                <a:gd name="T22" fmla="*/ 2147483647 w 54"/>
                <a:gd name="T23" fmla="*/ 2147483647 h 54"/>
                <a:gd name="T24" fmla="*/ 2147483647 w 54"/>
                <a:gd name="T25" fmla="*/ 2147483647 h 54"/>
                <a:gd name="T26" fmla="*/ 2147483647 w 54"/>
                <a:gd name="T27" fmla="*/ 2147483647 h 54"/>
                <a:gd name="T28" fmla="*/ 2147483647 w 54"/>
                <a:gd name="T29" fmla="*/ 2147483647 h 54"/>
                <a:gd name="T30" fmla="*/ 2147483647 w 54"/>
                <a:gd name="T31" fmla="*/ 2147483647 h 54"/>
                <a:gd name="T32" fmla="*/ 2147483647 w 54"/>
                <a:gd name="T33" fmla="*/ 2147483647 h 54"/>
                <a:gd name="T34" fmla="*/ 2147483647 w 54"/>
                <a:gd name="T35" fmla="*/ 2147483647 h 54"/>
                <a:gd name="T36" fmla="*/ 2147483647 w 54"/>
                <a:gd name="T37" fmla="*/ 2147483647 h 54"/>
                <a:gd name="T38" fmla="*/ 2147483647 w 54"/>
                <a:gd name="T39" fmla="*/ 2147483647 h 54"/>
                <a:gd name="T40" fmla="*/ 2147483647 w 54"/>
                <a:gd name="T41" fmla="*/ 2147483647 h 54"/>
                <a:gd name="T42" fmla="*/ 2147483647 w 54"/>
                <a:gd name="T43" fmla="*/ 2147483647 h 54"/>
                <a:gd name="T44" fmla="*/ 2147483647 w 54"/>
                <a:gd name="T45" fmla="*/ 2147483647 h 54"/>
                <a:gd name="T46" fmla="*/ 2147483647 w 54"/>
                <a:gd name="T47" fmla="*/ 2147483647 h 54"/>
                <a:gd name="T48" fmla="*/ 2147483647 w 54"/>
                <a:gd name="T49" fmla="*/ 2147483647 h 54"/>
                <a:gd name="T50" fmla="*/ 2147483647 w 54"/>
                <a:gd name="T51" fmla="*/ 2147483647 h 54"/>
                <a:gd name="T52" fmla="*/ 2147483647 w 54"/>
                <a:gd name="T53" fmla="*/ 2147483647 h 54"/>
                <a:gd name="T54" fmla="*/ 2147483647 w 54"/>
                <a:gd name="T55" fmla="*/ 2147483647 h 54"/>
                <a:gd name="T56" fmla="*/ 2147483647 w 54"/>
                <a:gd name="T57" fmla="*/ 2147483647 h 54"/>
                <a:gd name="T58" fmla="*/ 2147483647 w 54"/>
                <a:gd name="T59" fmla="*/ 2147483647 h 54"/>
                <a:gd name="T60" fmla="*/ 2147483647 w 54"/>
                <a:gd name="T61" fmla="*/ 2147483647 h 54"/>
                <a:gd name="T62" fmla="*/ 2147483647 w 54"/>
                <a:gd name="T63" fmla="*/ 2147483647 h 54"/>
                <a:gd name="T64" fmla="*/ 2147483647 w 54"/>
                <a:gd name="T65" fmla="*/ 2147483647 h 54"/>
                <a:gd name="T66" fmla="*/ 2147483647 w 54"/>
                <a:gd name="T67" fmla="*/ 2147483647 h 54"/>
                <a:gd name="T68" fmla="*/ 2147483647 w 54"/>
                <a:gd name="T69" fmla="*/ 2147483647 h 54"/>
                <a:gd name="T70" fmla="*/ 0 w 54"/>
                <a:gd name="T71" fmla="*/ 2147483647 h 54"/>
                <a:gd name="T72" fmla="*/ 0 w 54"/>
                <a:gd name="T73" fmla="*/ 2147483647 h 54"/>
                <a:gd name="T74" fmla="*/ 0 w 54"/>
                <a:gd name="T75" fmla="*/ 2147483647 h 54"/>
                <a:gd name="T76" fmla="*/ 2147483647 w 54"/>
                <a:gd name="T77" fmla="*/ 2147483647 h 54"/>
                <a:gd name="T78" fmla="*/ 2147483647 w 54"/>
                <a:gd name="T79" fmla="*/ 2147483647 h 54"/>
                <a:gd name="T80" fmla="*/ 2147483647 w 54"/>
                <a:gd name="T81" fmla="*/ 2147483647 h 54"/>
                <a:gd name="T82" fmla="*/ 2147483647 w 54"/>
                <a:gd name="T83" fmla="*/ 0 h 54"/>
                <a:gd name="T84" fmla="*/ 2147483647 w 54"/>
                <a:gd name="T85" fmla="*/ 0 h 54"/>
                <a:gd name="T86" fmla="*/ 2147483647 w 54"/>
                <a:gd name="T87" fmla="*/ 0 h 54"/>
                <a:gd name="T88" fmla="*/ 2147483647 w 54"/>
                <a:gd name="T89" fmla="*/ 2147483647 h 54"/>
                <a:gd name="T90" fmla="*/ 2147483647 w 54"/>
                <a:gd name="T91" fmla="*/ 2147483647 h 54"/>
                <a:gd name="T92" fmla="*/ 2147483647 w 54"/>
                <a:gd name="T93" fmla="*/ 2147483647 h 54"/>
                <a:gd name="T94" fmla="*/ 2147483647 w 54"/>
                <a:gd name="T95" fmla="*/ 2147483647 h 54"/>
                <a:gd name="T96" fmla="*/ 2147483647 w 54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4"/>
                <a:gd name="T148" fmla="*/ 0 h 54"/>
                <a:gd name="T149" fmla="*/ 54 w 54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4" h="54">
                  <a:moveTo>
                    <a:pt x="46" y="23"/>
                  </a:moveTo>
                  <a:lnTo>
                    <a:pt x="39" y="8"/>
                  </a:lnTo>
                  <a:lnTo>
                    <a:pt x="39" y="15"/>
                  </a:lnTo>
                  <a:lnTo>
                    <a:pt x="23" y="8"/>
                  </a:lnTo>
                  <a:lnTo>
                    <a:pt x="8" y="15"/>
                  </a:lnTo>
                  <a:lnTo>
                    <a:pt x="16" y="8"/>
                  </a:lnTo>
                  <a:lnTo>
                    <a:pt x="8" y="23"/>
                  </a:lnTo>
                  <a:lnTo>
                    <a:pt x="16" y="38"/>
                  </a:lnTo>
                  <a:lnTo>
                    <a:pt x="8" y="38"/>
                  </a:lnTo>
                  <a:lnTo>
                    <a:pt x="23" y="46"/>
                  </a:lnTo>
                  <a:lnTo>
                    <a:pt x="39" y="38"/>
                  </a:lnTo>
                  <a:lnTo>
                    <a:pt x="46" y="23"/>
                  </a:lnTo>
                  <a:lnTo>
                    <a:pt x="54" y="23"/>
                  </a:lnTo>
                  <a:lnTo>
                    <a:pt x="46" y="38"/>
                  </a:lnTo>
                  <a:lnTo>
                    <a:pt x="39" y="46"/>
                  </a:lnTo>
                  <a:lnTo>
                    <a:pt x="23" y="54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23" y="0"/>
                  </a:lnTo>
                  <a:lnTo>
                    <a:pt x="39" y="8"/>
                  </a:lnTo>
                  <a:lnTo>
                    <a:pt x="46" y="8"/>
                  </a:lnTo>
                  <a:lnTo>
                    <a:pt x="54" y="23"/>
                  </a:lnTo>
                  <a:lnTo>
                    <a:pt x="46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09" name="Freeform 209">
              <a:extLst>
                <a:ext uri="{FF2B5EF4-FFF2-40B4-BE49-F238E27FC236}">
                  <a16:creationId xmlns:a16="http://schemas.microsoft.com/office/drawing/2014/main" id="{F57E1935-3BB4-BDF1-BEF2-B0FE34D5A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4142134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0" name="Rectangle 210">
              <a:extLst>
                <a:ext uri="{FF2B5EF4-FFF2-40B4-BE49-F238E27FC236}">
                  <a16:creationId xmlns:a16="http://schemas.microsoft.com/office/drawing/2014/main" id="{99527861-AC8A-E038-FFBA-918256799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714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1" name="Rectangle 211">
              <a:extLst>
                <a:ext uri="{FF2B5EF4-FFF2-40B4-BE49-F238E27FC236}">
                  <a16:creationId xmlns:a16="http://schemas.microsoft.com/office/drawing/2014/main" id="{EBCE98EC-3B07-E76F-254E-03D823F6D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57869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2" name="Rectangle 212">
              <a:extLst>
                <a:ext uri="{FF2B5EF4-FFF2-40B4-BE49-F238E27FC236}">
                  <a16:creationId xmlns:a16="http://schemas.microsoft.com/office/drawing/2014/main" id="{DFF91E09-E99F-B6D6-69EF-4BFFB7E90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213" y="4578697"/>
              <a:ext cx="2174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3" name="Rectangle 213">
              <a:extLst>
                <a:ext uri="{FF2B5EF4-FFF2-40B4-BE49-F238E27FC236}">
                  <a16:creationId xmlns:a16="http://schemas.microsoft.com/office/drawing/2014/main" id="{97C2A442-B755-6C7F-D6C0-3A396E006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44534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4" name="Freeform 214">
              <a:extLst>
                <a:ext uri="{FF2B5EF4-FFF2-40B4-BE49-F238E27FC236}">
                  <a16:creationId xmlns:a16="http://schemas.microsoft.com/office/drawing/2014/main" id="{37DAB8F0-1CD6-E30C-7D51-4D1080445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275" y="5015259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5" name="Freeform 215">
              <a:extLst>
                <a:ext uri="{FF2B5EF4-FFF2-40B4-BE49-F238E27FC236}">
                  <a16:creationId xmlns:a16="http://schemas.microsoft.com/office/drawing/2014/main" id="{11351E34-F6E3-DD19-9A98-9E916A9CB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325" y="50152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6" name="Rectangle 216">
              <a:extLst>
                <a:ext uri="{FF2B5EF4-FFF2-40B4-BE49-F238E27FC236}">
                  <a16:creationId xmlns:a16="http://schemas.microsoft.com/office/drawing/2014/main" id="{E13BF421-0453-6244-A74A-5F1A06231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5015259"/>
              <a:ext cx="1079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7" name="Freeform 217">
              <a:extLst>
                <a:ext uri="{FF2B5EF4-FFF2-40B4-BE49-F238E27FC236}">
                  <a16:creationId xmlns:a16="http://schemas.microsoft.com/office/drawing/2014/main" id="{83D78EC6-AC83-26EA-59B7-29287455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188" y="49787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8" name="Freeform 218">
              <a:extLst>
                <a:ext uri="{FF2B5EF4-FFF2-40B4-BE49-F238E27FC236}">
                  <a16:creationId xmlns:a16="http://schemas.microsoft.com/office/drawing/2014/main" id="{4CCC5FFB-5E18-916A-39A2-9BE84D674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113" y="49787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9" name="Rectangle 219">
              <a:extLst>
                <a:ext uri="{FF2B5EF4-FFF2-40B4-BE49-F238E27FC236}">
                  <a16:creationId xmlns:a16="http://schemas.microsoft.com/office/drawing/2014/main" id="{F6D3EC8A-1448-CA27-2DC8-8A538BB16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3" y="4978747"/>
              <a:ext cx="219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0" name="Freeform 220">
              <a:extLst>
                <a:ext uri="{FF2B5EF4-FFF2-40B4-BE49-F238E27FC236}">
                  <a16:creationId xmlns:a16="http://schemas.microsoft.com/office/drawing/2014/main" id="{1C2D8ECE-2E1B-551F-1982-2B70BF88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942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1" name="Freeform 221">
              <a:extLst>
                <a:ext uri="{FF2B5EF4-FFF2-40B4-BE49-F238E27FC236}">
                  <a16:creationId xmlns:a16="http://schemas.microsoft.com/office/drawing/2014/main" id="{F2402999-6E13-2A16-DE25-B28B7EE1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788" y="4942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2" name="Rectangle 222">
              <a:extLst>
                <a:ext uri="{FF2B5EF4-FFF2-40B4-BE49-F238E27FC236}">
                  <a16:creationId xmlns:a16="http://schemas.microsoft.com/office/drawing/2014/main" id="{A274A967-375D-B736-0ECA-4240F4AC7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788" y="4942234"/>
              <a:ext cx="3270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3" name="Freeform 223">
              <a:extLst>
                <a:ext uri="{FF2B5EF4-FFF2-40B4-BE49-F238E27FC236}">
                  <a16:creationId xmlns:a16="http://schemas.microsoft.com/office/drawing/2014/main" id="{E5CC20C6-3939-293A-B0E0-F033821C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75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4" name="Freeform 224">
              <a:extLst>
                <a:ext uri="{FF2B5EF4-FFF2-40B4-BE49-F238E27FC236}">
                  <a16:creationId xmlns:a16="http://schemas.microsoft.com/office/drawing/2014/main" id="{644C644A-9FBE-833D-7EB3-96D2BFDD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538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5" name="Rectangle 225">
              <a:extLst>
                <a:ext uri="{FF2B5EF4-FFF2-40B4-BE49-F238E27FC236}">
                  <a16:creationId xmlns:a16="http://schemas.microsoft.com/office/drawing/2014/main" id="{D353948A-573D-00CC-28E2-911EC7988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4737447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6" name="Freeform 226">
              <a:extLst>
                <a:ext uri="{FF2B5EF4-FFF2-40B4-BE49-F238E27FC236}">
                  <a16:creationId xmlns:a16="http://schemas.microsoft.com/office/drawing/2014/main" id="{5B4376FC-D3BD-E572-C5C0-FBB5638E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47120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7" name="Freeform 227">
              <a:extLst>
                <a:ext uri="{FF2B5EF4-FFF2-40B4-BE49-F238E27FC236}">
                  <a16:creationId xmlns:a16="http://schemas.microsoft.com/office/drawing/2014/main" id="{D4843020-56D3-4CAE-C8CA-DB41052A7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7120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8" name="Rectangle 228">
              <a:extLst>
                <a:ext uri="{FF2B5EF4-FFF2-40B4-BE49-F238E27FC236}">
                  <a16:creationId xmlns:a16="http://schemas.microsoft.com/office/drawing/2014/main" id="{D7DDE0AA-C82C-9D89-855F-9A362B76D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025" y="4712047"/>
              <a:ext cx="1825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9" name="Freeform 229">
              <a:extLst>
                <a:ext uri="{FF2B5EF4-FFF2-40B4-BE49-F238E27FC236}">
                  <a16:creationId xmlns:a16="http://schemas.microsoft.com/office/drawing/2014/main" id="{025DBC0D-B112-55B5-9785-EF56AEA6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0" y="4688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0" name="Freeform 230">
              <a:extLst>
                <a:ext uri="{FF2B5EF4-FFF2-40B4-BE49-F238E27FC236}">
                  <a16:creationId xmlns:a16="http://schemas.microsoft.com/office/drawing/2014/main" id="{2F952362-7DB3-A12E-3271-E36EBCF66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688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1" name="Rectangle 231">
              <a:extLst>
                <a:ext uri="{FF2B5EF4-FFF2-40B4-BE49-F238E27FC236}">
                  <a16:creationId xmlns:a16="http://schemas.microsoft.com/office/drawing/2014/main" id="{6E597771-4DEA-0927-CD8E-E9EA318C2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813" y="4688234"/>
              <a:ext cx="2682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2" name="Rectangle 232">
              <a:extLst>
                <a:ext uri="{FF2B5EF4-FFF2-40B4-BE49-F238E27FC236}">
                  <a16:creationId xmlns:a16="http://schemas.microsoft.com/office/drawing/2014/main" id="{D3CCFD32-4095-107A-A25E-F4933F742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445347"/>
              <a:ext cx="473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3" name="Rectangle 233">
              <a:extLst>
                <a:ext uri="{FF2B5EF4-FFF2-40B4-BE49-F238E27FC236}">
                  <a16:creationId xmlns:a16="http://schemas.microsoft.com/office/drawing/2014/main" id="{506C1974-5B1E-DD75-9EAF-69ED344CB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335809"/>
              <a:ext cx="11113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4" name="Rectangle 234">
              <a:extLst>
                <a:ext uri="{FF2B5EF4-FFF2-40B4-BE49-F238E27FC236}">
                  <a16:creationId xmlns:a16="http://schemas.microsoft.com/office/drawing/2014/main" id="{5D7AA075-4919-7FF2-3AD3-301E7A9F2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7485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5" name="Rectangle 235">
              <a:extLst>
                <a:ext uri="{FF2B5EF4-FFF2-40B4-BE49-F238E27FC236}">
                  <a16:creationId xmlns:a16="http://schemas.microsoft.com/office/drawing/2014/main" id="{25E10958-52AF-2032-6AE5-7318AA16D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11113" cy="6064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6" name="Rectangle 236">
              <a:extLst>
                <a:ext uri="{FF2B5EF4-FFF2-40B4-BE49-F238E27FC236}">
                  <a16:creationId xmlns:a16="http://schemas.microsoft.com/office/drawing/2014/main" id="{D34E6830-6BA9-F337-47D2-F435D881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663" y="4445347"/>
              <a:ext cx="1952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7" name="Rectangle 237">
              <a:extLst>
                <a:ext uri="{FF2B5EF4-FFF2-40B4-BE49-F238E27FC236}">
                  <a16:creationId xmlns:a16="http://schemas.microsoft.com/office/drawing/2014/main" id="{34FB0440-ED54-BC46-ED88-887D9B47D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5" y="3923059"/>
              <a:ext cx="1571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8" name="Freeform 238">
              <a:extLst>
                <a:ext uri="{FF2B5EF4-FFF2-40B4-BE49-F238E27FC236}">
                  <a16:creationId xmlns:a16="http://schemas.microsoft.com/office/drawing/2014/main" id="{11267E63-B0FF-63E4-212E-7313CCE7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9" name="Freeform 239">
              <a:extLst>
                <a:ext uri="{FF2B5EF4-FFF2-40B4-BE49-F238E27FC236}">
                  <a16:creationId xmlns:a16="http://schemas.microsoft.com/office/drawing/2014/main" id="{6C9F4EBB-4F9B-B370-23C6-A961D20E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0" name="Freeform 240">
              <a:extLst>
                <a:ext uri="{FF2B5EF4-FFF2-40B4-BE49-F238E27FC236}">
                  <a16:creationId xmlns:a16="http://schemas.microsoft.com/office/drawing/2014/main" id="{A85E48B5-4EA8-FCE2-5029-136C13B2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1" name="Freeform 241">
              <a:extLst>
                <a:ext uri="{FF2B5EF4-FFF2-40B4-BE49-F238E27FC236}">
                  <a16:creationId xmlns:a16="http://schemas.microsoft.com/office/drawing/2014/main" id="{EA649575-FB59-9A2B-4072-14F7A746A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2" name="Freeform 242">
              <a:extLst>
                <a:ext uri="{FF2B5EF4-FFF2-40B4-BE49-F238E27FC236}">
                  <a16:creationId xmlns:a16="http://schemas.microsoft.com/office/drawing/2014/main" id="{A3248E46-0D7C-8368-A9E3-AC27E0A58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3" name="Freeform 243">
              <a:extLst>
                <a:ext uri="{FF2B5EF4-FFF2-40B4-BE49-F238E27FC236}">
                  <a16:creationId xmlns:a16="http://schemas.microsoft.com/office/drawing/2014/main" id="{684853A0-393E-49C1-1051-0CC829D2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038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4" name="Freeform 244">
              <a:extLst>
                <a:ext uri="{FF2B5EF4-FFF2-40B4-BE49-F238E27FC236}">
                  <a16:creationId xmlns:a16="http://schemas.microsoft.com/office/drawing/2014/main" id="{7ED241D4-50D8-BE7A-404A-47A0E14C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5" name="Freeform 245">
              <a:extLst>
                <a:ext uri="{FF2B5EF4-FFF2-40B4-BE49-F238E27FC236}">
                  <a16:creationId xmlns:a16="http://schemas.microsoft.com/office/drawing/2014/main" id="{31BFC345-148D-4E9C-9F1D-62C0F6AB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6" name="Freeform 246">
              <a:extLst>
                <a:ext uri="{FF2B5EF4-FFF2-40B4-BE49-F238E27FC236}">
                  <a16:creationId xmlns:a16="http://schemas.microsoft.com/office/drawing/2014/main" id="{9F8793AF-6C2F-C422-3338-2FCC61A8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8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7" name="Freeform 247">
              <a:extLst>
                <a:ext uri="{FF2B5EF4-FFF2-40B4-BE49-F238E27FC236}">
                  <a16:creationId xmlns:a16="http://schemas.microsoft.com/office/drawing/2014/main" id="{74D96330-1562-3622-6270-1484D592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25400" cy="25400"/>
            </a:xfrm>
            <a:custGeom>
              <a:avLst/>
              <a:gdLst>
                <a:gd name="T0" fmla="*/ 2147483647 w 16"/>
                <a:gd name="T1" fmla="*/ 2147483647 h 16"/>
                <a:gd name="T2" fmla="*/ 2147483647 w 16"/>
                <a:gd name="T3" fmla="*/ 2147483647 h 16"/>
                <a:gd name="T4" fmla="*/ 2147483647 w 16"/>
                <a:gd name="T5" fmla="*/ 0 h 16"/>
                <a:gd name="T6" fmla="*/ 0 w 16"/>
                <a:gd name="T7" fmla="*/ 2147483647 h 16"/>
                <a:gd name="T8" fmla="*/ 0 w 16"/>
                <a:gd name="T9" fmla="*/ 2147483647 h 16"/>
                <a:gd name="T10" fmla="*/ 0 w 16"/>
                <a:gd name="T11" fmla="*/ 2147483647 h 16"/>
                <a:gd name="T12" fmla="*/ 2147483647 w 16"/>
                <a:gd name="T13" fmla="*/ 2147483647 h 16"/>
                <a:gd name="T14" fmla="*/ 2147483647 w 16"/>
                <a:gd name="T15" fmla="*/ 2147483647 h 16"/>
                <a:gd name="T16" fmla="*/ 2147483647 w 16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16"/>
                <a:gd name="T29" fmla="*/ 16 w 16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16">
                  <a:moveTo>
                    <a:pt x="16" y="8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8" name="Freeform 248">
              <a:extLst>
                <a:ext uri="{FF2B5EF4-FFF2-40B4-BE49-F238E27FC236}">
                  <a16:creationId xmlns:a16="http://schemas.microsoft.com/office/drawing/2014/main" id="{404D2DCA-C323-9293-7217-6F976B62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0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16" y="16"/>
                  </a:moveTo>
                  <a:lnTo>
                    <a:pt x="8" y="16"/>
                  </a:lnTo>
                  <a:lnTo>
                    <a:pt x="8" y="8"/>
                  </a:lnTo>
                  <a:lnTo>
                    <a:pt x="8" y="0"/>
                  </a:lnTo>
                  <a:lnTo>
                    <a:pt x="16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23" y="16"/>
                  </a:lnTo>
                  <a:lnTo>
                    <a:pt x="16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6" y="0"/>
                  </a:lnTo>
                  <a:lnTo>
                    <a:pt x="16" y="8"/>
                  </a:lnTo>
                  <a:lnTo>
                    <a:pt x="8" y="8"/>
                  </a:lnTo>
                  <a:lnTo>
                    <a:pt x="16" y="8"/>
                  </a:lnTo>
                  <a:lnTo>
                    <a:pt x="16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9" name="Freeform 249">
              <a:extLst>
                <a:ext uri="{FF2B5EF4-FFF2-40B4-BE49-F238E27FC236}">
                  <a16:creationId xmlns:a16="http://schemas.microsoft.com/office/drawing/2014/main" id="{2BBE5D36-67B2-1953-7327-F7070C39E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125" y="4445347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0 w 7"/>
                <a:gd name="T5" fmla="*/ 2147483647 h 8"/>
                <a:gd name="T6" fmla="*/ 0 w 7"/>
                <a:gd name="T7" fmla="*/ 0 h 8"/>
                <a:gd name="T8" fmla="*/ 2147483647 w 7"/>
                <a:gd name="T9" fmla="*/ 2147483647 h 8"/>
                <a:gd name="T10" fmla="*/ 2147483647 w 7"/>
                <a:gd name="T11" fmla="*/ 2147483647 h 8"/>
                <a:gd name="T12" fmla="*/ 0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0" name="Freeform 250">
              <a:extLst>
                <a:ext uri="{FF2B5EF4-FFF2-40B4-BE49-F238E27FC236}">
                  <a16:creationId xmlns:a16="http://schemas.microsoft.com/office/drawing/2014/main" id="{5D7E33AA-0CFA-4738-2E2A-477B3022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1" name="Freeform 251">
              <a:extLst>
                <a:ext uri="{FF2B5EF4-FFF2-40B4-BE49-F238E27FC236}">
                  <a16:creationId xmlns:a16="http://schemas.microsoft.com/office/drawing/2014/main" id="{4487A497-0BB2-A71B-0E64-55DCA8A25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2" name="Rectangle 252">
              <a:extLst>
                <a:ext uri="{FF2B5EF4-FFF2-40B4-BE49-F238E27FC236}">
                  <a16:creationId xmlns:a16="http://schemas.microsoft.com/office/drawing/2014/main" id="{2EA234DA-5FE4-9E4A-FD98-44EB68382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3" name="Freeform 253">
              <a:extLst>
                <a:ext uri="{FF2B5EF4-FFF2-40B4-BE49-F238E27FC236}">
                  <a16:creationId xmlns:a16="http://schemas.microsoft.com/office/drawing/2014/main" id="{50D9DDF6-1CD6-2C4E-F6A4-A2399CD2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49263" cy="642938"/>
            </a:xfrm>
            <a:custGeom>
              <a:avLst/>
              <a:gdLst>
                <a:gd name="T0" fmla="*/ 0 w 283"/>
                <a:gd name="T1" fmla="*/ 0 h 405"/>
                <a:gd name="T2" fmla="*/ 2147483647 w 283"/>
                <a:gd name="T3" fmla="*/ 2147483647 h 405"/>
                <a:gd name="T4" fmla="*/ 2147483647 w 283"/>
                <a:gd name="T5" fmla="*/ 2147483647 h 405"/>
                <a:gd name="T6" fmla="*/ 2147483647 w 283"/>
                <a:gd name="T7" fmla="*/ 2147483647 h 405"/>
                <a:gd name="T8" fmla="*/ 2147483647 w 283"/>
                <a:gd name="T9" fmla="*/ 2147483647 h 405"/>
                <a:gd name="T10" fmla="*/ 2147483647 w 283"/>
                <a:gd name="T11" fmla="*/ 2147483647 h 405"/>
                <a:gd name="T12" fmla="*/ 2147483647 w 283"/>
                <a:gd name="T13" fmla="*/ 2147483647 h 405"/>
                <a:gd name="T14" fmla="*/ 2147483647 w 283"/>
                <a:gd name="T15" fmla="*/ 2147483647 h 405"/>
                <a:gd name="T16" fmla="*/ 2147483647 w 283"/>
                <a:gd name="T17" fmla="*/ 2147483647 h 405"/>
                <a:gd name="T18" fmla="*/ 2147483647 w 283"/>
                <a:gd name="T19" fmla="*/ 2147483647 h 405"/>
                <a:gd name="T20" fmla="*/ 0 w 283"/>
                <a:gd name="T21" fmla="*/ 2147483647 h 405"/>
                <a:gd name="T22" fmla="*/ 0 w 283"/>
                <a:gd name="T23" fmla="*/ 0 h 4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3"/>
                <a:gd name="T37" fmla="*/ 0 h 405"/>
                <a:gd name="T38" fmla="*/ 283 w 283"/>
                <a:gd name="T39" fmla="*/ 405 h 40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3" h="40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37" y="69"/>
                  </a:lnTo>
                  <a:lnTo>
                    <a:pt x="268" y="99"/>
                  </a:lnTo>
                  <a:lnTo>
                    <a:pt x="283" y="206"/>
                  </a:lnTo>
                  <a:lnTo>
                    <a:pt x="268" y="306"/>
                  </a:lnTo>
                  <a:lnTo>
                    <a:pt x="237" y="344"/>
                  </a:lnTo>
                  <a:lnTo>
                    <a:pt x="207" y="367"/>
                  </a:lnTo>
                  <a:lnTo>
                    <a:pt x="122" y="397"/>
                  </a:lnTo>
                  <a:lnTo>
                    <a:pt x="0" y="405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4" name="Freeform 254">
              <a:extLst>
                <a:ext uri="{FF2B5EF4-FFF2-40B4-BE49-F238E27FC236}">
                  <a16:creationId xmlns:a16="http://schemas.microsoft.com/office/drawing/2014/main" id="{ADC34541-A59B-5F6F-58CF-3D3CC1BB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61963" cy="595313"/>
            </a:xfrm>
            <a:custGeom>
              <a:avLst/>
              <a:gdLst>
                <a:gd name="T0" fmla="*/ 0 w 291"/>
                <a:gd name="T1" fmla="*/ 0 h 375"/>
                <a:gd name="T2" fmla="*/ 2147483647 w 291"/>
                <a:gd name="T3" fmla="*/ 2147483647 h 375"/>
                <a:gd name="T4" fmla="*/ 2147483647 w 291"/>
                <a:gd name="T5" fmla="*/ 2147483647 h 375"/>
                <a:gd name="T6" fmla="*/ 2147483647 w 291"/>
                <a:gd name="T7" fmla="*/ 2147483647 h 375"/>
                <a:gd name="T8" fmla="*/ 2147483647 w 291"/>
                <a:gd name="T9" fmla="*/ 2147483647 h 375"/>
                <a:gd name="T10" fmla="*/ 2147483647 w 291"/>
                <a:gd name="T11" fmla="*/ 2147483647 h 375"/>
                <a:gd name="T12" fmla="*/ 2147483647 w 291"/>
                <a:gd name="T13" fmla="*/ 2147483647 h 375"/>
                <a:gd name="T14" fmla="*/ 2147483647 w 291"/>
                <a:gd name="T15" fmla="*/ 2147483647 h 375"/>
                <a:gd name="T16" fmla="*/ 2147483647 w 291"/>
                <a:gd name="T17" fmla="*/ 2147483647 h 375"/>
                <a:gd name="T18" fmla="*/ 2147483647 w 291"/>
                <a:gd name="T19" fmla="*/ 2147483647 h 375"/>
                <a:gd name="T20" fmla="*/ 2147483647 w 291"/>
                <a:gd name="T21" fmla="*/ 2147483647 h 375"/>
                <a:gd name="T22" fmla="*/ 2147483647 w 291"/>
                <a:gd name="T23" fmla="*/ 2147483647 h 375"/>
                <a:gd name="T24" fmla="*/ 2147483647 w 291"/>
                <a:gd name="T25" fmla="*/ 2147483647 h 375"/>
                <a:gd name="T26" fmla="*/ 2147483647 w 291"/>
                <a:gd name="T27" fmla="*/ 2147483647 h 375"/>
                <a:gd name="T28" fmla="*/ 2147483647 w 291"/>
                <a:gd name="T29" fmla="*/ 2147483647 h 375"/>
                <a:gd name="T30" fmla="*/ 2147483647 w 291"/>
                <a:gd name="T31" fmla="*/ 2147483647 h 375"/>
                <a:gd name="T32" fmla="*/ 2147483647 w 291"/>
                <a:gd name="T33" fmla="*/ 2147483647 h 375"/>
                <a:gd name="T34" fmla="*/ 2147483647 w 291"/>
                <a:gd name="T35" fmla="*/ 2147483647 h 375"/>
                <a:gd name="T36" fmla="*/ 2147483647 w 291"/>
                <a:gd name="T37" fmla="*/ 2147483647 h 375"/>
                <a:gd name="T38" fmla="*/ 2147483647 w 291"/>
                <a:gd name="T39" fmla="*/ 2147483647 h 375"/>
                <a:gd name="T40" fmla="*/ 2147483647 w 291"/>
                <a:gd name="T41" fmla="*/ 2147483647 h 375"/>
                <a:gd name="T42" fmla="*/ 2147483647 w 291"/>
                <a:gd name="T43" fmla="*/ 2147483647 h 375"/>
                <a:gd name="T44" fmla="*/ 2147483647 w 291"/>
                <a:gd name="T45" fmla="*/ 2147483647 h 375"/>
                <a:gd name="T46" fmla="*/ 2147483647 w 291"/>
                <a:gd name="T47" fmla="*/ 2147483647 h 375"/>
                <a:gd name="T48" fmla="*/ 2147483647 w 291"/>
                <a:gd name="T49" fmla="*/ 2147483647 h 375"/>
                <a:gd name="T50" fmla="*/ 2147483647 w 291"/>
                <a:gd name="T51" fmla="*/ 2147483647 h 375"/>
                <a:gd name="T52" fmla="*/ 2147483647 w 291"/>
                <a:gd name="T53" fmla="*/ 2147483647 h 375"/>
                <a:gd name="T54" fmla="*/ 2147483647 w 291"/>
                <a:gd name="T55" fmla="*/ 2147483647 h 375"/>
                <a:gd name="T56" fmla="*/ 2147483647 w 291"/>
                <a:gd name="T57" fmla="*/ 2147483647 h 375"/>
                <a:gd name="T58" fmla="*/ 2147483647 w 291"/>
                <a:gd name="T59" fmla="*/ 2147483647 h 375"/>
                <a:gd name="T60" fmla="*/ 2147483647 w 291"/>
                <a:gd name="T61" fmla="*/ 2147483647 h 375"/>
                <a:gd name="T62" fmla="*/ 2147483647 w 291"/>
                <a:gd name="T63" fmla="*/ 2147483647 h 375"/>
                <a:gd name="T64" fmla="*/ 2147483647 w 291"/>
                <a:gd name="T65" fmla="*/ 2147483647 h 375"/>
                <a:gd name="T66" fmla="*/ 2147483647 w 291"/>
                <a:gd name="T67" fmla="*/ 2147483647 h 375"/>
                <a:gd name="T68" fmla="*/ 2147483647 w 291"/>
                <a:gd name="T69" fmla="*/ 2147483647 h 375"/>
                <a:gd name="T70" fmla="*/ 2147483647 w 291"/>
                <a:gd name="T71" fmla="*/ 2147483647 h 375"/>
                <a:gd name="T72" fmla="*/ 2147483647 w 291"/>
                <a:gd name="T73" fmla="*/ 2147483647 h 375"/>
                <a:gd name="T74" fmla="*/ 2147483647 w 291"/>
                <a:gd name="T75" fmla="*/ 2147483647 h 375"/>
                <a:gd name="T76" fmla="*/ 2147483647 w 291"/>
                <a:gd name="T77" fmla="*/ 2147483647 h 375"/>
                <a:gd name="T78" fmla="*/ 2147483647 w 291"/>
                <a:gd name="T79" fmla="*/ 2147483647 h 375"/>
                <a:gd name="T80" fmla="*/ 2147483647 w 291"/>
                <a:gd name="T81" fmla="*/ 2147483647 h 375"/>
                <a:gd name="T82" fmla="*/ 2147483647 w 291"/>
                <a:gd name="T83" fmla="*/ 2147483647 h 375"/>
                <a:gd name="T84" fmla="*/ 2147483647 w 291"/>
                <a:gd name="T85" fmla="*/ 2147483647 h 375"/>
                <a:gd name="T86" fmla="*/ 2147483647 w 291"/>
                <a:gd name="T87" fmla="*/ 2147483647 h 375"/>
                <a:gd name="T88" fmla="*/ 2147483647 w 291"/>
                <a:gd name="T89" fmla="*/ 2147483647 h 375"/>
                <a:gd name="T90" fmla="*/ 2147483647 w 291"/>
                <a:gd name="T91" fmla="*/ 2147483647 h 375"/>
                <a:gd name="T92" fmla="*/ 2147483647 w 291"/>
                <a:gd name="T93" fmla="*/ 2147483647 h 375"/>
                <a:gd name="T94" fmla="*/ 0 w 291"/>
                <a:gd name="T95" fmla="*/ 2147483647 h 375"/>
                <a:gd name="T96" fmla="*/ 0 w 291"/>
                <a:gd name="T97" fmla="*/ 0 h 3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1"/>
                <a:gd name="T148" fmla="*/ 0 h 375"/>
                <a:gd name="T149" fmla="*/ 291 w 291"/>
                <a:gd name="T150" fmla="*/ 375 h 3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1" h="37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14" y="38"/>
                  </a:lnTo>
                  <a:lnTo>
                    <a:pt x="245" y="69"/>
                  </a:lnTo>
                  <a:lnTo>
                    <a:pt x="275" y="99"/>
                  </a:lnTo>
                  <a:lnTo>
                    <a:pt x="291" y="206"/>
                  </a:lnTo>
                  <a:lnTo>
                    <a:pt x="275" y="306"/>
                  </a:lnTo>
                  <a:lnTo>
                    <a:pt x="275" y="313"/>
                  </a:lnTo>
                  <a:lnTo>
                    <a:pt x="245" y="352"/>
                  </a:lnTo>
                  <a:lnTo>
                    <a:pt x="214" y="375"/>
                  </a:lnTo>
                  <a:lnTo>
                    <a:pt x="207" y="375"/>
                  </a:lnTo>
                  <a:lnTo>
                    <a:pt x="207" y="367"/>
                  </a:lnTo>
                  <a:lnTo>
                    <a:pt x="237" y="344"/>
                  </a:lnTo>
                  <a:lnTo>
                    <a:pt x="268" y="306"/>
                  </a:lnTo>
                  <a:lnTo>
                    <a:pt x="283" y="206"/>
                  </a:lnTo>
                  <a:lnTo>
                    <a:pt x="268" y="99"/>
                  </a:lnTo>
                  <a:lnTo>
                    <a:pt x="268" y="107"/>
                  </a:lnTo>
                  <a:lnTo>
                    <a:pt x="237" y="76"/>
                  </a:lnTo>
                  <a:lnTo>
                    <a:pt x="207" y="46"/>
                  </a:lnTo>
                  <a:lnTo>
                    <a:pt x="122" y="15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5" name="Freeform 255">
              <a:extLst>
                <a:ext uri="{FF2B5EF4-FFF2-40B4-BE49-F238E27FC236}">
                  <a16:creationId xmlns:a16="http://schemas.microsoft.com/office/drawing/2014/main" id="{E2FA610B-C467-E50D-C01F-C0E9B72C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4008784"/>
              <a:ext cx="134938" cy="60325"/>
            </a:xfrm>
            <a:custGeom>
              <a:avLst/>
              <a:gdLst>
                <a:gd name="T0" fmla="*/ 2147483647 w 85"/>
                <a:gd name="T1" fmla="*/ 2147483647 h 38"/>
                <a:gd name="T2" fmla="*/ 0 w 85"/>
                <a:gd name="T3" fmla="*/ 2147483647 h 38"/>
                <a:gd name="T4" fmla="*/ 0 w 85"/>
                <a:gd name="T5" fmla="*/ 2147483647 h 38"/>
                <a:gd name="T6" fmla="*/ 0 w 85"/>
                <a:gd name="T7" fmla="*/ 2147483647 h 38"/>
                <a:gd name="T8" fmla="*/ 0 w 85"/>
                <a:gd name="T9" fmla="*/ 2147483647 h 38"/>
                <a:gd name="T10" fmla="*/ 2147483647 w 85"/>
                <a:gd name="T11" fmla="*/ 0 h 38"/>
                <a:gd name="T12" fmla="*/ 2147483647 w 85"/>
                <a:gd name="T13" fmla="*/ 21474836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38"/>
                <a:gd name="T23" fmla="*/ 85 w 85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38">
                  <a:moveTo>
                    <a:pt x="85" y="8"/>
                  </a:moveTo>
                  <a:lnTo>
                    <a:pt x="0" y="38"/>
                  </a:lnTo>
                  <a:lnTo>
                    <a:pt x="0" y="30"/>
                  </a:lnTo>
                  <a:lnTo>
                    <a:pt x="85" y="0"/>
                  </a:lnTo>
                  <a:lnTo>
                    <a:pt x="8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6" name="Freeform 256">
              <a:extLst>
                <a:ext uri="{FF2B5EF4-FFF2-40B4-BE49-F238E27FC236}">
                  <a16:creationId xmlns:a16="http://schemas.microsoft.com/office/drawing/2014/main" id="{A268C383-5782-9755-C855-EAB3AA9D4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4056409"/>
              <a:ext cx="193675" cy="25400"/>
            </a:xfrm>
            <a:custGeom>
              <a:avLst/>
              <a:gdLst>
                <a:gd name="T0" fmla="*/ 2147483647 w 122"/>
                <a:gd name="T1" fmla="*/ 2147483647 h 16"/>
                <a:gd name="T2" fmla="*/ 2147483647 w 122"/>
                <a:gd name="T3" fmla="*/ 0 h 16"/>
                <a:gd name="T4" fmla="*/ 0 w 122"/>
                <a:gd name="T5" fmla="*/ 2147483647 h 16"/>
                <a:gd name="T6" fmla="*/ 0 w 122"/>
                <a:gd name="T7" fmla="*/ 2147483647 h 16"/>
                <a:gd name="T8" fmla="*/ 2147483647 w 122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2"/>
                <a:gd name="T16" fmla="*/ 0 h 16"/>
                <a:gd name="T17" fmla="*/ 122 w 122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2" h="16">
                  <a:moveTo>
                    <a:pt x="122" y="8"/>
                  </a:moveTo>
                  <a:lnTo>
                    <a:pt x="122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122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7" name="Rectangle 257">
              <a:extLst>
                <a:ext uri="{FF2B5EF4-FFF2-40B4-BE49-F238E27FC236}">
                  <a16:creationId xmlns:a16="http://schemas.microsoft.com/office/drawing/2014/main" id="{8D25F335-E16D-A649-55D7-149690061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499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8" name="Rectangle 258">
              <a:extLst>
                <a:ext uri="{FF2B5EF4-FFF2-40B4-BE49-F238E27FC236}">
                  <a16:creationId xmlns:a16="http://schemas.microsoft.com/office/drawing/2014/main" id="{2E5D5005-3F46-F34C-36E5-ED0CDB47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63254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9" name="Rectangle 259">
              <a:extLst>
                <a:ext uri="{FF2B5EF4-FFF2-40B4-BE49-F238E27FC236}">
                  <a16:creationId xmlns:a16="http://schemas.microsoft.com/office/drawing/2014/main" id="{3F11329E-37B7-D061-A666-985A92094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753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0" name="Rectangle 260">
              <a:extLst>
                <a:ext uri="{FF2B5EF4-FFF2-40B4-BE49-F238E27FC236}">
                  <a16:creationId xmlns:a16="http://schemas.microsoft.com/office/drawing/2014/main" id="{F11C6E03-57BE-C7AF-AD6A-3F79ACFC7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89924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1" name="Rectangle 261">
              <a:extLst>
                <a:ext uri="{FF2B5EF4-FFF2-40B4-BE49-F238E27FC236}">
                  <a16:creationId xmlns:a16="http://schemas.microsoft.com/office/drawing/2014/main" id="{CCCC86DC-2A47-CF23-A552-FBC307EBB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263" y="3742084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2" name="Rectangle 262">
              <a:extLst>
                <a:ext uri="{FF2B5EF4-FFF2-40B4-BE49-F238E27FC236}">
                  <a16:creationId xmlns:a16="http://schemas.microsoft.com/office/drawing/2014/main" id="{EFD74B96-2D46-1A88-C3DE-B5AA9FA3C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3" name="Rectangle 263">
              <a:extLst>
                <a:ext uri="{FF2B5EF4-FFF2-40B4-BE49-F238E27FC236}">
                  <a16:creationId xmlns:a16="http://schemas.microsoft.com/office/drawing/2014/main" id="{3B9F0A89-41AC-9627-36E6-018C1BC0A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8988" y="4700934"/>
              <a:ext cx="6397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DEVICE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4" name="Rectangle 264">
              <a:extLst>
                <a:ext uri="{FF2B5EF4-FFF2-40B4-BE49-F238E27FC236}">
                  <a16:creationId xmlns:a16="http://schemas.microsoft.com/office/drawing/2014/main" id="{BF5953E1-CBB6-D4B0-DED8-FC589E37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3263" y="3886547"/>
              <a:ext cx="712788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CIRCUIT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5" name="Rectangle 265">
              <a:extLst>
                <a:ext uri="{FF2B5EF4-FFF2-40B4-BE49-F238E27FC236}">
                  <a16:creationId xmlns:a16="http://schemas.microsoft.com/office/drawing/2014/main" id="{047D0741-2FAA-41B3-0086-479B5ED7E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9963" y="3269009"/>
              <a:ext cx="4667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GATE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6" name="Rectangle 266">
              <a:extLst>
                <a:ext uri="{FF2B5EF4-FFF2-40B4-BE49-F238E27FC236}">
                  <a16:creationId xmlns:a16="http://schemas.microsoft.com/office/drawing/2014/main" id="{F327648F-F7E0-B7BE-08FE-7E61F5705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450" y="2430809"/>
              <a:ext cx="7413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MODULE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7" name="Freeform 267">
              <a:extLst>
                <a:ext uri="{FF2B5EF4-FFF2-40B4-BE49-F238E27FC236}">
                  <a16:creationId xmlns:a16="http://schemas.microsoft.com/office/drawing/2014/main" id="{87955728-E627-D509-61E2-24E05A97F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837084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3"/>
                  </a:lnTo>
                  <a:lnTo>
                    <a:pt x="16" y="61"/>
                  </a:lnTo>
                  <a:lnTo>
                    <a:pt x="16" y="107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0" y="53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8" name="Freeform 268">
              <a:extLst>
                <a:ext uri="{FF2B5EF4-FFF2-40B4-BE49-F238E27FC236}">
                  <a16:creationId xmlns:a16="http://schemas.microsoft.com/office/drawing/2014/main" id="{6995DAFB-6FDD-6042-69B8-12809B08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1837084"/>
              <a:ext cx="23813" cy="107950"/>
            </a:xfrm>
            <a:custGeom>
              <a:avLst/>
              <a:gdLst>
                <a:gd name="T0" fmla="*/ 2147483647 w 15"/>
                <a:gd name="T1" fmla="*/ 0 h 68"/>
                <a:gd name="T2" fmla="*/ 2147483647 w 15"/>
                <a:gd name="T3" fmla="*/ 2147483647 h 68"/>
                <a:gd name="T4" fmla="*/ 2147483647 w 15"/>
                <a:gd name="T5" fmla="*/ 2147483647 h 68"/>
                <a:gd name="T6" fmla="*/ 2147483647 w 15"/>
                <a:gd name="T7" fmla="*/ 2147483647 h 68"/>
                <a:gd name="T8" fmla="*/ 2147483647 w 15"/>
                <a:gd name="T9" fmla="*/ 2147483647 h 68"/>
                <a:gd name="T10" fmla="*/ 0 w 15"/>
                <a:gd name="T11" fmla="*/ 2147483647 h 68"/>
                <a:gd name="T12" fmla="*/ 0 w 15"/>
                <a:gd name="T13" fmla="*/ 2147483647 h 68"/>
                <a:gd name="T14" fmla="*/ 0 w 15"/>
                <a:gd name="T15" fmla="*/ 2147483647 h 68"/>
                <a:gd name="T16" fmla="*/ 2147483647 w 15"/>
                <a:gd name="T17" fmla="*/ 2147483647 h 68"/>
                <a:gd name="T18" fmla="*/ 2147483647 w 15"/>
                <a:gd name="T19" fmla="*/ 2147483647 h 68"/>
                <a:gd name="T20" fmla="*/ 2147483647 w 15"/>
                <a:gd name="T21" fmla="*/ 2147483647 h 68"/>
                <a:gd name="T22" fmla="*/ 2147483647 w 15"/>
                <a:gd name="T23" fmla="*/ 0 h 68"/>
                <a:gd name="T24" fmla="*/ 2147483647 w 15"/>
                <a:gd name="T25" fmla="*/ 0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8"/>
                <a:gd name="T41" fmla="*/ 15 w 15"/>
                <a:gd name="T42" fmla="*/ 68 h 6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8">
                  <a:moveTo>
                    <a:pt x="15" y="0"/>
                  </a:moveTo>
                  <a:lnTo>
                    <a:pt x="15" y="53"/>
                  </a:lnTo>
                  <a:lnTo>
                    <a:pt x="15" y="61"/>
                  </a:lnTo>
                  <a:lnTo>
                    <a:pt x="7" y="68"/>
                  </a:lnTo>
                  <a:lnTo>
                    <a:pt x="0" y="61"/>
                  </a:lnTo>
                  <a:lnTo>
                    <a:pt x="7" y="53"/>
                  </a:lnTo>
                  <a:lnTo>
                    <a:pt x="15" y="61"/>
                  </a:lnTo>
                  <a:lnTo>
                    <a:pt x="7" y="53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9" name="Rectangle 269">
              <a:extLst>
                <a:ext uri="{FF2B5EF4-FFF2-40B4-BE49-F238E27FC236}">
                  <a16:creationId xmlns:a16="http://schemas.microsoft.com/office/drawing/2014/main" id="{42FCD495-DB52-06EC-B2DF-3D68603CF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638" y="1933922"/>
              <a:ext cx="11113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0" name="Rectangle 270">
              <a:extLst>
                <a:ext uri="{FF2B5EF4-FFF2-40B4-BE49-F238E27FC236}">
                  <a16:creationId xmlns:a16="http://schemas.microsoft.com/office/drawing/2014/main" id="{0EBFDA9B-CC70-DFF9-06A3-A2FAF5AAA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938" y="2006947"/>
              <a:ext cx="1270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1" name="Freeform 271">
              <a:extLst>
                <a:ext uri="{FF2B5EF4-FFF2-40B4-BE49-F238E27FC236}">
                  <a16:creationId xmlns:a16="http://schemas.microsoft.com/office/drawing/2014/main" id="{513F1B2A-8950-67CF-B73F-5D01567C8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921222"/>
              <a:ext cx="25400" cy="85725"/>
            </a:xfrm>
            <a:custGeom>
              <a:avLst/>
              <a:gdLst>
                <a:gd name="T0" fmla="*/ 2147483647 w 16"/>
                <a:gd name="T1" fmla="*/ 2147483647 h 54"/>
                <a:gd name="T2" fmla="*/ 2147483647 w 16"/>
                <a:gd name="T3" fmla="*/ 2147483647 h 54"/>
                <a:gd name="T4" fmla="*/ 2147483647 w 16"/>
                <a:gd name="T5" fmla="*/ 2147483647 h 54"/>
                <a:gd name="T6" fmla="*/ 2147483647 w 16"/>
                <a:gd name="T7" fmla="*/ 2147483647 h 54"/>
                <a:gd name="T8" fmla="*/ 0 w 16"/>
                <a:gd name="T9" fmla="*/ 2147483647 h 54"/>
                <a:gd name="T10" fmla="*/ 0 w 16"/>
                <a:gd name="T11" fmla="*/ 2147483647 h 54"/>
                <a:gd name="T12" fmla="*/ 0 w 16"/>
                <a:gd name="T13" fmla="*/ 0 h 54"/>
                <a:gd name="T14" fmla="*/ 2147483647 w 16"/>
                <a:gd name="T15" fmla="*/ 0 h 54"/>
                <a:gd name="T16" fmla="*/ 2147483647 w 16"/>
                <a:gd name="T17" fmla="*/ 2147483647 h 54"/>
                <a:gd name="T18" fmla="*/ 2147483647 w 16"/>
                <a:gd name="T19" fmla="*/ 2147483647 h 54"/>
                <a:gd name="T20" fmla="*/ 2147483647 w 16"/>
                <a:gd name="T21" fmla="*/ 2147483647 h 54"/>
                <a:gd name="T22" fmla="*/ 2147483647 w 16"/>
                <a:gd name="T23" fmla="*/ 2147483647 h 54"/>
                <a:gd name="T24" fmla="*/ 2147483647 w 16"/>
                <a:gd name="T25" fmla="*/ 2147483647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4"/>
                <a:gd name="T41" fmla="*/ 16 w 16"/>
                <a:gd name="T42" fmla="*/ 54 h 5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4">
                  <a:moveTo>
                    <a:pt x="8" y="54"/>
                  </a:moveTo>
                  <a:lnTo>
                    <a:pt x="8" y="8"/>
                  </a:lnTo>
                  <a:lnTo>
                    <a:pt x="16" y="8"/>
                  </a:lnTo>
                  <a:lnTo>
                    <a:pt x="8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8"/>
                  </a:lnTo>
                  <a:lnTo>
                    <a:pt x="16" y="54"/>
                  </a:lnTo>
                  <a:lnTo>
                    <a:pt x="8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2" name="Rectangle 272">
              <a:extLst>
                <a:ext uri="{FF2B5EF4-FFF2-40B4-BE49-F238E27FC236}">
                  <a16:creationId xmlns:a16="http://schemas.microsoft.com/office/drawing/2014/main" id="{A2C19B60-63BD-6E2A-12ED-6D09D9368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1837084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3" name="Freeform 273">
              <a:extLst>
                <a:ext uri="{FF2B5EF4-FFF2-40B4-BE49-F238E27FC236}">
                  <a16:creationId xmlns:a16="http://schemas.microsoft.com/office/drawing/2014/main" id="{DBF080E6-00BB-FFC6-34D7-0B9AFF78A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4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4" name="Rectangle 274">
              <a:extLst>
                <a:ext uri="{FF2B5EF4-FFF2-40B4-BE49-F238E27FC236}">
                  <a16:creationId xmlns:a16="http://schemas.microsoft.com/office/drawing/2014/main" id="{D4791394-7F2B-D9E1-5436-33A649BED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492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5" name="Freeform 275">
              <a:extLst>
                <a:ext uri="{FF2B5EF4-FFF2-40B4-BE49-F238E27FC236}">
                  <a16:creationId xmlns:a16="http://schemas.microsoft.com/office/drawing/2014/main" id="{4EED3FE9-F5A5-A3B2-CD2F-3BEE8F80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49213" cy="169863"/>
            </a:xfrm>
            <a:custGeom>
              <a:avLst/>
              <a:gdLst>
                <a:gd name="T0" fmla="*/ 2147483647 w 31"/>
                <a:gd name="T1" fmla="*/ 0 h 107"/>
                <a:gd name="T2" fmla="*/ 2147483647 w 31"/>
                <a:gd name="T3" fmla="*/ 2147483647 h 107"/>
                <a:gd name="T4" fmla="*/ 2147483647 w 31"/>
                <a:gd name="T5" fmla="*/ 2147483647 h 107"/>
                <a:gd name="T6" fmla="*/ 2147483647 w 31"/>
                <a:gd name="T7" fmla="*/ 2147483647 h 107"/>
                <a:gd name="T8" fmla="*/ 2147483647 w 31"/>
                <a:gd name="T9" fmla="*/ 2147483647 h 107"/>
                <a:gd name="T10" fmla="*/ 2147483647 w 31"/>
                <a:gd name="T11" fmla="*/ 2147483647 h 107"/>
                <a:gd name="T12" fmla="*/ 2147483647 w 31"/>
                <a:gd name="T13" fmla="*/ 2147483647 h 107"/>
                <a:gd name="T14" fmla="*/ 2147483647 w 31"/>
                <a:gd name="T15" fmla="*/ 2147483647 h 107"/>
                <a:gd name="T16" fmla="*/ 2147483647 w 31"/>
                <a:gd name="T17" fmla="*/ 2147483647 h 107"/>
                <a:gd name="T18" fmla="*/ 2147483647 w 31"/>
                <a:gd name="T19" fmla="*/ 2147483647 h 107"/>
                <a:gd name="T20" fmla="*/ 2147483647 w 31"/>
                <a:gd name="T21" fmla="*/ 2147483647 h 107"/>
                <a:gd name="T22" fmla="*/ 2147483647 w 31"/>
                <a:gd name="T23" fmla="*/ 2147483647 h 107"/>
                <a:gd name="T24" fmla="*/ 2147483647 w 31"/>
                <a:gd name="T25" fmla="*/ 2147483647 h 107"/>
                <a:gd name="T26" fmla="*/ 0 w 31"/>
                <a:gd name="T27" fmla="*/ 2147483647 h 107"/>
                <a:gd name="T28" fmla="*/ 0 w 31"/>
                <a:gd name="T29" fmla="*/ 2147483647 h 107"/>
                <a:gd name="T30" fmla="*/ 0 w 31"/>
                <a:gd name="T31" fmla="*/ 2147483647 h 107"/>
                <a:gd name="T32" fmla="*/ 2147483647 w 31"/>
                <a:gd name="T33" fmla="*/ 2147483647 h 107"/>
                <a:gd name="T34" fmla="*/ 2147483647 w 31"/>
                <a:gd name="T35" fmla="*/ 2147483647 h 107"/>
                <a:gd name="T36" fmla="*/ 2147483647 w 31"/>
                <a:gd name="T37" fmla="*/ 2147483647 h 107"/>
                <a:gd name="T38" fmla="*/ 2147483647 w 31"/>
                <a:gd name="T39" fmla="*/ 2147483647 h 107"/>
                <a:gd name="T40" fmla="*/ 2147483647 w 31"/>
                <a:gd name="T41" fmla="*/ 2147483647 h 107"/>
                <a:gd name="T42" fmla="*/ 2147483647 w 31"/>
                <a:gd name="T43" fmla="*/ 2147483647 h 107"/>
                <a:gd name="T44" fmla="*/ 2147483647 w 31"/>
                <a:gd name="T45" fmla="*/ 2147483647 h 107"/>
                <a:gd name="T46" fmla="*/ 2147483647 w 31"/>
                <a:gd name="T47" fmla="*/ 2147483647 h 107"/>
                <a:gd name="T48" fmla="*/ 2147483647 w 31"/>
                <a:gd name="T49" fmla="*/ 2147483647 h 107"/>
                <a:gd name="T50" fmla="*/ 2147483647 w 31"/>
                <a:gd name="T51" fmla="*/ 2147483647 h 107"/>
                <a:gd name="T52" fmla="*/ 2147483647 w 31"/>
                <a:gd name="T53" fmla="*/ 2147483647 h 107"/>
                <a:gd name="T54" fmla="*/ 2147483647 w 31"/>
                <a:gd name="T55" fmla="*/ 2147483647 h 107"/>
                <a:gd name="T56" fmla="*/ 2147483647 w 31"/>
                <a:gd name="T57" fmla="*/ 2147483647 h 107"/>
                <a:gd name="T58" fmla="*/ 2147483647 w 31"/>
                <a:gd name="T59" fmla="*/ 0 h 107"/>
                <a:gd name="T60" fmla="*/ 2147483647 w 31"/>
                <a:gd name="T61" fmla="*/ 0 h 10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"/>
                <a:gd name="T94" fmla="*/ 0 h 107"/>
                <a:gd name="T95" fmla="*/ 31 w 31"/>
                <a:gd name="T96" fmla="*/ 107 h 10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" h="107">
                  <a:moveTo>
                    <a:pt x="31" y="0"/>
                  </a:moveTo>
                  <a:lnTo>
                    <a:pt x="31" y="54"/>
                  </a:lnTo>
                  <a:lnTo>
                    <a:pt x="31" y="61"/>
                  </a:lnTo>
                  <a:lnTo>
                    <a:pt x="23" y="69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9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8" y="54"/>
                  </a:lnTo>
                  <a:lnTo>
                    <a:pt x="15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23" y="54"/>
                  </a:lnTo>
                  <a:lnTo>
                    <a:pt x="31" y="61"/>
                  </a:lnTo>
                  <a:lnTo>
                    <a:pt x="23" y="54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6" name="Rectangle 276">
              <a:extLst>
                <a:ext uri="{FF2B5EF4-FFF2-40B4-BE49-F238E27FC236}">
                  <a16:creationId xmlns:a16="http://schemas.microsoft.com/office/drawing/2014/main" id="{5C187C54-2196-210F-DBC6-520E1C399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7" name="Freeform 277">
              <a:extLst>
                <a:ext uri="{FF2B5EF4-FFF2-40B4-BE49-F238E27FC236}">
                  <a16:creationId xmlns:a16="http://schemas.microsoft.com/office/drawing/2014/main" id="{B1746C9F-64C7-0006-47E8-D50C0982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47625" cy="169863"/>
            </a:xfrm>
            <a:custGeom>
              <a:avLst/>
              <a:gdLst>
                <a:gd name="T0" fmla="*/ 0 w 30"/>
                <a:gd name="T1" fmla="*/ 0 h 107"/>
                <a:gd name="T2" fmla="*/ 2147483647 w 30"/>
                <a:gd name="T3" fmla="*/ 0 h 107"/>
                <a:gd name="T4" fmla="*/ 2147483647 w 30"/>
                <a:gd name="T5" fmla="*/ 2147483647 h 107"/>
                <a:gd name="T6" fmla="*/ 2147483647 w 30"/>
                <a:gd name="T7" fmla="*/ 2147483647 h 107"/>
                <a:gd name="T8" fmla="*/ 2147483647 w 30"/>
                <a:gd name="T9" fmla="*/ 2147483647 h 107"/>
                <a:gd name="T10" fmla="*/ 2147483647 w 30"/>
                <a:gd name="T11" fmla="*/ 2147483647 h 107"/>
                <a:gd name="T12" fmla="*/ 2147483647 w 30"/>
                <a:gd name="T13" fmla="*/ 2147483647 h 107"/>
                <a:gd name="T14" fmla="*/ 2147483647 w 30"/>
                <a:gd name="T15" fmla="*/ 2147483647 h 107"/>
                <a:gd name="T16" fmla="*/ 2147483647 w 30"/>
                <a:gd name="T17" fmla="*/ 0 h 107"/>
                <a:gd name="T18" fmla="*/ 0 w 30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107"/>
                <a:gd name="T32" fmla="*/ 30 w 30"/>
                <a:gd name="T33" fmla="*/ 107 h 1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107">
                  <a:moveTo>
                    <a:pt x="0" y="0"/>
                  </a:moveTo>
                  <a:lnTo>
                    <a:pt x="30" y="0"/>
                  </a:lnTo>
                  <a:lnTo>
                    <a:pt x="30" y="54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8" name="Rectangle 278">
              <a:extLst>
                <a:ext uri="{FF2B5EF4-FFF2-40B4-BE49-F238E27FC236}">
                  <a16:creationId xmlns:a16="http://schemas.microsoft.com/office/drawing/2014/main" id="{E41E9341-1E69-A5C4-2D97-D7B07C2C0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500" y="17513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9" name="Freeform 279">
              <a:extLst>
                <a:ext uri="{FF2B5EF4-FFF2-40B4-BE49-F238E27FC236}">
                  <a16:creationId xmlns:a16="http://schemas.microsoft.com/office/drawing/2014/main" id="{F4C55835-BDDF-C1D6-40E6-828DC70F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1751359"/>
              <a:ext cx="23813" cy="109538"/>
            </a:xfrm>
            <a:custGeom>
              <a:avLst/>
              <a:gdLst>
                <a:gd name="T0" fmla="*/ 2147483647 w 15"/>
                <a:gd name="T1" fmla="*/ 0 h 69"/>
                <a:gd name="T2" fmla="*/ 2147483647 w 15"/>
                <a:gd name="T3" fmla="*/ 2147483647 h 69"/>
                <a:gd name="T4" fmla="*/ 2147483647 w 15"/>
                <a:gd name="T5" fmla="*/ 2147483647 h 69"/>
                <a:gd name="T6" fmla="*/ 2147483647 w 15"/>
                <a:gd name="T7" fmla="*/ 2147483647 h 69"/>
                <a:gd name="T8" fmla="*/ 2147483647 w 15"/>
                <a:gd name="T9" fmla="*/ 2147483647 h 69"/>
                <a:gd name="T10" fmla="*/ 0 w 15"/>
                <a:gd name="T11" fmla="*/ 2147483647 h 69"/>
                <a:gd name="T12" fmla="*/ 0 w 15"/>
                <a:gd name="T13" fmla="*/ 2147483647 h 69"/>
                <a:gd name="T14" fmla="*/ 0 w 15"/>
                <a:gd name="T15" fmla="*/ 2147483647 h 69"/>
                <a:gd name="T16" fmla="*/ 2147483647 w 15"/>
                <a:gd name="T17" fmla="*/ 2147483647 h 69"/>
                <a:gd name="T18" fmla="*/ 2147483647 w 15"/>
                <a:gd name="T19" fmla="*/ 2147483647 h 69"/>
                <a:gd name="T20" fmla="*/ 2147483647 w 15"/>
                <a:gd name="T21" fmla="*/ 2147483647 h 69"/>
                <a:gd name="T22" fmla="*/ 2147483647 w 15"/>
                <a:gd name="T23" fmla="*/ 0 h 69"/>
                <a:gd name="T24" fmla="*/ 2147483647 w 15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9"/>
                <a:gd name="T41" fmla="*/ 15 w 15"/>
                <a:gd name="T42" fmla="*/ 69 h 6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9">
                  <a:moveTo>
                    <a:pt x="15" y="0"/>
                  </a:moveTo>
                  <a:lnTo>
                    <a:pt x="15" y="54"/>
                  </a:lnTo>
                  <a:lnTo>
                    <a:pt x="15" y="61"/>
                  </a:lnTo>
                  <a:lnTo>
                    <a:pt x="7" y="69"/>
                  </a:lnTo>
                  <a:lnTo>
                    <a:pt x="0" y="61"/>
                  </a:lnTo>
                  <a:lnTo>
                    <a:pt x="7" y="54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0" name="Rectangle 280">
              <a:extLst>
                <a:ext uri="{FF2B5EF4-FFF2-40B4-BE49-F238E27FC236}">
                  <a16:creationId xmlns:a16="http://schemas.microsoft.com/office/drawing/2014/main" id="{FC75DCF9-D0B1-E87B-DB86-7A4B132D1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313" y="1921222"/>
              <a:ext cx="127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1" name="Freeform 281">
              <a:extLst>
                <a:ext uri="{FF2B5EF4-FFF2-40B4-BE49-F238E27FC236}">
                  <a16:creationId xmlns:a16="http://schemas.microsoft.com/office/drawing/2014/main" id="{0AD91A23-1E59-ED60-6184-1F771A36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837084"/>
              <a:ext cx="25400" cy="84138"/>
            </a:xfrm>
            <a:custGeom>
              <a:avLst/>
              <a:gdLst>
                <a:gd name="T0" fmla="*/ 2147483647 w 16"/>
                <a:gd name="T1" fmla="*/ 2147483647 h 53"/>
                <a:gd name="T2" fmla="*/ 2147483647 w 16"/>
                <a:gd name="T3" fmla="*/ 2147483647 h 53"/>
                <a:gd name="T4" fmla="*/ 2147483647 w 16"/>
                <a:gd name="T5" fmla="*/ 2147483647 h 53"/>
                <a:gd name="T6" fmla="*/ 2147483647 w 16"/>
                <a:gd name="T7" fmla="*/ 2147483647 h 53"/>
                <a:gd name="T8" fmla="*/ 0 w 16"/>
                <a:gd name="T9" fmla="*/ 2147483647 h 53"/>
                <a:gd name="T10" fmla="*/ 0 w 16"/>
                <a:gd name="T11" fmla="*/ 2147483647 h 53"/>
                <a:gd name="T12" fmla="*/ 0 w 16"/>
                <a:gd name="T13" fmla="*/ 0 h 53"/>
                <a:gd name="T14" fmla="*/ 2147483647 w 16"/>
                <a:gd name="T15" fmla="*/ 0 h 53"/>
                <a:gd name="T16" fmla="*/ 2147483647 w 16"/>
                <a:gd name="T17" fmla="*/ 2147483647 h 53"/>
                <a:gd name="T18" fmla="*/ 2147483647 w 16"/>
                <a:gd name="T19" fmla="*/ 2147483647 h 53"/>
                <a:gd name="T20" fmla="*/ 2147483647 w 16"/>
                <a:gd name="T21" fmla="*/ 2147483647 h 53"/>
                <a:gd name="T22" fmla="*/ 2147483647 w 16"/>
                <a:gd name="T23" fmla="*/ 2147483647 h 53"/>
                <a:gd name="T24" fmla="*/ 2147483647 w 16"/>
                <a:gd name="T25" fmla="*/ 2147483647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3"/>
                <a:gd name="T41" fmla="*/ 16 w 16"/>
                <a:gd name="T42" fmla="*/ 53 h 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3">
                  <a:moveTo>
                    <a:pt x="8" y="53"/>
                  </a:moveTo>
                  <a:lnTo>
                    <a:pt x="8" y="7"/>
                  </a:lnTo>
                  <a:lnTo>
                    <a:pt x="16" y="7"/>
                  </a:lnTo>
                  <a:lnTo>
                    <a:pt x="8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7"/>
                  </a:lnTo>
                  <a:lnTo>
                    <a:pt x="16" y="53"/>
                  </a:lnTo>
                  <a:lnTo>
                    <a:pt x="8" y="5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2" name="Rectangle 282">
              <a:extLst>
                <a:ext uri="{FF2B5EF4-FFF2-40B4-BE49-F238E27FC236}">
                  <a16:creationId xmlns:a16="http://schemas.microsoft.com/office/drawing/2014/main" id="{14EC38C7-C8C4-CDBC-7CF0-F5FE15546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613" y="175135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3" name="Freeform 283">
              <a:extLst>
                <a:ext uri="{FF2B5EF4-FFF2-40B4-BE49-F238E27FC236}">
                  <a16:creationId xmlns:a16="http://schemas.microsoft.com/office/drawing/2014/main" id="{4EFD99AE-EF71-2FD9-BD9C-13CE3D144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0 w 7"/>
                <a:gd name="T3" fmla="*/ 2147483647 h 8"/>
                <a:gd name="T4" fmla="*/ 0 w 7"/>
                <a:gd name="T5" fmla="*/ 0 h 8"/>
                <a:gd name="T6" fmla="*/ 0 w 7"/>
                <a:gd name="T7" fmla="*/ 2147483647 h 8"/>
                <a:gd name="T8" fmla="*/ 0 w 7"/>
                <a:gd name="T9" fmla="*/ 0 h 8"/>
                <a:gd name="T10" fmla="*/ 2147483647 w 7"/>
                <a:gd name="T11" fmla="*/ 0 h 8"/>
                <a:gd name="T12" fmla="*/ 2147483647 w 7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7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4" name="Freeform 284">
              <a:extLst>
                <a:ext uri="{FF2B5EF4-FFF2-40B4-BE49-F238E27FC236}">
                  <a16:creationId xmlns:a16="http://schemas.microsoft.com/office/drawing/2014/main" id="{54BB9B86-3C35-16C4-B7F9-14DE393F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49213" cy="180975"/>
            </a:xfrm>
            <a:custGeom>
              <a:avLst/>
              <a:gdLst>
                <a:gd name="T0" fmla="*/ 0 w 31"/>
                <a:gd name="T1" fmla="*/ 0 h 114"/>
                <a:gd name="T2" fmla="*/ 2147483647 w 31"/>
                <a:gd name="T3" fmla="*/ 0 h 114"/>
                <a:gd name="T4" fmla="*/ 2147483647 w 31"/>
                <a:gd name="T5" fmla="*/ 2147483647 h 114"/>
                <a:gd name="T6" fmla="*/ 2147483647 w 31"/>
                <a:gd name="T7" fmla="*/ 2147483647 h 114"/>
                <a:gd name="T8" fmla="*/ 2147483647 w 31"/>
                <a:gd name="T9" fmla="*/ 2147483647 h 114"/>
                <a:gd name="T10" fmla="*/ 2147483647 w 31"/>
                <a:gd name="T11" fmla="*/ 2147483647 h 114"/>
                <a:gd name="T12" fmla="*/ 2147483647 w 31"/>
                <a:gd name="T13" fmla="*/ 2147483647 h 114"/>
                <a:gd name="T14" fmla="*/ 2147483647 w 31"/>
                <a:gd name="T15" fmla="*/ 2147483647 h 114"/>
                <a:gd name="T16" fmla="*/ 2147483647 w 31"/>
                <a:gd name="T17" fmla="*/ 0 h 114"/>
                <a:gd name="T18" fmla="*/ 0 w 31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1"/>
                <a:gd name="T31" fmla="*/ 0 h 114"/>
                <a:gd name="T32" fmla="*/ 31 w 31"/>
                <a:gd name="T33" fmla="*/ 114 h 1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1" h="114">
                  <a:moveTo>
                    <a:pt x="0" y="0"/>
                  </a:moveTo>
                  <a:lnTo>
                    <a:pt x="31" y="0"/>
                  </a:lnTo>
                  <a:lnTo>
                    <a:pt x="31" y="53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16" y="107"/>
                  </a:lnTo>
                  <a:lnTo>
                    <a:pt x="16" y="61"/>
                  </a:lnTo>
                  <a:lnTo>
                    <a:pt x="8" y="53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5" name="Rectangle 285">
              <a:extLst>
                <a:ext uri="{FF2B5EF4-FFF2-40B4-BE49-F238E27FC236}">
                  <a16:creationId xmlns:a16="http://schemas.microsoft.com/office/drawing/2014/main" id="{EACB5117-25B5-0EC7-7C76-83E88B7D6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788" y="2006947"/>
              <a:ext cx="61913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6" name="Freeform 286">
              <a:extLst>
                <a:ext uri="{FF2B5EF4-FFF2-40B4-BE49-F238E27FC236}">
                  <a16:creationId xmlns:a16="http://schemas.microsoft.com/office/drawing/2014/main" id="{4927F5AE-78AE-315B-8ADC-C9FE147B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006947"/>
              <a:ext cx="49213" cy="206375"/>
            </a:xfrm>
            <a:custGeom>
              <a:avLst/>
              <a:gdLst>
                <a:gd name="T0" fmla="*/ 2147483647 w 31"/>
                <a:gd name="T1" fmla="*/ 0 h 130"/>
                <a:gd name="T2" fmla="*/ 2147483647 w 31"/>
                <a:gd name="T3" fmla="*/ 2147483647 h 130"/>
                <a:gd name="T4" fmla="*/ 2147483647 w 31"/>
                <a:gd name="T5" fmla="*/ 2147483647 h 130"/>
                <a:gd name="T6" fmla="*/ 2147483647 w 31"/>
                <a:gd name="T7" fmla="*/ 2147483647 h 130"/>
                <a:gd name="T8" fmla="*/ 2147483647 w 31"/>
                <a:gd name="T9" fmla="*/ 2147483647 h 130"/>
                <a:gd name="T10" fmla="*/ 2147483647 w 31"/>
                <a:gd name="T11" fmla="*/ 2147483647 h 130"/>
                <a:gd name="T12" fmla="*/ 2147483647 w 31"/>
                <a:gd name="T13" fmla="*/ 2147483647 h 130"/>
                <a:gd name="T14" fmla="*/ 2147483647 w 31"/>
                <a:gd name="T15" fmla="*/ 2147483647 h 130"/>
                <a:gd name="T16" fmla="*/ 2147483647 w 31"/>
                <a:gd name="T17" fmla="*/ 2147483647 h 130"/>
                <a:gd name="T18" fmla="*/ 2147483647 w 31"/>
                <a:gd name="T19" fmla="*/ 2147483647 h 130"/>
                <a:gd name="T20" fmla="*/ 2147483647 w 31"/>
                <a:gd name="T21" fmla="*/ 2147483647 h 130"/>
                <a:gd name="T22" fmla="*/ 2147483647 w 31"/>
                <a:gd name="T23" fmla="*/ 2147483647 h 130"/>
                <a:gd name="T24" fmla="*/ 2147483647 w 31"/>
                <a:gd name="T25" fmla="*/ 2147483647 h 130"/>
                <a:gd name="T26" fmla="*/ 2147483647 w 31"/>
                <a:gd name="T27" fmla="*/ 2147483647 h 130"/>
                <a:gd name="T28" fmla="*/ 2147483647 w 31"/>
                <a:gd name="T29" fmla="*/ 2147483647 h 130"/>
                <a:gd name="T30" fmla="*/ 2147483647 w 31"/>
                <a:gd name="T31" fmla="*/ 2147483647 h 130"/>
                <a:gd name="T32" fmla="*/ 0 w 31"/>
                <a:gd name="T33" fmla="*/ 2147483647 h 130"/>
                <a:gd name="T34" fmla="*/ 0 w 31"/>
                <a:gd name="T35" fmla="*/ 2147483647 h 130"/>
                <a:gd name="T36" fmla="*/ 0 w 31"/>
                <a:gd name="T37" fmla="*/ 2147483647 h 130"/>
                <a:gd name="T38" fmla="*/ 2147483647 w 31"/>
                <a:gd name="T39" fmla="*/ 2147483647 h 130"/>
                <a:gd name="T40" fmla="*/ 2147483647 w 31"/>
                <a:gd name="T41" fmla="*/ 2147483647 h 130"/>
                <a:gd name="T42" fmla="*/ 2147483647 w 31"/>
                <a:gd name="T43" fmla="*/ 2147483647 h 130"/>
                <a:gd name="T44" fmla="*/ 2147483647 w 31"/>
                <a:gd name="T45" fmla="*/ 2147483647 h 130"/>
                <a:gd name="T46" fmla="*/ 2147483647 w 31"/>
                <a:gd name="T47" fmla="*/ 2147483647 h 130"/>
                <a:gd name="T48" fmla="*/ 2147483647 w 31"/>
                <a:gd name="T49" fmla="*/ 2147483647 h 130"/>
                <a:gd name="T50" fmla="*/ 2147483647 w 31"/>
                <a:gd name="T51" fmla="*/ 2147483647 h 130"/>
                <a:gd name="T52" fmla="*/ 2147483647 w 31"/>
                <a:gd name="T53" fmla="*/ 2147483647 h 130"/>
                <a:gd name="T54" fmla="*/ 2147483647 w 31"/>
                <a:gd name="T55" fmla="*/ 2147483647 h 130"/>
                <a:gd name="T56" fmla="*/ 2147483647 w 31"/>
                <a:gd name="T57" fmla="*/ 2147483647 h 130"/>
                <a:gd name="T58" fmla="*/ 2147483647 w 31"/>
                <a:gd name="T59" fmla="*/ 2147483647 h 130"/>
                <a:gd name="T60" fmla="*/ 2147483647 w 31"/>
                <a:gd name="T61" fmla="*/ 2147483647 h 130"/>
                <a:gd name="T62" fmla="*/ 2147483647 w 31"/>
                <a:gd name="T63" fmla="*/ 2147483647 h 130"/>
                <a:gd name="T64" fmla="*/ 2147483647 w 31"/>
                <a:gd name="T65" fmla="*/ 2147483647 h 130"/>
                <a:gd name="T66" fmla="*/ 2147483647 w 31"/>
                <a:gd name="T67" fmla="*/ 2147483647 h 130"/>
                <a:gd name="T68" fmla="*/ 2147483647 w 31"/>
                <a:gd name="T69" fmla="*/ 2147483647 h 130"/>
                <a:gd name="T70" fmla="*/ 2147483647 w 31"/>
                <a:gd name="T71" fmla="*/ 0 h 130"/>
                <a:gd name="T72" fmla="*/ 2147483647 w 31"/>
                <a:gd name="T73" fmla="*/ 0 h 1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"/>
                <a:gd name="T112" fmla="*/ 0 h 130"/>
                <a:gd name="T113" fmla="*/ 31 w 31"/>
                <a:gd name="T114" fmla="*/ 130 h 13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" h="130">
                  <a:moveTo>
                    <a:pt x="31" y="0"/>
                  </a:moveTo>
                  <a:lnTo>
                    <a:pt x="31" y="53"/>
                  </a:lnTo>
                  <a:lnTo>
                    <a:pt x="31" y="61"/>
                  </a:lnTo>
                  <a:lnTo>
                    <a:pt x="23" y="68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23" y="130"/>
                  </a:lnTo>
                  <a:lnTo>
                    <a:pt x="15" y="122"/>
                  </a:lnTo>
                  <a:lnTo>
                    <a:pt x="8" y="114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8" y="53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107"/>
                  </a:lnTo>
                  <a:lnTo>
                    <a:pt x="15" y="107"/>
                  </a:lnTo>
                  <a:lnTo>
                    <a:pt x="23" y="114"/>
                  </a:lnTo>
                  <a:lnTo>
                    <a:pt x="15" y="122"/>
                  </a:lnTo>
                  <a:lnTo>
                    <a:pt x="15" y="114"/>
                  </a:lnTo>
                  <a:lnTo>
                    <a:pt x="15" y="61"/>
                  </a:lnTo>
                  <a:lnTo>
                    <a:pt x="23" y="53"/>
                  </a:lnTo>
                  <a:lnTo>
                    <a:pt x="31" y="61"/>
                  </a:lnTo>
                  <a:lnTo>
                    <a:pt x="23" y="53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7" name="Rectangle 287">
              <a:extLst>
                <a:ext uri="{FF2B5EF4-FFF2-40B4-BE49-F238E27FC236}">
                  <a16:creationId xmlns:a16="http://schemas.microsoft.com/office/drawing/2014/main" id="{5AA747BC-47F1-D9B8-FF92-3D42F344C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2006947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8" name="Freeform 288">
              <a:extLst>
                <a:ext uri="{FF2B5EF4-FFF2-40B4-BE49-F238E27FC236}">
                  <a16:creationId xmlns:a16="http://schemas.microsoft.com/office/drawing/2014/main" id="{68AC9F3B-C897-32D4-8006-BFD22538E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0 w 8"/>
                <a:gd name="T3" fmla="*/ 2147483647 h 7"/>
                <a:gd name="T4" fmla="*/ 0 w 8"/>
                <a:gd name="T5" fmla="*/ 0 h 7"/>
                <a:gd name="T6" fmla="*/ 0 w 8"/>
                <a:gd name="T7" fmla="*/ 2147483647 h 7"/>
                <a:gd name="T8" fmla="*/ 0 w 8"/>
                <a:gd name="T9" fmla="*/ 0 h 7"/>
                <a:gd name="T10" fmla="*/ 2147483647 w 8"/>
                <a:gd name="T11" fmla="*/ 0 h 7"/>
                <a:gd name="T12" fmla="*/ 2147483647 w 8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7"/>
                <a:gd name="T23" fmla="*/ 8 w 8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7">
                  <a:moveTo>
                    <a:pt x="8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9" name="Freeform 289">
              <a:extLst>
                <a:ext uri="{FF2B5EF4-FFF2-40B4-BE49-F238E27FC236}">
                  <a16:creationId xmlns:a16="http://schemas.microsoft.com/office/drawing/2014/main" id="{298E1C68-CAEE-C21A-AF8F-ABB4FBFA7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50950" cy="436563"/>
            </a:xfrm>
            <a:custGeom>
              <a:avLst/>
              <a:gdLst>
                <a:gd name="T0" fmla="*/ 0 w 788"/>
                <a:gd name="T1" fmla="*/ 2147483647 h 275"/>
                <a:gd name="T2" fmla="*/ 2147483647 w 788"/>
                <a:gd name="T3" fmla="*/ 0 h 275"/>
                <a:gd name="T4" fmla="*/ 2147483647 w 788"/>
                <a:gd name="T5" fmla="*/ 2147483647 h 275"/>
                <a:gd name="T6" fmla="*/ 2147483647 w 788"/>
                <a:gd name="T7" fmla="*/ 2147483647 h 275"/>
                <a:gd name="T8" fmla="*/ 0 w 788"/>
                <a:gd name="T9" fmla="*/ 2147483647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8"/>
                <a:gd name="T16" fmla="*/ 0 h 275"/>
                <a:gd name="T17" fmla="*/ 788 w 788"/>
                <a:gd name="T18" fmla="*/ 275 h 2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8" h="275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512" y="275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0" name="Freeform 290">
              <a:extLst>
                <a:ext uri="{FF2B5EF4-FFF2-40B4-BE49-F238E27FC236}">
                  <a16:creationId xmlns:a16="http://schemas.microsoft.com/office/drawing/2014/main" id="{481C6F13-B357-55BB-EA6C-CAC985AB9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74763" cy="449263"/>
            </a:xfrm>
            <a:custGeom>
              <a:avLst/>
              <a:gdLst>
                <a:gd name="T0" fmla="*/ 0 w 803"/>
                <a:gd name="T1" fmla="*/ 2147483647 h 283"/>
                <a:gd name="T2" fmla="*/ 2147483647 w 803"/>
                <a:gd name="T3" fmla="*/ 0 h 283"/>
                <a:gd name="T4" fmla="*/ 2147483647 w 803"/>
                <a:gd name="T5" fmla="*/ 0 h 283"/>
                <a:gd name="T6" fmla="*/ 2147483647 w 803"/>
                <a:gd name="T7" fmla="*/ 0 h 283"/>
                <a:gd name="T8" fmla="*/ 2147483647 w 803"/>
                <a:gd name="T9" fmla="*/ 2147483647 h 283"/>
                <a:gd name="T10" fmla="*/ 2147483647 w 803"/>
                <a:gd name="T11" fmla="*/ 2147483647 h 283"/>
                <a:gd name="T12" fmla="*/ 2147483647 w 803"/>
                <a:gd name="T13" fmla="*/ 2147483647 h 283"/>
                <a:gd name="T14" fmla="*/ 2147483647 w 803"/>
                <a:gd name="T15" fmla="*/ 2147483647 h 283"/>
                <a:gd name="T16" fmla="*/ 2147483647 w 803"/>
                <a:gd name="T17" fmla="*/ 2147483647 h 283"/>
                <a:gd name="T18" fmla="*/ 2147483647 w 803"/>
                <a:gd name="T19" fmla="*/ 2147483647 h 283"/>
                <a:gd name="T20" fmla="*/ 2147483647 w 803"/>
                <a:gd name="T21" fmla="*/ 2147483647 h 283"/>
                <a:gd name="T22" fmla="*/ 2147483647 w 803"/>
                <a:gd name="T23" fmla="*/ 2147483647 h 283"/>
                <a:gd name="T24" fmla="*/ 2147483647 w 803"/>
                <a:gd name="T25" fmla="*/ 2147483647 h 283"/>
                <a:gd name="T26" fmla="*/ 2147483647 w 803"/>
                <a:gd name="T27" fmla="*/ 2147483647 h 283"/>
                <a:gd name="T28" fmla="*/ 2147483647 w 803"/>
                <a:gd name="T29" fmla="*/ 2147483647 h 283"/>
                <a:gd name="T30" fmla="*/ 2147483647 w 803"/>
                <a:gd name="T31" fmla="*/ 0 h 283"/>
                <a:gd name="T32" fmla="*/ 2147483647 w 803"/>
                <a:gd name="T33" fmla="*/ 2147483647 h 283"/>
                <a:gd name="T34" fmla="*/ 0 w 803"/>
                <a:gd name="T35" fmla="*/ 2147483647 h 283"/>
                <a:gd name="T36" fmla="*/ 0 w 803"/>
                <a:gd name="T37" fmla="*/ 2147483647 h 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3"/>
                <a:gd name="T58" fmla="*/ 0 h 283"/>
                <a:gd name="T59" fmla="*/ 803 w 803"/>
                <a:gd name="T60" fmla="*/ 283 h 28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3" h="283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803" y="153"/>
                  </a:lnTo>
                  <a:lnTo>
                    <a:pt x="788" y="161"/>
                  </a:lnTo>
                  <a:lnTo>
                    <a:pt x="512" y="283"/>
                  </a:lnTo>
                  <a:lnTo>
                    <a:pt x="512" y="275"/>
                  </a:lnTo>
                  <a:lnTo>
                    <a:pt x="788" y="153"/>
                  </a:lnTo>
                  <a:lnTo>
                    <a:pt x="788" y="161"/>
                  </a:lnTo>
                  <a:lnTo>
                    <a:pt x="290" y="8"/>
                  </a:lnTo>
                  <a:lnTo>
                    <a:pt x="290" y="0"/>
                  </a:lnTo>
                  <a:lnTo>
                    <a:pt x="290" y="8"/>
                  </a:lnTo>
                  <a:lnTo>
                    <a:pt x="0" y="107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1" name="Freeform 291">
              <a:extLst>
                <a:ext uri="{FF2B5EF4-FFF2-40B4-BE49-F238E27FC236}">
                  <a16:creationId xmlns:a16="http://schemas.microsoft.com/office/drawing/2014/main" id="{034E6592-4FEF-FFE5-358E-D179915AE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641822"/>
              <a:ext cx="812800" cy="292100"/>
            </a:xfrm>
            <a:custGeom>
              <a:avLst/>
              <a:gdLst>
                <a:gd name="T0" fmla="*/ 2147483647 w 512"/>
                <a:gd name="T1" fmla="*/ 2147483647 h 184"/>
                <a:gd name="T2" fmla="*/ 0 w 512"/>
                <a:gd name="T3" fmla="*/ 2147483647 h 184"/>
                <a:gd name="T4" fmla="*/ 0 w 512"/>
                <a:gd name="T5" fmla="*/ 0 h 184"/>
                <a:gd name="T6" fmla="*/ 0 w 512"/>
                <a:gd name="T7" fmla="*/ 0 h 184"/>
                <a:gd name="T8" fmla="*/ 0 w 512"/>
                <a:gd name="T9" fmla="*/ 0 h 184"/>
                <a:gd name="T10" fmla="*/ 2147483647 w 512"/>
                <a:gd name="T11" fmla="*/ 2147483647 h 184"/>
                <a:gd name="T12" fmla="*/ 2147483647 w 512"/>
                <a:gd name="T13" fmla="*/ 2147483647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2"/>
                <a:gd name="T22" fmla="*/ 0 h 184"/>
                <a:gd name="T23" fmla="*/ 512 w 512"/>
                <a:gd name="T24" fmla="*/ 184 h 1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2" h="184">
                  <a:moveTo>
                    <a:pt x="512" y="18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12" y="176"/>
                  </a:lnTo>
                  <a:lnTo>
                    <a:pt x="512" y="1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2" name="Freeform 292">
              <a:extLst>
                <a:ext uri="{FF2B5EF4-FFF2-40B4-BE49-F238E27FC236}">
                  <a16:creationId xmlns:a16="http://schemas.microsoft.com/office/drawing/2014/main" id="{1BC9ED62-97E8-BC26-6CD8-A781A42D4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12750" cy="303213"/>
            </a:xfrm>
            <a:custGeom>
              <a:avLst/>
              <a:gdLst>
                <a:gd name="T0" fmla="*/ 2147483647 w 260"/>
                <a:gd name="T1" fmla="*/ 0 h 191"/>
                <a:gd name="T2" fmla="*/ 2147483647 w 260"/>
                <a:gd name="T3" fmla="*/ 2147483647 h 191"/>
                <a:gd name="T4" fmla="*/ 0 w 260"/>
                <a:gd name="T5" fmla="*/ 2147483647 h 191"/>
                <a:gd name="T6" fmla="*/ 0 w 260"/>
                <a:gd name="T7" fmla="*/ 2147483647 h 191"/>
                <a:gd name="T8" fmla="*/ 2147483647 w 260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191"/>
                <a:gd name="T17" fmla="*/ 260 w 260"/>
                <a:gd name="T18" fmla="*/ 191 h 1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191">
                  <a:moveTo>
                    <a:pt x="260" y="0"/>
                  </a:moveTo>
                  <a:lnTo>
                    <a:pt x="260" y="6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26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3" name="Freeform 293">
              <a:extLst>
                <a:ext uri="{FF2B5EF4-FFF2-40B4-BE49-F238E27FC236}">
                  <a16:creationId xmlns:a16="http://schemas.microsoft.com/office/drawing/2014/main" id="{854A4997-AABB-FF51-D91C-F1AC6B733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315913"/>
            </a:xfrm>
            <a:custGeom>
              <a:avLst/>
              <a:gdLst>
                <a:gd name="T0" fmla="*/ 2147483647 w 268"/>
                <a:gd name="T1" fmla="*/ 0 h 199"/>
                <a:gd name="T2" fmla="*/ 2147483647 w 268"/>
                <a:gd name="T3" fmla="*/ 2147483647 h 199"/>
                <a:gd name="T4" fmla="*/ 2147483647 w 268"/>
                <a:gd name="T5" fmla="*/ 2147483647 h 199"/>
                <a:gd name="T6" fmla="*/ 2147483647 w 268"/>
                <a:gd name="T7" fmla="*/ 2147483647 h 199"/>
                <a:gd name="T8" fmla="*/ 0 w 268"/>
                <a:gd name="T9" fmla="*/ 2147483647 h 199"/>
                <a:gd name="T10" fmla="*/ 0 w 268"/>
                <a:gd name="T11" fmla="*/ 2147483647 h 199"/>
                <a:gd name="T12" fmla="*/ 0 w 268"/>
                <a:gd name="T13" fmla="*/ 2147483647 h 199"/>
                <a:gd name="T14" fmla="*/ 0 w 268"/>
                <a:gd name="T15" fmla="*/ 2147483647 h 199"/>
                <a:gd name="T16" fmla="*/ 0 w 268"/>
                <a:gd name="T17" fmla="*/ 2147483647 h 199"/>
                <a:gd name="T18" fmla="*/ 0 w 268"/>
                <a:gd name="T19" fmla="*/ 2147483647 h 199"/>
                <a:gd name="T20" fmla="*/ 2147483647 w 268"/>
                <a:gd name="T21" fmla="*/ 2147483647 h 199"/>
                <a:gd name="T22" fmla="*/ 2147483647 w 268"/>
                <a:gd name="T23" fmla="*/ 2147483647 h 199"/>
                <a:gd name="T24" fmla="*/ 0 w 268"/>
                <a:gd name="T25" fmla="*/ 2147483647 h 199"/>
                <a:gd name="T26" fmla="*/ 0 w 268"/>
                <a:gd name="T27" fmla="*/ 2147483647 h 199"/>
                <a:gd name="T28" fmla="*/ 2147483647 w 268"/>
                <a:gd name="T29" fmla="*/ 2147483647 h 199"/>
                <a:gd name="T30" fmla="*/ 2147483647 w 268"/>
                <a:gd name="T31" fmla="*/ 2147483647 h 199"/>
                <a:gd name="T32" fmla="*/ 2147483647 w 268"/>
                <a:gd name="T33" fmla="*/ 2147483647 h 199"/>
                <a:gd name="T34" fmla="*/ 2147483647 w 268"/>
                <a:gd name="T35" fmla="*/ 0 h 199"/>
                <a:gd name="T36" fmla="*/ 2147483647 w 268"/>
                <a:gd name="T37" fmla="*/ 0 h 1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68"/>
                <a:gd name="T58" fmla="*/ 0 h 199"/>
                <a:gd name="T59" fmla="*/ 268 w 268"/>
                <a:gd name="T60" fmla="*/ 199 h 1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68" h="199">
                  <a:moveTo>
                    <a:pt x="268" y="0"/>
                  </a:moveTo>
                  <a:lnTo>
                    <a:pt x="268" y="69"/>
                  </a:lnTo>
                  <a:lnTo>
                    <a:pt x="268" y="76"/>
                  </a:lnTo>
                  <a:lnTo>
                    <a:pt x="260" y="76"/>
                  </a:lnTo>
                  <a:lnTo>
                    <a:pt x="0" y="19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8" y="122"/>
                  </a:lnTo>
                  <a:lnTo>
                    <a:pt x="8" y="191"/>
                  </a:lnTo>
                  <a:lnTo>
                    <a:pt x="0" y="191"/>
                  </a:lnTo>
                  <a:lnTo>
                    <a:pt x="260" y="69"/>
                  </a:lnTo>
                  <a:lnTo>
                    <a:pt x="260" y="76"/>
                  </a:lnTo>
                  <a:lnTo>
                    <a:pt x="260" y="69"/>
                  </a:lnTo>
                  <a:lnTo>
                    <a:pt x="260" y="0"/>
                  </a:lnTo>
                  <a:lnTo>
                    <a:pt x="268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4" name="Freeform 294">
              <a:extLst>
                <a:ext uri="{FF2B5EF4-FFF2-40B4-BE49-F238E27FC236}">
                  <a16:creationId xmlns:a16="http://schemas.microsoft.com/office/drawing/2014/main" id="{F5E02329-28B8-EEED-2B72-54335F233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206375"/>
            </a:xfrm>
            <a:custGeom>
              <a:avLst/>
              <a:gdLst>
                <a:gd name="T0" fmla="*/ 0 w 268"/>
                <a:gd name="T1" fmla="*/ 2147483647 h 130"/>
                <a:gd name="T2" fmla="*/ 2147483647 w 268"/>
                <a:gd name="T3" fmla="*/ 0 h 130"/>
                <a:gd name="T4" fmla="*/ 2147483647 w 268"/>
                <a:gd name="T5" fmla="*/ 0 h 130"/>
                <a:gd name="T6" fmla="*/ 2147483647 w 268"/>
                <a:gd name="T7" fmla="*/ 0 h 130"/>
                <a:gd name="T8" fmla="*/ 2147483647 w 268"/>
                <a:gd name="T9" fmla="*/ 2147483647 h 130"/>
                <a:gd name="T10" fmla="*/ 0 w 268"/>
                <a:gd name="T11" fmla="*/ 2147483647 h 130"/>
                <a:gd name="T12" fmla="*/ 0 w 268"/>
                <a:gd name="T13" fmla="*/ 21474836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8"/>
                <a:gd name="T22" fmla="*/ 0 h 130"/>
                <a:gd name="T23" fmla="*/ 268 w 268"/>
                <a:gd name="T24" fmla="*/ 130 h 1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8" h="130">
                  <a:moveTo>
                    <a:pt x="0" y="122"/>
                  </a:moveTo>
                  <a:lnTo>
                    <a:pt x="260" y="0"/>
                  </a:lnTo>
                  <a:lnTo>
                    <a:pt x="268" y="0"/>
                  </a:lnTo>
                  <a:lnTo>
                    <a:pt x="260" y="8"/>
                  </a:lnTo>
                  <a:lnTo>
                    <a:pt x="0" y="130"/>
                  </a:lnTo>
                  <a:lnTo>
                    <a:pt x="0" y="12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5" name="Freeform 295">
              <a:extLst>
                <a:ext uri="{FF2B5EF4-FFF2-40B4-BE49-F238E27FC236}">
                  <a16:creationId xmlns:a16="http://schemas.microsoft.com/office/drawing/2014/main" id="{5D6DA3CD-6A79-E25A-45DA-F6C42EBD4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14388" cy="388938"/>
            </a:xfrm>
            <a:custGeom>
              <a:avLst/>
              <a:gdLst>
                <a:gd name="T0" fmla="*/ 0 w 513"/>
                <a:gd name="T1" fmla="*/ 0 h 245"/>
                <a:gd name="T2" fmla="*/ 2147483647 w 513"/>
                <a:gd name="T3" fmla="*/ 2147483647 h 245"/>
                <a:gd name="T4" fmla="*/ 2147483647 w 513"/>
                <a:gd name="T5" fmla="*/ 2147483647 h 245"/>
                <a:gd name="T6" fmla="*/ 0 w 513"/>
                <a:gd name="T7" fmla="*/ 2147483647 h 245"/>
                <a:gd name="T8" fmla="*/ 0 w 513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3"/>
                <a:gd name="T16" fmla="*/ 0 h 245"/>
                <a:gd name="T17" fmla="*/ 513 w 513"/>
                <a:gd name="T18" fmla="*/ 245 h 2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3" h="245">
                  <a:moveTo>
                    <a:pt x="0" y="0"/>
                  </a:moveTo>
                  <a:lnTo>
                    <a:pt x="513" y="176"/>
                  </a:lnTo>
                  <a:lnTo>
                    <a:pt x="513" y="245"/>
                  </a:lnTo>
                  <a:lnTo>
                    <a:pt x="0" y="62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8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6" name="Freeform 296">
              <a:extLst>
                <a:ext uri="{FF2B5EF4-FFF2-40B4-BE49-F238E27FC236}">
                  <a16:creationId xmlns:a16="http://schemas.microsoft.com/office/drawing/2014/main" id="{20A0120E-A5AB-DA08-1DB5-A90F84C2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27088" cy="401638"/>
            </a:xfrm>
            <a:custGeom>
              <a:avLst/>
              <a:gdLst>
                <a:gd name="T0" fmla="*/ 0 w 521"/>
                <a:gd name="T1" fmla="*/ 0 h 253"/>
                <a:gd name="T2" fmla="*/ 2147483647 w 521"/>
                <a:gd name="T3" fmla="*/ 2147483647 h 253"/>
                <a:gd name="T4" fmla="*/ 2147483647 w 521"/>
                <a:gd name="T5" fmla="*/ 2147483647 h 253"/>
                <a:gd name="T6" fmla="*/ 2147483647 w 521"/>
                <a:gd name="T7" fmla="*/ 2147483647 h 253"/>
                <a:gd name="T8" fmla="*/ 2147483647 w 521"/>
                <a:gd name="T9" fmla="*/ 2147483647 h 253"/>
                <a:gd name="T10" fmla="*/ 2147483647 w 521"/>
                <a:gd name="T11" fmla="*/ 2147483647 h 253"/>
                <a:gd name="T12" fmla="*/ 2147483647 w 521"/>
                <a:gd name="T13" fmla="*/ 2147483647 h 253"/>
                <a:gd name="T14" fmla="*/ 0 w 521"/>
                <a:gd name="T15" fmla="*/ 2147483647 h 253"/>
                <a:gd name="T16" fmla="*/ 0 w 521"/>
                <a:gd name="T17" fmla="*/ 2147483647 h 253"/>
                <a:gd name="T18" fmla="*/ 0 w 521"/>
                <a:gd name="T19" fmla="*/ 2147483647 h 253"/>
                <a:gd name="T20" fmla="*/ 0 w 521"/>
                <a:gd name="T21" fmla="*/ 2147483647 h 253"/>
                <a:gd name="T22" fmla="*/ 2147483647 w 521"/>
                <a:gd name="T23" fmla="*/ 2147483647 h 253"/>
                <a:gd name="T24" fmla="*/ 2147483647 w 521"/>
                <a:gd name="T25" fmla="*/ 2147483647 h 253"/>
                <a:gd name="T26" fmla="*/ 2147483647 w 521"/>
                <a:gd name="T27" fmla="*/ 2147483647 h 253"/>
                <a:gd name="T28" fmla="*/ 2147483647 w 521"/>
                <a:gd name="T29" fmla="*/ 2147483647 h 253"/>
                <a:gd name="T30" fmla="*/ 2147483647 w 521"/>
                <a:gd name="T31" fmla="*/ 2147483647 h 253"/>
                <a:gd name="T32" fmla="*/ 2147483647 w 521"/>
                <a:gd name="T33" fmla="*/ 2147483647 h 253"/>
                <a:gd name="T34" fmla="*/ 0 w 521"/>
                <a:gd name="T35" fmla="*/ 2147483647 h 253"/>
                <a:gd name="T36" fmla="*/ 0 w 521"/>
                <a:gd name="T37" fmla="*/ 0 h 2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1"/>
                <a:gd name="T58" fmla="*/ 0 h 253"/>
                <a:gd name="T59" fmla="*/ 521 w 521"/>
                <a:gd name="T60" fmla="*/ 253 h 25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1" h="253">
                  <a:moveTo>
                    <a:pt x="0" y="0"/>
                  </a:moveTo>
                  <a:lnTo>
                    <a:pt x="513" y="176"/>
                  </a:lnTo>
                  <a:lnTo>
                    <a:pt x="521" y="176"/>
                  </a:lnTo>
                  <a:lnTo>
                    <a:pt x="521" y="245"/>
                  </a:lnTo>
                  <a:lnTo>
                    <a:pt x="521" y="253"/>
                  </a:lnTo>
                  <a:lnTo>
                    <a:pt x="513" y="253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513" y="245"/>
                  </a:lnTo>
                  <a:lnTo>
                    <a:pt x="513" y="253"/>
                  </a:lnTo>
                  <a:lnTo>
                    <a:pt x="513" y="245"/>
                  </a:lnTo>
                  <a:lnTo>
                    <a:pt x="513" y="176"/>
                  </a:lnTo>
                  <a:lnTo>
                    <a:pt x="521" y="176"/>
                  </a:lnTo>
                  <a:lnTo>
                    <a:pt x="513" y="184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7" name="Freeform 297">
              <a:extLst>
                <a:ext uri="{FF2B5EF4-FFF2-40B4-BE49-F238E27FC236}">
                  <a16:creationId xmlns:a16="http://schemas.microsoft.com/office/drawing/2014/main" id="{3B6C1CCD-63BA-964A-D0D5-CC8A58D1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12700" cy="98425"/>
            </a:xfrm>
            <a:custGeom>
              <a:avLst/>
              <a:gdLst>
                <a:gd name="T0" fmla="*/ 0 w 8"/>
                <a:gd name="T1" fmla="*/ 2147483647 h 62"/>
                <a:gd name="T2" fmla="*/ 0 w 8"/>
                <a:gd name="T3" fmla="*/ 0 h 62"/>
                <a:gd name="T4" fmla="*/ 0 w 8"/>
                <a:gd name="T5" fmla="*/ 0 h 62"/>
                <a:gd name="T6" fmla="*/ 0 w 8"/>
                <a:gd name="T7" fmla="*/ 0 h 62"/>
                <a:gd name="T8" fmla="*/ 2147483647 w 8"/>
                <a:gd name="T9" fmla="*/ 0 h 62"/>
                <a:gd name="T10" fmla="*/ 2147483647 w 8"/>
                <a:gd name="T11" fmla="*/ 2147483647 h 62"/>
                <a:gd name="T12" fmla="*/ 0 w 8"/>
                <a:gd name="T13" fmla="*/ 214748364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62"/>
                <a:gd name="T23" fmla="*/ 8 w 8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62">
                  <a:moveTo>
                    <a:pt x="0" y="62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62"/>
                  </a:lnTo>
                  <a:lnTo>
                    <a:pt x="0" y="6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8" name="Freeform 298">
              <a:extLst>
                <a:ext uri="{FF2B5EF4-FFF2-40B4-BE49-F238E27FC236}">
                  <a16:creationId xmlns:a16="http://schemas.microsoft.com/office/drawing/2014/main" id="{4176D2B8-CE87-0242-03A9-0D7149680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498475" cy="182563"/>
            </a:xfrm>
            <a:custGeom>
              <a:avLst/>
              <a:gdLst>
                <a:gd name="T0" fmla="*/ 0 w 314"/>
                <a:gd name="T1" fmla="*/ 2147483647 h 115"/>
                <a:gd name="T2" fmla="*/ 2147483647 w 314"/>
                <a:gd name="T3" fmla="*/ 0 h 115"/>
                <a:gd name="T4" fmla="*/ 2147483647 w 314"/>
                <a:gd name="T5" fmla="*/ 2147483647 h 115"/>
                <a:gd name="T6" fmla="*/ 2147483647 w 314"/>
                <a:gd name="T7" fmla="*/ 2147483647 h 115"/>
                <a:gd name="T8" fmla="*/ 0 w 314"/>
                <a:gd name="T9" fmla="*/ 214748364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15"/>
                <a:gd name="T17" fmla="*/ 314 w 314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15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207" y="115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9" name="Freeform 299">
              <a:extLst>
                <a:ext uri="{FF2B5EF4-FFF2-40B4-BE49-F238E27FC236}">
                  <a16:creationId xmlns:a16="http://schemas.microsoft.com/office/drawing/2014/main" id="{B08F57A5-2F70-BE4A-25C1-8DC72FBFE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522288" cy="195263"/>
            </a:xfrm>
            <a:custGeom>
              <a:avLst/>
              <a:gdLst>
                <a:gd name="T0" fmla="*/ 0 w 329"/>
                <a:gd name="T1" fmla="*/ 2147483647 h 123"/>
                <a:gd name="T2" fmla="*/ 2147483647 w 329"/>
                <a:gd name="T3" fmla="*/ 0 h 123"/>
                <a:gd name="T4" fmla="*/ 2147483647 w 329"/>
                <a:gd name="T5" fmla="*/ 0 h 123"/>
                <a:gd name="T6" fmla="*/ 2147483647 w 329"/>
                <a:gd name="T7" fmla="*/ 0 h 123"/>
                <a:gd name="T8" fmla="*/ 2147483647 w 329"/>
                <a:gd name="T9" fmla="*/ 2147483647 h 123"/>
                <a:gd name="T10" fmla="*/ 2147483647 w 329"/>
                <a:gd name="T11" fmla="*/ 2147483647 h 123"/>
                <a:gd name="T12" fmla="*/ 2147483647 w 329"/>
                <a:gd name="T13" fmla="*/ 2147483647 h 123"/>
                <a:gd name="T14" fmla="*/ 2147483647 w 329"/>
                <a:gd name="T15" fmla="*/ 2147483647 h 123"/>
                <a:gd name="T16" fmla="*/ 2147483647 w 329"/>
                <a:gd name="T17" fmla="*/ 2147483647 h 123"/>
                <a:gd name="T18" fmla="*/ 2147483647 w 329"/>
                <a:gd name="T19" fmla="*/ 2147483647 h 123"/>
                <a:gd name="T20" fmla="*/ 2147483647 w 329"/>
                <a:gd name="T21" fmla="*/ 2147483647 h 123"/>
                <a:gd name="T22" fmla="*/ 2147483647 w 329"/>
                <a:gd name="T23" fmla="*/ 2147483647 h 123"/>
                <a:gd name="T24" fmla="*/ 2147483647 w 329"/>
                <a:gd name="T25" fmla="*/ 2147483647 h 123"/>
                <a:gd name="T26" fmla="*/ 2147483647 w 329"/>
                <a:gd name="T27" fmla="*/ 2147483647 h 123"/>
                <a:gd name="T28" fmla="*/ 2147483647 w 329"/>
                <a:gd name="T29" fmla="*/ 2147483647 h 123"/>
                <a:gd name="T30" fmla="*/ 2147483647 w 329"/>
                <a:gd name="T31" fmla="*/ 0 h 123"/>
                <a:gd name="T32" fmla="*/ 2147483647 w 329"/>
                <a:gd name="T33" fmla="*/ 2147483647 h 123"/>
                <a:gd name="T34" fmla="*/ 0 w 329"/>
                <a:gd name="T35" fmla="*/ 2147483647 h 123"/>
                <a:gd name="T36" fmla="*/ 0 w 329"/>
                <a:gd name="T37" fmla="*/ 214748364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123"/>
                <a:gd name="T59" fmla="*/ 329 w 329"/>
                <a:gd name="T60" fmla="*/ 123 h 12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123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329" y="62"/>
                  </a:lnTo>
                  <a:lnTo>
                    <a:pt x="314" y="69"/>
                  </a:lnTo>
                  <a:lnTo>
                    <a:pt x="207" y="123"/>
                  </a:lnTo>
                  <a:lnTo>
                    <a:pt x="207" y="115"/>
                  </a:lnTo>
                  <a:lnTo>
                    <a:pt x="314" y="62"/>
                  </a:lnTo>
                  <a:lnTo>
                    <a:pt x="314" y="69"/>
                  </a:lnTo>
                  <a:lnTo>
                    <a:pt x="115" y="8"/>
                  </a:lnTo>
                  <a:lnTo>
                    <a:pt x="115" y="0"/>
                  </a:lnTo>
                  <a:lnTo>
                    <a:pt x="115" y="8"/>
                  </a:lnTo>
                  <a:lnTo>
                    <a:pt x="0" y="46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0" name="Freeform 300">
              <a:extLst>
                <a:ext uri="{FF2B5EF4-FFF2-40B4-BE49-F238E27FC236}">
                  <a16:creationId xmlns:a16="http://schemas.microsoft.com/office/drawing/2014/main" id="{96C8CB70-7799-A698-5E4B-5D7A2C9C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67222"/>
              <a:ext cx="328613" cy="133350"/>
            </a:xfrm>
            <a:custGeom>
              <a:avLst/>
              <a:gdLst>
                <a:gd name="T0" fmla="*/ 2147483647 w 207"/>
                <a:gd name="T1" fmla="*/ 2147483647 h 84"/>
                <a:gd name="T2" fmla="*/ 0 w 207"/>
                <a:gd name="T3" fmla="*/ 2147483647 h 84"/>
                <a:gd name="T4" fmla="*/ 0 w 207"/>
                <a:gd name="T5" fmla="*/ 0 h 84"/>
                <a:gd name="T6" fmla="*/ 0 w 207"/>
                <a:gd name="T7" fmla="*/ 0 h 84"/>
                <a:gd name="T8" fmla="*/ 0 w 207"/>
                <a:gd name="T9" fmla="*/ 0 h 84"/>
                <a:gd name="T10" fmla="*/ 2147483647 w 207"/>
                <a:gd name="T11" fmla="*/ 2147483647 h 84"/>
                <a:gd name="T12" fmla="*/ 2147483647 w 207"/>
                <a:gd name="T13" fmla="*/ 214748364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7"/>
                <a:gd name="T22" fmla="*/ 0 h 84"/>
                <a:gd name="T23" fmla="*/ 207 w 207"/>
                <a:gd name="T24" fmla="*/ 84 h 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7" h="84">
                  <a:moveTo>
                    <a:pt x="207" y="84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07" y="76"/>
                  </a:lnTo>
                  <a:lnTo>
                    <a:pt x="207" y="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1" name="Freeform 301">
              <a:extLst>
                <a:ext uri="{FF2B5EF4-FFF2-40B4-BE49-F238E27FC236}">
                  <a16:creationId xmlns:a16="http://schemas.microsoft.com/office/drawing/2014/main" id="{B9E709A6-BAF0-5509-8838-8EAFACE7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290513" cy="109538"/>
            </a:xfrm>
            <a:custGeom>
              <a:avLst/>
              <a:gdLst>
                <a:gd name="T0" fmla="*/ 0 w 183"/>
                <a:gd name="T1" fmla="*/ 2147483647 h 69"/>
                <a:gd name="T2" fmla="*/ 2147483647 w 183"/>
                <a:gd name="T3" fmla="*/ 0 h 69"/>
                <a:gd name="T4" fmla="*/ 2147483647 w 183"/>
                <a:gd name="T5" fmla="*/ 2147483647 h 69"/>
                <a:gd name="T6" fmla="*/ 2147483647 w 183"/>
                <a:gd name="T7" fmla="*/ 2147483647 h 69"/>
                <a:gd name="T8" fmla="*/ 0 w 183"/>
                <a:gd name="T9" fmla="*/ 214748364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3"/>
                <a:gd name="T16" fmla="*/ 0 h 69"/>
                <a:gd name="T17" fmla="*/ 183 w 183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3" h="69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22" y="69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9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2" name="Freeform 302">
              <a:extLst>
                <a:ext uri="{FF2B5EF4-FFF2-40B4-BE49-F238E27FC236}">
                  <a16:creationId xmlns:a16="http://schemas.microsoft.com/office/drawing/2014/main" id="{06032E38-CAD7-4BA1-7A28-4492D1A90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315913" cy="122238"/>
            </a:xfrm>
            <a:custGeom>
              <a:avLst/>
              <a:gdLst>
                <a:gd name="T0" fmla="*/ 0 w 199"/>
                <a:gd name="T1" fmla="*/ 2147483647 h 77"/>
                <a:gd name="T2" fmla="*/ 2147483647 w 199"/>
                <a:gd name="T3" fmla="*/ 0 h 77"/>
                <a:gd name="T4" fmla="*/ 2147483647 w 199"/>
                <a:gd name="T5" fmla="*/ 0 h 77"/>
                <a:gd name="T6" fmla="*/ 2147483647 w 199"/>
                <a:gd name="T7" fmla="*/ 0 h 77"/>
                <a:gd name="T8" fmla="*/ 2147483647 w 199"/>
                <a:gd name="T9" fmla="*/ 2147483647 h 77"/>
                <a:gd name="T10" fmla="*/ 2147483647 w 199"/>
                <a:gd name="T11" fmla="*/ 2147483647 h 77"/>
                <a:gd name="T12" fmla="*/ 2147483647 w 199"/>
                <a:gd name="T13" fmla="*/ 2147483647 h 77"/>
                <a:gd name="T14" fmla="*/ 2147483647 w 199"/>
                <a:gd name="T15" fmla="*/ 2147483647 h 77"/>
                <a:gd name="T16" fmla="*/ 2147483647 w 199"/>
                <a:gd name="T17" fmla="*/ 2147483647 h 77"/>
                <a:gd name="T18" fmla="*/ 2147483647 w 199"/>
                <a:gd name="T19" fmla="*/ 2147483647 h 77"/>
                <a:gd name="T20" fmla="*/ 2147483647 w 199"/>
                <a:gd name="T21" fmla="*/ 2147483647 h 77"/>
                <a:gd name="T22" fmla="*/ 2147483647 w 199"/>
                <a:gd name="T23" fmla="*/ 2147483647 h 77"/>
                <a:gd name="T24" fmla="*/ 2147483647 w 199"/>
                <a:gd name="T25" fmla="*/ 2147483647 h 77"/>
                <a:gd name="T26" fmla="*/ 2147483647 w 199"/>
                <a:gd name="T27" fmla="*/ 2147483647 h 77"/>
                <a:gd name="T28" fmla="*/ 2147483647 w 199"/>
                <a:gd name="T29" fmla="*/ 2147483647 h 77"/>
                <a:gd name="T30" fmla="*/ 2147483647 w 199"/>
                <a:gd name="T31" fmla="*/ 0 h 77"/>
                <a:gd name="T32" fmla="*/ 2147483647 w 199"/>
                <a:gd name="T33" fmla="*/ 2147483647 h 77"/>
                <a:gd name="T34" fmla="*/ 0 w 199"/>
                <a:gd name="T35" fmla="*/ 2147483647 h 77"/>
                <a:gd name="T36" fmla="*/ 0 w 199"/>
                <a:gd name="T37" fmla="*/ 2147483647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"/>
                <a:gd name="T58" fmla="*/ 0 h 77"/>
                <a:gd name="T59" fmla="*/ 199 w 199"/>
                <a:gd name="T60" fmla="*/ 77 h 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" h="77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99" y="39"/>
                  </a:lnTo>
                  <a:lnTo>
                    <a:pt x="183" y="46"/>
                  </a:lnTo>
                  <a:lnTo>
                    <a:pt x="122" y="77"/>
                  </a:lnTo>
                  <a:lnTo>
                    <a:pt x="122" y="69"/>
                  </a:lnTo>
                  <a:lnTo>
                    <a:pt x="183" y="39"/>
                  </a:lnTo>
                  <a:lnTo>
                    <a:pt x="183" y="46"/>
                  </a:lnTo>
                  <a:lnTo>
                    <a:pt x="69" y="8"/>
                  </a:lnTo>
                  <a:lnTo>
                    <a:pt x="69" y="0"/>
                  </a:lnTo>
                  <a:lnTo>
                    <a:pt x="69" y="8"/>
                  </a:lnTo>
                  <a:lnTo>
                    <a:pt x="0" y="31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3" name="Freeform 303">
              <a:extLst>
                <a:ext uri="{FF2B5EF4-FFF2-40B4-BE49-F238E27FC236}">
                  <a16:creationId xmlns:a16="http://schemas.microsoft.com/office/drawing/2014/main" id="{F91030D9-B4B8-A9A3-873A-07C90DF62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193675" cy="85725"/>
            </a:xfrm>
            <a:custGeom>
              <a:avLst/>
              <a:gdLst>
                <a:gd name="T0" fmla="*/ 2147483647 w 122"/>
                <a:gd name="T1" fmla="*/ 2147483647 h 54"/>
                <a:gd name="T2" fmla="*/ 0 w 122"/>
                <a:gd name="T3" fmla="*/ 2147483647 h 54"/>
                <a:gd name="T4" fmla="*/ 0 w 122"/>
                <a:gd name="T5" fmla="*/ 0 h 54"/>
                <a:gd name="T6" fmla="*/ 0 w 122"/>
                <a:gd name="T7" fmla="*/ 0 h 54"/>
                <a:gd name="T8" fmla="*/ 0 w 122"/>
                <a:gd name="T9" fmla="*/ 0 h 54"/>
                <a:gd name="T10" fmla="*/ 2147483647 w 122"/>
                <a:gd name="T11" fmla="*/ 2147483647 h 54"/>
                <a:gd name="T12" fmla="*/ 2147483647 w 122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"/>
                <a:gd name="T22" fmla="*/ 0 h 54"/>
                <a:gd name="T23" fmla="*/ 122 w 122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" h="54">
                  <a:moveTo>
                    <a:pt x="122" y="5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122" y="46"/>
                  </a:lnTo>
                  <a:lnTo>
                    <a:pt x="122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4" name="Freeform 304">
              <a:extLst>
                <a:ext uri="{FF2B5EF4-FFF2-40B4-BE49-F238E27FC236}">
                  <a16:creationId xmlns:a16="http://schemas.microsoft.com/office/drawing/2014/main" id="{01C4C4C1-D456-30D3-6313-2FD27C03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46050" cy="85725"/>
            </a:xfrm>
            <a:custGeom>
              <a:avLst/>
              <a:gdLst>
                <a:gd name="T0" fmla="*/ 2147483647 w 92"/>
                <a:gd name="T1" fmla="*/ 0 h 54"/>
                <a:gd name="T2" fmla="*/ 2147483647 w 92"/>
                <a:gd name="T3" fmla="*/ 2147483647 h 54"/>
                <a:gd name="T4" fmla="*/ 2147483647 w 92"/>
                <a:gd name="T5" fmla="*/ 2147483647 h 54"/>
                <a:gd name="T6" fmla="*/ 0 w 92"/>
                <a:gd name="T7" fmla="*/ 2147483647 h 54"/>
                <a:gd name="T8" fmla="*/ 2147483647 w 9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54"/>
                <a:gd name="T17" fmla="*/ 92 w 92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54">
                  <a:moveTo>
                    <a:pt x="77" y="0"/>
                  </a:moveTo>
                  <a:lnTo>
                    <a:pt x="92" y="8"/>
                  </a:lnTo>
                  <a:lnTo>
                    <a:pt x="31" y="54"/>
                  </a:lnTo>
                  <a:lnTo>
                    <a:pt x="0" y="46"/>
                  </a:lnTo>
                  <a:lnTo>
                    <a:pt x="7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5" name="Freeform 305">
              <a:extLst>
                <a:ext uri="{FF2B5EF4-FFF2-40B4-BE49-F238E27FC236}">
                  <a16:creationId xmlns:a16="http://schemas.microsoft.com/office/drawing/2014/main" id="{C310DF44-7957-ADC6-3563-7912819AA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714847"/>
              <a:ext cx="182563" cy="96838"/>
            </a:xfrm>
            <a:custGeom>
              <a:avLst/>
              <a:gdLst>
                <a:gd name="T0" fmla="*/ 2147483647 w 115"/>
                <a:gd name="T1" fmla="*/ 0 h 61"/>
                <a:gd name="T2" fmla="*/ 2147483647 w 115"/>
                <a:gd name="T3" fmla="*/ 2147483647 h 61"/>
                <a:gd name="T4" fmla="*/ 2147483647 w 115"/>
                <a:gd name="T5" fmla="*/ 2147483647 h 61"/>
                <a:gd name="T6" fmla="*/ 2147483647 w 115"/>
                <a:gd name="T7" fmla="*/ 2147483647 h 61"/>
                <a:gd name="T8" fmla="*/ 2147483647 w 115"/>
                <a:gd name="T9" fmla="*/ 2147483647 h 61"/>
                <a:gd name="T10" fmla="*/ 2147483647 w 115"/>
                <a:gd name="T11" fmla="*/ 2147483647 h 61"/>
                <a:gd name="T12" fmla="*/ 2147483647 w 115"/>
                <a:gd name="T13" fmla="*/ 2147483647 h 61"/>
                <a:gd name="T14" fmla="*/ 2147483647 w 115"/>
                <a:gd name="T15" fmla="*/ 2147483647 h 61"/>
                <a:gd name="T16" fmla="*/ 0 w 115"/>
                <a:gd name="T17" fmla="*/ 2147483647 h 61"/>
                <a:gd name="T18" fmla="*/ 2147483647 w 115"/>
                <a:gd name="T19" fmla="*/ 2147483647 h 61"/>
                <a:gd name="T20" fmla="*/ 2147483647 w 115"/>
                <a:gd name="T21" fmla="*/ 2147483647 h 61"/>
                <a:gd name="T22" fmla="*/ 2147483647 w 115"/>
                <a:gd name="T23" fmla="*/ 2147483647 h 61"/>
                <a:gd name="T24" fmla="*/ 2147483647 w 115"/>
                <a:gd name="T25" fmla="*/ 2147483647 h 61"/>
                <a:gd name="T26" fmla="*/ 2147483647 w 115"/>
                <a:gd name="T27" fmla="*/ 2147483647 h 61"/>
                <a:gd name="T28" fmla="*/ 2147483647 w 115"/>
                <a:gd name="T29" fmla="*/ 2147483647 h 61"/>
                <a:gd name="T30" fmla="*/ 2147483647 w 115"/>
                <a:gd name="T31" fmla="*/ 2147483647 h 61"/>
                <a:gd name="T32" fmla="*/ 2147483647 w 115"/>
                <a:gd name="T33" fmla="*/ 2147483647 h 61"/>
                <a:gd name="T34" fmla="*/ 2147483647 w 115"/>
                <a:gd name="T35" fmla="*/ 2147483647 h 61"/>
                <a:gd name="T36" fmla="*/ 2147483647 w 115"/>
                <a:gd name="T37" fmla="*/ 0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5"/>
                <a:gd name="T58" fmla="*/ 0 h 61"/>
                <a:gd name="T59" fmla="*/ 115 w 115"/>
                <a:gd name="T60" fmla="*/ 61 h 6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5" h="61">
                  <a:moveTo>
                    <a:pt x="92" y="0"/>
                  </a:moveTo>
                  <a:lnTo>
                    <a:pt x="107" y="8"/>
                  </a:lnTo>
                  <a:lnTo>
                    <a:pt x="115" y="16"/>
                  </a:lnTo>
                  <a:lnTo>
                    <a:pt x="54" y="61"/>
                  </a:lnTo>
                  <a:lnTo>
                    <a:pt x="46" y="61"/>
                  </a:lnTo>
                  <a:lnTo>
                    <a:pt x="15" y="54"/>
                  </a:lnTo>
                  <a:lnTo>
                    <a:pt x="0" y="54"/>
                  </a:lnTo>
                  <a:lnTo>
                    <a:pt x="15" y="46"/>
                  </a:lnTo>
                  <a:lnTo>
                    <a:pt x="46" y="54"/>
                  </a:lnTo>
                  <a:lnTo>
                    <a:pt x="46" y="61"/>
                  </a:lnTo>
                  <a:lnTo>
                    <a:pt x="46" y="54"/>
                  </a:lnTo>
                  <a:lnTo>
                    <a:pt x="107" y="8"/>
                  </a:lnTo>
                  <a:lnTo>
                    <a:pt x="115" y="16"/>
                  </a:lnTo>
                  <a:lnTo>
                    <a:pt x="107" y="16"/>
                  </a:lnTo>
                  <a:lnTo>
                    <a:pt x="92" y="8"/>
                  </a:lnTo>
                  <a:lnTo>
                    <a:pt x="92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6" name="Freeform 306">
              <a:extLst>
                <a:ext uri="{FF2B5EF4-FFF2-40B4-BE49-F238E27FC236}">
                  <a16:creationId xmlns:a16="http://schemas.microsoft.com/office/drawing/2014/main" id="{AD070039-027E-295A-3944-8AE6C0BC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34938" cy="85725"/>
            </a:xfrm>
            <a:custGeom>
              <a:avLst/>
              <a:gdLst>
                <a:gd name="T0" fmla="*/ 0 w 85"/>
                <a:gd name="T1" fmla="*/ 2147483647 h 54"/>
                <a:gd name="T2" fmla="*/ 2147483647 w 85"/>
                <a:gd name="T3" fmla="*/ 0 h 54"/>
                <a:gd name="T4" fmla="*/ 2147483647 w 85"/>
                <a:gd name="T5" fmla="*/ 0 h 54"/>
                <a:gd name="T6" fmla="*/ 2147483647 w 85"/>
                <a:gd name="T7" fmla="*/ 0 h 54"/>
                <a:gd name="T8" fmla="*/ 2147483647 w 85"/>
                <a:gd name="T9" fmla="*/ 2147483647 h 54"/>
                <a:gd name="T10" fmla="*/ 2147483647 w 85"/>
                <a:gd name="T11" fmla="*/ 2147483647 h 54"/>
                <a:gd name="T12" fmla="*/ 0 w 85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54"/>
                <a:gd name="T23" fmla="*/ 85 w 85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54">
                  <a:moveTo>
                    <a:pt x="0" y="46"/>
                  </a:moveTo>
                  <a:lnTo>
                    <a:pt x="77" y="0"/>
                  </a:lnTo>
                  <a:lnTo>
                    <a:pt x="85" y="8"/>
                  </a:lnTo>
                  <a:lnTo>
                    <a:pt x="8" y="54"/>
                  </a:lnTo>
                  <a:lnTo>
                    <a:pt x="0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7" name="Freeform 307">
              <a:extLst>
                <a:ext uri="{FF2B5EF4-FFF2-40B4-BE49-F238E27FC236}">
                  <a16:creationId xmlns:a16="http://schemas.microsoft.com/office/drawing/2014/main" id="{C4E32966-AC67-4117-5227-C2F0876C7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401638" cy="36513"/>
            </a:xfrm>
            <a:custGeom>
              <a:avLst/>
              <a:gdLst>
                <a:gd name="T0" fmla="*/ 2147483647 w 253"/>
                <a:gd name="T1" fmla="*/ 2147483647 h 23"/>
                <a:gd name="T2" fmla="*/ 0 w 253"/>
                <a:gd name="T3" fmla="*/ 0 h 23"/>
                <a:gd name="T4" fmla="*/ 2147483647 w 253"/>
                <a:gd name="T5" fmla="*/ 2147483647 h 23"/>
                <a:gd name="T6" fmla="*/ 2147483647 w 253"/>
                <a:gd name="T7" fmla="*/ 2147483647 h 23"/>
                <a:gd name="T8" fmla="*/ 2147483647 w 253"/>
                <a:gd name="T9" fmla="*/ 2147483647 h 23"/>
                <a:gd name="T10" fmla="*/ 2147483647 w 253"/>
                <a:gd name="T11" fmla="*/ 214748364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"/>
                <a:gd name="T19" fmla="*/ 0 h 23"/>
                <a:gd name="T20" fmla="*/ 253 w 253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" h="23">
                  <a:moveTo>
                    <a:pt x="237" y="15"/>
                  </a:moveTo>
                  <a:lnTo>
                    <a:pt x="0" y="0"/>
                  </a:lnTo>
                  <a:lnTo>
                    <a:pt x="54" y="23"/>
                  </a:lnTo>
                  <a:lnTo>
                    <a:pt x="253" y="23"/>
                  </a:lnTo>
                  <a:lnTo>
                    <a:pt x="230" y="8"/>
                  </a:lnTo>
                  <a:lnTo>
                    <a:pt x="237" y="15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8" name="Freeform 308">
              <a:extLst>
                <a:ext uri="{FF2B5EF4-FFF2-40B4-BE49-F238E27FC236}">
                  <a16:creationId xmlns:a16="http://schemas.microsoft.com/office/drawing/2014/main" id="{9A6387A1-A53D-E51F-43FF-52D4E2A2E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376238" cy="49213"/>
            </a:xfrm>
            <a:custGeom>
              <a:avLst/>
              <a:gdLst>
                <a:gd name="T0" fmla="*/ 2147483647 w 237"/>
                <a:gd name="T1" fmla="*/ 2147483647 h 31"/>
                <a:gd name="T2" fmla="*/ 0 w 237"/>
                <a:gd name="T3" fmla="*/ 2147483647 h 31"/>
                <a:gd name="T4" fmla="*/ 0 w 237"/>
                <a:gd name="T5" fmla="*/ 0 h 31"/>
                <a:gd name="T6" fmla="*/ 0 w 237"/>
                <a:gd name="T7" fmla="*/ 0 h 31"/>
                <a:gd name="T8" fmla="*/ 2147483647 w 237"/>
                <a:gd name="T9" fmla="*/ 2147483647 h 31"/>
                <a:gd name="T10" fmla="*/ 2147483647 w 237"/>
                <a:gd name="T11" fmla="*/ 2147483647 h 31"/>
                <a:gd name="T12" fmla="*/ 2147483647 w 237"/>
                <a:gd name="T13" fmla="*/ 2147483647 h 31"/>
                <a:gd name="T14" fmla="*/ 2147483647 w 237"/>
                <a:gd name="T15" fmla="*/ 2147483647 h 31"/>
                <a:gd name="T16" fmla="*/ 0 w 237"/>
                <a:gd name="T17" fmla="*/ 2147483647 h 31"/>
                <a:gd name="T18" fmla="*/ 0 w 237"/>
                <a:gd name="T19" fmla="*/ 2147483647 h 31"/>
                <a:gd name="T20" fmla="*/ 0 w 237"/>
                <a:gd name="T21" fmla="*/ 0 h 31"/>
                <a:gd name="T22" fmla="*/ 2147483647 w 237"/>
                <a:gd name="T23" fmla="*/ 2147483647 h 31"/>
                <a:gd name="T24" fmla="*/ 2147483647 w 237"/>
                <a:gd name="T25" fmla="*/ 214748364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7"/>
                <a:gd name="T40" fmla="*/ 0 h 31"/>
                <a:gd name="T41" fmla="*/ 237 w 237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7" h="31">
                  <a:moveTo>
                    <a:pt x="237" y="23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4" y="23"/>
                  </a:lnTo>
                  <a:lnTo>
                    <a:pt x="54" y="31"/>
                  </a:lnTo>
                  <a:lnTo>
                    <a:pt x="0" y="8"/>
                  </a:lnTo>
                  <a:lnTo>
                    <a:pt x="0" y="0"/>
                  </a:lnTo>
                  <a:lnTo>
                    <a:pt x="237" y="15"/>
                  </a:lnTo>
                  <a:lnTo>
                    <a:pt x="237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9" name="Freeform 309">
              <a:extLst>
                <a:ext uri="{FF2B5EF4-FFF2-40B4-BE49-F238E27FC236}">
                  <a16:creationId xmlns:a16="http://schemas.microsoft.com/office/drawing/2014/main" id="{372AE59C-5603-89D0-6E52-941CADF5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850" y="1691034"/>
              <a:ext cx="352425" cy="12700"/>
            </a:xfrm>
            <a:custGeom>
              <a:avLst/>
              <a:gdLst>
                <a:gd name="T0" fmla="*/ 0 w 222"/>
                <a:gd name="T1" fmla="*/ 0 h 8"/>
                <a:gd name="T2" fmla="*/ 2147483647 w 222"/>
                <a:gd name="T3" fmla="*/ 0 h 8"/>
                <a:gd name="T4" fmla="*/ 2147483647 w 222"/>
                <a:gd name="T5" fmla="*/ 0 h 8"/>
                <a:gd name="T6" fmla="*/ 2147483647 w 222"/>
                <a:gd name="T7" fmla="*/ 2147483647 h 8"/>
                <a:gd name="T8" fmla="*/ 2147483647 w 222"/>
                <a:gd name="T9" fmla="*/ 2147483647 h 8"/>
                <a:gd name="T10" fmla="*/ 0 w 222"/>
                <a:gd name="T11" fmla="*/ 2147483647 h 8"/>
                <a:gd name="T12" fmla="*/ 0 w 22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2"/>
                <a:gd name="T22" fmla="*/ 0 h 8"/>
                <a:gd name="T23" fmla="*/ 222 w 222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2" h="8">
                  <a:moveTo>
                    <a:pt x="0" y="0"/>
                  </a:moveTo>
                  <a:lnTo>
                    <a:pt x="199" y="0"/>
                  </a:lnTo>
                  <a:lnTo>
                    <a:pt x="206" y="0"/>
                  </a:lnTo>
                  <a:lnTo>
                    <a:pt x="222" y="8"/>
                  </a:lnTo>
                  <a:lnTo>
                    <a:pt x="199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0" name="Freeform 310">
              <a:extLst>
                <a:ext uri="{FF2B5EF4-FFF2-40B4-BE49-F238E27FC236}">
                  <a16:creationId xmlns:a16="http://schemas.microsoft.com/office/drawing/2014/main" id="{2EFAF211-DC10-10DB-B5AE-C1ED7175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11113" cy="11113"/>
            </a:xfrm>
            <a:custGeom>
              <a:avLst/>
              <a:gdLst>
                <a:gd name="T0" fmla="*/ 0 w 7"/>
                <a:gd name="T1" fmla="*/ 2147483647 h 7"/>
                <a:gd name="T2" fmla="*/ 0 w 7"/>
                <a:gd name="T3" fmla="*/ 2147483647 h 7"/>
                <a:gd name="T4" fmla="*/ 2147483647 w 7"/>
                <a:gd name="T5" fmla="*/ 0 h 7"/>
                <a:gd name="T6" fmla="*/ 2147483647 w 7"/>
                <a:gd name="T7" fmla="*/ 0 h 7"/>
                <a:gd name="T8" fmla="*/ 0 w 7"/>
                <a:gd name="T9" fmla="*/ 214748364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0" y="7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1" name="Freeform 311">
              <a:extLst>
                <a:ext uri="{FF2B5EF4-FFF2-40B4-BE49-F238E27FC236}">
                  <a16:creationId xmlns:a16="http://schemas.microsoft.com/office/drawing/2014/main" id="{C63F2413-B31E-8ADA-B73F-83D6AC3C0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47625" cy="36513"/>
            </a:xfrm>
            <a:custGeom>
              <a:avLst/>
              <a:gdLst>
                <a:gd name="T0" fmla="*/ 2147483647 w 30"/>
                <a:gd name="T1" fmla="*/ 2147483647 h 23"/>
                <a:gd name="T2" fmla="*/ 2147483647 w 30"/>
                <a:gd name="T3" fmla="*/ 2147483647 h 23"/>
                <a:gd name="T4" fmla="*/ 2147483647 w 30"/>
                <a:gd name="T5" fmla="*/ 0 h 23"/>
                <a:gd name="T6" fmla="*/ 0 w 30"/>
                <a:gd name="T7" fmla="*/ 2147483647 h 23"/>
                <a:gd name="T8" fmla="*/ 2147483647 w 30"/>
                <a:gd name="T9" fmla="*/ 214748364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3" y="23"/>
                  </a:moveTo>
                  <a:lnTo>
                    <a:pt x="30" y="15"/>
                  </a:lnTo>
                  <a:lnTo>
                    <a:pt x="7" y="0"/>
                  </a:lnTo>
                  <a:lnTo>
                    <a:pt x="0" y="7"/>
                  </a:lnTo>
                  <a:lnTo>
                    <a:pt x="23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2" name="Freeform 312">
              <a:extLst>
                <a:ext uri="{FF2B5EF4-FFF2-40B4-BE49-F238E27FC236}">
                  <a16:creationId xmlns:a16="http://schemas.microsoft.com/office/drawing/2014/main" id="{4AA3A157-3E4B-953D-8E28-000A837D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09538" cy="146050"/>
            </a:xfrm>
            <a:custGeom>
              <a:avLst/>
              <a:gdLst>
                <a:gd name="T0" fmla="*/ 2147483647 w 69"/>
                <a:gd name="T1" fmla="*/ 0 h 92"/>
                <a:gd name="T2" fmla="*/ 2147483647 w 69"/>
                <a:gd name="T3" fmla="*/ 2147483647 h 92"/>
                <a:gd name="T4" fmla="*/ 2147483647 w 69"/>
                <a:gd name="T5" fmla="*/ 2147483647 h 92"/>
                <a:gd name="T6" fmla="*/ 0 w 69"/>
                <a:gd name="T7" fmla="*/ 0 h 92"/>
                <a:gd name="T8" fmla="*/ 2147483647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92"/>
                <a:gd name="T17" fmla="*/ 69 w 69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92">
                  <a:moveTo>
                    <a:pt x="7" y="0"/>
                  </a:moveTo>
                  <a:lnTo>
                    <a:pt x="69" y="92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3" name="Freeform 313">
              <a:extLst>
                <a:ext uri="{FF2B5EF4-FFF2-40B4-BE49-F238E27FC236}">
                  <a16:creationId xmlns:a16="http://schemas.microsoft.com/office/drawing/2014/main" id="{65A9761E-5506-B031-4E1E-B7A9503C4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20650" cy="158750"/>
            </a:xfrm>
            <a:custGeom>
              <a:avLst/>
              <a:gdLst>
                <a:gd name="T0" fmla="*/ 2147483647 w 76"/>
                <a:gd name="T1" fmla="*/ 0 h 100"/>
                <a:gd name="T2" fmla="*/ 2147483647 w 76"/>
                <a:gd name="T3" fmla="*/ 2147483647 h 100"/>
                <a:gd name="T4" fmla="*/ 2147483647 w 76"/>
                <a:gd name="T5" fmla="*/ 2147483647 h 100"/>
                <a:gd name="T6" fmla="*/ 2147483647 w 76"/>
                <a:gd name="T7" fmla="*/ 2147483647 h 100"/>
                <a:gd name="T8" fmla="*/ 2147483647 w 76"/>
                <a:gd name="T9" fmla="*/ 2147483647 h 100"/>
                <a:gd name="T10" fmla="*/ 2147483647 w 76"/>
                <a:gd name="T11" fmla="*/ 2147483647 h 100"/>
                <a:gd name="T12" fmla="*/ 2147483647 w 76"/>
                <a:gd name="T13" fmla="*/ 2147483647 h 100"/>
                <a:gd name="T14" fmla="*/ 0 w 76"/>
                <a:gd name="T15" fmla="*/ 0 h 100"/>
                <a:gd name="T16" fmla="*/ 0 w 76"/>
                <a:gd name="T17" fmla="*/ 0 h 100"/>
                <a:gd name="T18" fmla="*/ 0 w 76"/>
                <a:gd name="T19" fmla="*/ 0 h 100"/>
                <a:gd name="T20" fmla="*/ 2147483647 w 76"/>
                <a:gd name="T21" fmla="*/ 0 h 100"/>
                <a:gd name="T22" fmla="*/ 2147483647 w 76"/>
                <a:gd name="T23" fmla="*/ 2147483647 h 100"/>
                <a:gd name="T24" fmla="*/ 2147483647 w 76"/>
                <a:gd name="T25" fmla="*/ 2147483647 h 100"/>
                <a:gd name="T26" fmla="*/ 2147483647 w 76"/>
                <a:gd name="T27" fmla="*/ 2147483647 h 100"/>
                <a:gd name="T28" fmla="*/ 2147483647 w 76"/>
                <a:gd name="T29" fmla="*/ 2147483647 h 100"/>
                <a:gd name="T30" fmla="*/ 2147483647 w 76"/>
                <a:gd name="T31" fmla="*/ 2147483647 h 100"/>
                <a:gd name="T32" fmla="*/ 2147483647 w 76"/>
                <a:gd name="T33" fmla="*/ 2147483647 h 100"/>
                <a:gd name="T34" fmla="*/ 2147483647 w 76"/>
                <a:gd name="T35" fmla="*/ 2147483647 h 100"/>
                <a:gd name="T36" fmla="*/ 2147483647 w 76"/>
                <a:gd name="T37" fmla="*/ 0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"/>
                <a:gd name="T58" fmla="*/ 0 h 100"/>
                <a:gd name="T59" fmla="*/ 76 w 76"/>
                <a:gd name="T60" fmla="*/ 100 h 10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" h="100">
                  <a:moveTo>
                    <a:pt x="15" y="0"/>
                  </a:moveTo>
                  <a:lnTo>
                    <a:pt x="76" y="92"/>
                  </a:lnTo>
                  <a:lnTo>
                    <a:pt x="69" y="100"/>
                  </a:lnTo>
                  <a:lnTo>
                    <a:pt x="38" y="85"/>
                  </a:lnTo>
                  <a:lnTo>
                    <a:pt x="46" y="85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lnTo>
                    <a:pt x="46" y="77"/>
                  </a:lnTo>
                  <a:lnTo>
                    <a:pt x="38" y="77"/>
                  </a:lnTo>
                  <a:lnTo>
                    <a:pt x="69" y="92"/>
                  </a:lnTo>
                  <a:lnTo>
                    <a:pt x="69" y="100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4" name="Freeform 314">
              <a:extLst>
                <a:ext uri="{FF2B5EF4-FFF2-40B4-BE49-F238E27FC236}">
                  <a16:creationId xmlns:a16="http://schemas.microsoft.com/office/drawing/2014/main" id="{ACBBAC6A-70B7-34F3-5885-8EA02DD2A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2147483647 w 15"/>
                <a:gd name="T3" fmla="*/ 0 h 8"/>
                <a:gd name="T4" fmla="*/ 2147483647 w 15"/>
                <a:gd name="T5" fmla="*/ 0 h 8"/>
                <a:gd name="T6" fmla="*/ 2147483647 w 15"/>
                <a:gd name="T7" fmla="*/ 0 h 8"/>
                <a:gd name="T8" fmla="*/ 2147483647 w 15"/>
                <a:gd name="T9" fmla="*/ 2147483647 h 8"/>
                <a:gd name="T10" fmla="*/ 0 w 15"/>
                <a:gd name="T11" fmla="*/ 2147483647 h 8"/>
                <a:gd name="T12" fmla="*/ 0 w 1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8"/>
                <a:gd name="T23" fmla="*/ 15 w 15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5" y="0"/>
                  </a:lnTo>
                  <a:lnTo>
                    <a:pt x="7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5" name="Freeform 315">
              <a:extLst>
                <a:ext uri="{FF2B5EF4-FFF2-40B4-BE49-F238E27FC236}">
                  <a16:creationId xmlns:a16="http://schemas.microsoft.com/office/drawing/2014/main" id="{A167CBCD-2118-D180-EB66-053EC750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23813" cy="25400"/>
            </a:xfrm>
            <a:custGeom>
              <a:avLst/>
              <a:gdLst>
                <a:gd name="T0" fmla="*/ 0 w 15"/>
                <a:gd name="T1" fmla="*/ 2147483647 h 16"/>
                <a:gd name="T2" fmla="*/ 0 w 15"/>
                <a:gd name="T3" fmla="*/ 2147483647 h 16"/>
                <a:gd name="T4" fmla="*/ 2147483647 w 15"/>
                <a:gd name="T5" fmla="*/ 2147483647 h 16"/>
                <a:gd name="T6" fmla="*/ 2147483647 w 15"/>
                <a:gd name="T7" fmla="*/ 0 h 16"/>
                <a:gd name="T8" fmla="*/ 0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0" y="8"/>
                  </a:moveTo>
                  <a:lnTo>
                    <a:pt x="0" y="16"/>
                  </a:lnTo>
                  <a:lnTo>
                    <a:pt x="15" y="8"/>
                  </a:lnTo>
                  <a:lnTo>
                    <a:pt x="15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6" name="Freeform 316">
              <a:extLst>
                <a:ext uri="{FF2B5EF4-FFF2-40B4-BE49-F238E27FC236}">
                  <a16:creationId xmlns:a16="http://schemas.microsoft.com/office/drawing/2014/main" id="{32B3E5B8-33B6-2926-3B7A-A0F6D8DD2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1618009"/>
              <a:ext cx="73025" cy="73025"/>
            </a:xfrm>
            <a:custGeom>
              <a:avLst/>
              <a:gdLst>
                <a:gd name="T0" fmla="*/ 2147483647 w 46"/>
                <a:gd name="T1" fmla="*/ 2147483647 h 46"/>
                <a:gd name="T2" fmla="*/ 2147483647 w 46"/>
                <a:gd name="T3" fmla="*/ 2147483647 h 46"/>
                <a:gd name="T4" fmla="*/ 2147483647 w 46"/>
                <a:gd name="T5" fmla="*/ 2147483647 h 46"/>
                <a:gd name="T6" fmla="*/ 2147483647 w 46"/>
                <a:gd name="T7" fmla="*/ 2147483647 h 46"/>
                <a:gd name="T8" fmla="*/ 0 w 46"/>
                <a:gd name="T9" fmla="*/ 2147483647 h 46"/>
                <a:gd name="T10" fmla="*/ 2147483647 w 46"/>
                <a:gd name="T11" fmla="*/ 2147483647 h 46"/>
                <a:gd name="T12" fmla="*/ 0 w 46"/>
                <a:gd name="T13" fmla="*/ 0 h 46"/>
                <a:gd name="T14" fmla="*/ 0 w 46"/>
                <a:gd name="T15" fmla="*/ 0 h 46"/>
                <a:gd name="T16" fmla="*/ 2147483647 w 46"/>
                <a:gd name="T17" fmla="*/ 2147483647 h 46"/>
                <a:gd name="T18" fmla="*/ 2147483647 w 46"/>
                <a:gd name="T19" fmla="*/ 2147483647 h 46"/>
                <a:gd name="T20" fmla="*/ 2147483647 w 46"/>
                <a:gd name="T21" fmla="*/ 2147483647 h 46"/>
                <a:gd name="T22" fmla="*/ 2147483647 w 46"/>
                <a:gd name="T23" fmla="*/ 2147483647 h 46"/>
                <a:gd name="T24" fmla="*/ 2147483647 w 46"/>
                <a:gd name="T25" fmla="*/ 2147483647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6"/>
                <a:gd name="T41" fmla="*/ 46 w 46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6">
                  <a:moveTo>
                    <a:pt x="31" y="46"/>
                  </a:moveTo>
                  <a:lnTo>
                    <a:pt x="23" y="23"/>
                  </a:lnTo>
                  <a:lnTo>
                    <a:pt x="31" y="23"/>
                  </a:lnTo>
                  <a:lnTo>
                    <a:pt x="0" y="15"/>
                  </a:lnTo>
                  <a:lnTo>
                    <a:pt x="8" y="15"/>
                  </a:lnTo>
                  <a:lnTo>
                    <a:pt x="0" y="0"/>
                  </a:lnTo>
                  <a:lnTo>
                    <a:pt x="31" y="8"/>
                  </a:lnTo>
                  <a:lnTo>
                    <a:pt x="38" y="15"/>
                  </a:lnTo>
                  <a:lnTo>
                    <a:pt x="46" y="38"/>
                  </a:lnTo>
                  <a:lnTo>
                    <a:pt x="31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7" name="Freeform 317">
              <a:extLst>
                <a:ext uri="{FF2B5EF4-FFF2-40B4-BE49-F238E27FC236}">
                  <a16:creationId xmlns:a16="http://schemas.microsoft.com/office/drawing/2014/main" id="{C2904683-3640-3C1E-C2EA-4D5588D3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618009"/>
              <a:ext cx="61913" cy="36513"/>
            </a:xfrm>
            <a:custGeom>
              <a:avLst/>
              <a:gdLst>
                <a:gd name="T0" fmla="*/ 2147483647 w 39"/>
                <a:gd name="T1" fmla="*/ 2147483647 h 23"/>
                <a:gd name="T2" fmla="*/ 2147483647 w 39"/>
                <a:gd name="T3" fmla="*/ 2147483647 h 23"/>
                <a:gd name="T4" fmla="*/ 2147483647 w 39"/>
                <a:gd name="T5" fmla="*/ 2147483647 h 23"/>
                <a:gd name="T6" fmla="*/ 0 w 39"/>
                <a:gd name="T7" fmla="*/ 2147483647 h 23"/>
                <a:gd name="T8" fmla="*/ 2147483647 w 39"/>
                <a:gd name="T9" fmla="*/ 2147483647 h 23"/>
                <a:gd name="T10" fmla="*/ 2147483647 w 39"/>
                <a:gd name="T11" fmla="*/ 0 h 23"/>
                <a:gd name="T12" fmla="*/ 2147483647 w 39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"/>
                <a:gd name="T22" fmla="*/ 0 h 23"/>
                <a:gd name="T23" fmla="*/ 39 w 39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" h="23">
                  <a:moveTo>
                    <a:pt x="39" y="15"/>
                  </a:moveTo>
                  <a:lnTo>
                    <a:pt x="16" y="23"/>
                  </a:lnTo>
                  <a:lnTo>
                    <a:pt x="16" y="15"/>
                  </a:lnTo>
                  <a:lnTo>
                    <a:pt x="0" y="15"/>
                  </a:lnTo>
                  <a:lnTo>
                    <a:pt x="8" y="8"/>
                  </a:lnTo>
                  <a:lnTo>
                    <a:pt x="31" y="0"/>
                  </a:lnTo>
                  <a:lnTo>
                    <a:pt x="39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8" name="Rectangle 318">
              <a:extLst>
                <a:ext uri="{FF2B5EF4-FFF2-40B4-BE49-F238E27FC236}">
                  <a16:creationId xmlns:a16="http://schemas.microsoft.com/office/drawing/2014/main" id="{67FE29CE-D5A1-7E79-A6E2-73CF28716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1691034"/>
              <a:ext cx="238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19" name="Freeform 319">
              <a:extLst>
                <a:ext uri="{FF2B5EF4-FFF2-40B4-BE49-F238E27FC236}">
                  <a16:creationId xmlns:a16="http://schemas.microsoft.com/office/drawing/2014/main" id="{67F575C8-C33B-D95A-D32A-82C573A7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41822"/>
              <a:ext cx="36513" cy="49213"/>
            </a:xfrm>
            <a:custGeom>
              <a:avLst/>
              <a:gdLst>
                <a:gd name="T0" fmla="*/ 2147483647 w 23"/>
                <a:gd name="T1" fmla="*/ 0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0"/>
                  </a:moveTo>
                  <a:lnTo>
                    <a:pt x="7" y="0"/>
                  </a:lnTo>
                  <a:lnTo>
                    <a:pt x="0" y="31"/>
                  </a:lnTo>
                  <a:lnTo>
                    <a:pt x="15" y="31"/>
                  </a:lnTo>
                  <a:lnTo>
                    <a:pt x="23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0" name="Freeform 320">
              <a:extLst>
                <a:ext uri="{FF2B5EF4-FFF2-40B4-BE49-F238E27FC236}">
                  <a16:creationId xmlns:a16="http://schemas.microsoft.com/office/drawing/2014/main" id="{994D180F-B476-6642-73C9-5051C0933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1714847"/>
              <a:ext cx="23813" cy="25400"/>
            </a:xfrm>
            <a:custGeom>
              <a:avLst/>
              <a:gdLst>
                <a:gd name="T0" fmla="*/ 2147483647 w 15"/>
                <a:gd name="T1" fmla="*/ 0 h 16"/>
                <a:gd name="T2" fmla="*/ 2147483647 w 15"/>
                <a:gd name="T3" fmla="*/ 0 h 16"/>
                <a:gd name="T4" fmla="*/ 0 w 15"/>
                <a:gd name="T5" fmla="*/ 2147483647 h 16"/>
                <a:gd name="T6" fmla="*/ 2147483647 w 15"/>
                <a:gd name="T7" fmla="*/ 2147483647 h 16"/>
                <a:gd name="T8" fmla="*/ 2147483647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0"/>
                  </a:moveTo>
                  <a:lnTo>
                    <a:pt x="8" y="0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1" name="Freeform 321">
              <a:extLst>
                <a:ext uri="{FF2B5EF4-FFF2-40B4-BE49-F238E27FC236}">
                  <a16:creationId xmlns:a16="http://schemas.microsoft.com/office/drawing/2014/main" id="{B294FB55-CA05-74F6-2618-037B5262B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14847"/>
              <a:ext cx="47625" cy="36513"/>
            </a:xfrm>
            <a:custGeom>
              <a:avLst/>
              <a:gdLst>
                <a:gd name="T0" fmla="*/ 2147483647 w 30"/>
                <a:gd name="T1" fmla="*/ 0 h 23"/>
                <a:gd name="T2" fmla="*/ 0 w 30"/>
                <a:gd name="T3" fmla="*/ 2147483647 h 23"/>
                <a:gd name="T4" fmla="*/ 2147483647 w 30"/>
                <a:gd name="T5" fmla="*/ 2147483647 h 23"/>
                <a:gd name="T6" fmla="*/ 2147483647 w 30"/>
                <a:gd name="T7" fmla="*/ 2147483647 h 23"/>
                <a:gd name="T8" fmla="*/ 2147483647 w 30"/>
                <a:gd name="T9" fmla="*/ 2147483647 h 23"/>
                <a:gd name="T10" fmla="*/ 2147483647 w 30"/>
                <a:gd name="T11" fmla="*/ 2147483647 h 23"/>
                <a:gd name="T12" fmla="*/ 2147483647 w 3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23"/>
                <a:gd name="T23" fmla="*/ 30 w 30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23">
                  <a:moveTo>
                    <a:pt x="7" y="0"/>
                  </a:moveTo>
                  <a:lnTo>
                    <a:pt x="0" y="16"/>
                  </a:lnTo>
                  <a:lnTo>
                    <a:pt x="15" y="23"/>
                  </a:lnTo>
                  <a:lnTo>
                    <a:pt x="23" y="23"/>
                  </a:lnTo>
                  <a:lnTo>
                    <a:pt x="30" y="8"/>
                  </a:lnTo>
                  <a:lnTo>
                    <a:pt x="23" y="8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2" name="Freeform 322">
              <a:extLst>
                <a:ext uri="{FF2B5EF4-FFF2-40B4-BE49-F238E27FC236}">
                  <a16:creationId xmlns:a16="http://schemas.microsoft.com/office/drawing/2014/main" id="{52B606A9-79F7-05F5-3FDD-D80E4DA02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0 w 15"/>
                <a:gd name="T5" fmla="*/ 2147483647 h 16"/>
                <a:gd name="T6" fmla="*/ 0 w 15"/>
                <a:gd name="T7" fmla="*/ 0 h 16"/>
                <a:gd name="T8" fmla="*/ 2147483647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8"/>
                  </a:moveTo>
                  <a:lnTo>
                    <a:pt x="15" y="16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3" name="Freeform 323">
              <a:extLst>
                <a:ext uri="{FF2B5EF4-FFF2-40B4-BE49-F238E27FC236}">
                  <a16:creationId xmlns:a16="http://schemas.microsoft.com/office/drawing/2014/main" id="{73C789BE-9F64-42AE-AB69-C187C02B3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40247"/>
              <a:ext cx="36513" cy="47625"/>
            </a:xfrm>
            <a:custGeom>
              <a:avLst/>
              <a:gdLst>
                <a:gd name="T0" fmla="*/ 2147483647 w 23"/>
                <a:gd name="T1" fmla="*/ 2147483647 h 30"/>
                <a:gd name="T2" fmla="*/ 2147483647 w 23"/>
                <a:gd name="T3" fmla="*/ 0 h 30"/>
                <a:gd name="T4" fmla="*/ 0 w 23"/>
                <a:gd name="T5" fmla="*/ 2147483647 h 30"/>
                <a:gd name="T6" fmla="*/ 2147483647 w 23"/>
                <a:gd name="T7" fmla="*/ 2147483647 h 30"/>
                <a:gd name="T8" fmla="*/ 2147483647 w 23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0"/>
                <a:gd name="T17" fmla="*/ 23 w 2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0">
                  <a:moveTo>
                    <a:pt x="23" y="7"/>
                  </a:moveTo>
                  <a:lnTo>
                    <a:pt x="7" y="0"/>
                  </a:lnTo>
                  <a:lnTo>
                    <a:pt x="0" y="22"/>
                  </a:lnTo>
                  <a:lnTo>
                    <a:pt x="15" y="30"/>
                  </a:lnTo>
                  <a:lnTo>
                    <a:pt x="23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4" name="Freeform 324">
              <a:extLst>
                <a:ext uri="{FF2B5EF4-FFF2-40B4-BE49-F238E27FC236}">
                  <a16:creationId xmlns:a16="http://schemas.microsoft.com/office/drawing/2014/main" id="{B3AAF6B8-010D-EC93-8C02-9D311FB2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5" y="1691034"/>
              <a:ext cx="25400" cy="23813"/>
            </a:xfrm>
            <a:custGeom>
              <a:avLst/>
              <a:gdLst>
                <a:gd name="T0" fmla="*/ 0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0 h 15"/>
                <a:gd name="T6" fmla="*/ 2147483647 w 16"/>
                <a:gd name="T7" fmla="*/ 0 h 15"/>
                <a:gd name="T8" fmla="*/ 0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0" y="15"/>
                  </a:moveTo>
                  <a:lnTo>
                    <a:pt x="8" y="15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5" name="Freeform 325">
              <a:extLst>
                <a:ext uri="{FF2B5EF4-FFF2-40B4-BE49-F238E27FC236}">
                  <a16:creationId xmlns:a16="http://schemas.microsoft.com/office/drawing/2014/main" id="{00CECF43-CF03-A901-1CCF-FB591C484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300" y="1678334"/>
              <a:ext cx="60325" cy="36513"/>
            </a:xfrm>
            <a:custGeom>
              <a:avLst/>
              <a:gdLst>
                <a:gd name="T0" fmla="*/ 2147483647 w 38"/>
                <a:gd name="T1" fmla="*/ 2147483647 h 23"/>
                <a:gd name="T2" fmla="*/ 2147483647 w 38"/>
                <a:gd name="T3" fmla="*/ 2147483647 h 23"/>
                <a:gd name="T4" fmla="*/ 2147483647 w 38"/>
                <a:gd name="T5" fmla="*/ 0 h 23"/>
                <a:gd name="T6" fmla="*/ 0 w 38"/>
                <a:gd name="T7" fmla="*/ 0 h 23"/>
                <a:gd name="T8" fmla="*/ 0 w 38"/>
                <a:gd name="T9" fmla="*/ 2147483647 h 23"/>
                <a:gd name="T10" fmla="*/ 2147483647 w 38"/>
                <a:gd name="T11" fmla="*/ 2147483647 h 23"/>
                <a:gd name="T12" fmla="*/ 2147483647 w 38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23"/>
                <a:gd name="T23" fmla="*/ 38 w 38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23">
                  <a:moveTo>
                    <a:pt x="30" y="23"/>
                  </a:moveTo>
                  <a:lnTo>
                    <a:pt x="38" y="8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16"/>
                  </a:lnTo>
                  <a:lnTo>
                    <a:pt x="3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6" name="Freeform 326">
              <a:extLst>
                <a:ext uri="{FF2B5EF4-FFF2-40B4-BE49-F238E27FC236}">
                  <a16:creationId xmlns:a16="http://schemas.microsoft.com/office/drawing/2014/main" id="{E3A392F1-A019-AF87-BD9C-ED50A7440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727547"/>
              <a:ext cx="23813" cy="23813"/>
            </a:xfrm>
            <a:custGeom>
              <a:avLst/>
              <a:gdLst>
                <a:gd name="T0" fmla="*/ 2147483647 w 15"/>
                <a:gd name="T1" fmla="*/ 2147483647 h 15"/>
                <a:gd name="T2" fmla="*/ 2147483647 w 15"/>
                <a:gd name="T3" fmla="*/ 2147483647 h 15"/>
                <a:gd name="T4" fmla="*/ 0 w 15"/>
                <a:gd name="T5" fmla="*/ 2147483647 h 15"/>
                <a:gd name="T6" fmla="*/ 0 w 15"/>
                <a:gd name="T7" fmla="*/ 0 h 15"/>
                <a:gd name="T8" fmla="*/ 2147483647 w 15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5"/>
                <a:gd name="T17" fmla="*/ 15 w 1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5">
                  <a:moveTo>
                    <a:pt x="15" y="8"/>
                  </a:moveTo>
                  <a:lnTo>
                    <a:pt x="15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7" name="Freeform 327">
              <a:extLst>
                <a:ext uri="{FF2B5EF4-FFF2-40B4-BE49-F238E27FC236}">
                  <a16:creationId xmlns:a16="http://schemas.microsoft.com/office/drawing/2014/main" id="{1EA91AC4-89DC-21C7-3D43-21021AA98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691034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8"/>
                  </a:moveTo>
                  <a:lnTo>
                    <a:pt x="8" y="0"/>
                  </a:lnTo>
                  <a:lnTo>
                    <a:pt x="0" y="23"/>
                  </a:lnTo>
                  <a:lnTo>
                    <a:pt x="15" y="31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8" name="Rectangle 328">
              <a:extLst>
                <a:ext uri="{FF2B5EF4-FFF2-40B4-BE49-F238E27FC236}">
                  <a16:creationId xmlns:a16="http://schemas.microsoft.com/office/drawing/2014/main" id="{DA237948-8F7C-40B4-713A-87F68FA57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775" y="1302097"/>
              <a:ext cx="6778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SYSTEM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29" name="Freeform 329">
              <a:extLst>
                <a:ext uri="{FF2B5EF4-FFF2-40B4-BE49-F238E27FC236}">
                  <a16:creationId xmlns:a16="http://schemas.microsoft.com/office/drawing/2014/main" id="{139DF460-A8AA-B0C9-8C5D-AE68849EE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613" y="1205259"/>
              <a:ext cx="6583363" cy="4598988"/>
            </a:xfrm>
            <a:custGeom>
              <a:avLst/>
              <a:gdLst>
                <a:gd name="T0" fmla="*/ 2147483647 w 4147"/>
                <a:gd name="T1" fmla="*/ 2147483647 h 2897"/>
                <a:gd name="T2" fmla="*/ 2147483647 w 4147"/>
                <a:gd name="T3" fmla="*/ 2147483647 h 2897"/>
                <a:gd name="T4" fmla="*/ 2147483647 w 4147"/>
                <a:gd name="T5" fmla="*/ 2147483647 h 2897"/>
                <a:gd name="T6" fmla="*/ 2147483647 w 4147"/>
                <a:gd name="T7" fmla="*/ 2147483647 h 2897"/>
                <a:gd name="T8" fmla="*/ 2147483647 w 4147"/>
                <a:gd name="T9" fmla="*/ 2147483647 h 2897"/>
                <a:gd name="T10" fmla="*/ 2147483647 w 4147"/>
                <a:gd name="T11" fmla="*/ 2147483647 h 2897"/>
                <a:gd name="T12" fmla="*/ 2147483647 w 4147"/>
                <a:gd name="T13" fmla="*/ 2147483647 h 2897"/>
                <a:gd name="T14" fmla="*/ 2147483647 w 4147"/>
                <a:gd name="T15" fmla="*/ 2147483647 h 2897"/>
                <a:gd name="T16" fmla="*/ 2147483647 w 4147"/>
                <a:gd name="T17" fmla="*/ 2147483647 h 2897"/>
                <a:gd name="T18" fmla="*/ 2147483647 w 4147"/>
                <a:gd name="T19" fmla="*/ 2147483647 h 2897"/>
                <a:gd name="T20" fmla="*/ 2147483647 w 4147"/>
                <a:gd name="T21" fmla="*/ 2147483647 h 2897"/>
                <a:gd name="T22" fmla="*/ 2147483647 w 4147"/>
                <a:gd name="T23" fmla="*/ 2147483647 h 2897"/>
                <a:gd name="T24" fmla="*/ 2147483647 w 4147"/>
                <a:gd name="T25" fmla="*/ 2147483647 h 2897"/>
                <a:gd name="T26" fmla="*/ 2147483647 w 4147"/>
                <a:gd name="T27" fmla="*/ 2147483647 h 2897"/>
                <a:gd name="T28" fmla="*/ 2147483647 w 4147"/>
                <a:gd name="T29" fmla="*/ 2147483647 h 2897"/>
                <a:gd name="T30" fmla="*/ 2147483647 w 4147"/>
                <a:gd name="T31" fmla="*/ 2147483647 h 2897"/>
                <a:gd name="T32" fmla="*/ 2147483647 w 4147"/>
                <a:gd name="T33" fmla="*/ 2147483647 h 2897"/>
                <a:gd name="T34" fmla="*/ 2147483647 w 4147"/>
                <a:gd name="T35" fmla="*/ 2147483647 h 2897"/>
                <a:gd name="T36" fmla="*/ 2147483647 w 4147"/>
                <a:gd name="T37" fmla="*/ 2147483647 h 2897"/>
                <a:gd name="T38" fmla="*/ 2147483647 w 4147"/>
                <a:gd name="T39" fmla="*/ 2147483647 h 2897"/>
                <a:gd name="T40" fmla="*/ 2147483647 w 4147"/>
                <a:gd name="T41" fmla="*/ 2147483647 h 2897"/>
                <a:gd name="T42" fmla="*/ 2147483647 w 4147"/>
                <a:gd name="T43" fmla="*/ 2147483647 h 2897"/>
                <a:gd name="T44" fmla="*/ 2147483647 w 4147"/>
                <a:gd name="T45" fmla="*/ 2147483647 h 2897"/>
                <a:gd name="T46" fmla="*/ 2147483647 w 4147"/>
                <a:gd name="T47" fmla="*/ 2147483647 h 2897"/>
                <a:gd name="T48" fmla="*/ 2147483647 w 4147"/>
                <a:gd name="T49" fmla="*/ 0 h 2897"/>
                <a:gd name="T50" fmla="*/ 2147483647 w 4147"/>
                <a:gd name="T51" fmla="*/ 0 h 2897"/>
                <a:gd name="T52" fmla="*/ 2147483647 w 4147"/>
                <a:gd name="T53" fmla="*/ 2147483647 h 2897"/>
                <a:gd name="T54" fmla="*/ 2147483647 w 4147"/>
                <a:gd name="T55" fmla="*/ 2147483647 h 2897"/>
                <a:gd name="T56" fmla="*/ 2147483647 w 4147"/>
                <a:gd name="T57" fmla="*/ 2147483647 h 2897"/>
                <a:gd name="T58" fmla="*/ 2147483647 w 4147"/>
                <a:gd name="T59" fmla="*/ 2147483647 h 2897"/>
                <a:gd name="T60" fmla="*/ 2147483647 w 4147"/>
                <a:gd name="T61" fmla="*/ 2147483647 h 2897"/>
                <a:gd name="T62" fmla="*/ 2147483647 w 4147"/>
                <a:gd name="T63" fmla="*/ 2147483647 h 2897"/>
                <a:gd name="T64" fmla="*/ 2147483647 w 4147"/>
                <a:gd name="T65" fmla="*/ 2147483647 h 2897"/>
                <a:gd name="T66" fmla="*/ 2147483647 w 4147"/>
                <a:gd name="T67" fmla="*/ 2147483647 h 2897"/>
                <a:gd name="T68" fmla="*/ 2147483647 w 4147"/>
                <a:gd name="T69" fmla="*/ 2147483647 h 2897"/>
                <a:gd name="T70" fmla="*/ 2147483647 w 4147"/>
                <a:gd name="T71" fmla="*/ 2147483647 h 2897"/>
                <a:gd name="T72" fmla="*/ 2147483647 w 4147"/>
                <a:gd name="T73" fmla="*/ 2147483647 h 2897"/>
                <a:gd name="T74" fmla="*/ 2147483647 w 4147"/>
                <a:gd name="T75" fmla="*/ 2147483647 h 2897"/>
                <a:gd name="T76" fmla="*/ 2147483647 w 4147"/>
                <a:gd name="T77" fmla="*/ 2147483647 h 2897"/>
                <a:gd name="T78" fmla="*/ 2147483647 w 4147"/>
                <a:gd name="T79" fmla="*/ 2147483647 h 2897"/>
                <a:gd name="T80" fmla="*/ 2147483647 w 4147"/>
                <a:gd name="T81" fmla="*/ 2147483647 h 2897"/>
                <a:gd name="T82" fmla="*/ 0 w 4147"/>
                <a:gd name="T83" fmla="*/ 2147483647 h 2897"/>
                <a:gd name="T84" fmla="*/ 0 w 4147"/>
                <a:gd name="T85" fmla="*/ 2147483647 h 2897"/>
                <a:gd name="T86" fmla="*/ 0 w 4147"/>
                <a:gd name="T87" fmla="*/ 2147483647 h 2897"/>
                <a:gd name="T88" fmla="*/ 2147483647 w 4147"/>
                <a:gd name="T89" fmla="*/ 2147483647 h 2897"/>
                <a:gd name="T90" fmla="*/ 2147483647 w 4147"/>
                <a:gd name="T91" fmla="*/ 2147483647 h 2897"/>
                <a:gd name="T92" fmla="*/ 2147483647 w 4147"/>
                <a:gd name="T93" fmla="*/ 2147483647 h 2897"/>
                <a:gd name="T94" fmla="*/ 2147483647 w 4147"/>
                <a:gd name="T95" fmla="*/ 0 h 289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47"/>
                <a:gd name="T145" fmla="*/ 0 h 2897"/>
                <a:gd name="T146" fmla="*/ 4147 w 4147"/>
                <a:gd name="T147" fmla="*/ 2897 h 289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47" h="2897">
                  <a:moveTo>
                    <a:pt x="145" y="16"/>
                  </a:moveTo>
                  <a:lnTo>
                    <a:pt x="91" y="23"/>
                  </a:lnTo>
                  <a:lnTo>
                    <a:pt x="99" y="23"/>
                  </a:lnTo>
                  <a:lnTo>
                    <a:pt x="53" y="54"/>
                  </a:lnTo>
                  <a:lnTo>
                    <a:pt x="23" y="92"/>
                  </a:lnTo>
                  <a:lnTo>
                    <a:pt x="23" y="84"/>
                  </a:lnTo>
                  <a:lnTo>
                    <a:pt x="15" y="145"/>
                  </a:lnTo>
                  <a:lnTo>
                    <a:pt x="15" y="1445"/>
                  </a:lnTo>
                  <a:lnTo>
                    <a:pt x="15" y="2752"/>
                  </a:lnTo>
                  <a:lnTo>
                    <a:pt x="23" y="2805"/>
                  </a:lnTo>
                  <a:lnTo>
                    <a:pt x="53" y="2851"/>
                  </a:lnTo>
                  <a:lnTo>
                    <a:pt x="53" y="2844"/>
                  </a:lnTo>
                  <a:lnTo>
                    <a:pt x="99" y="2874"/>
                  </a:lnTo>
                  <a:lnTo>
                    <a:pt x="91" y="2874"/>
                  </a:lnTo>
                  <a:lnTo>
                    <a:pt x="145" y="2882"/>
                  </a:lnTo>
                  <a:lnTo>
                    <a:pt x="2073" y="2882"/>
                  </a:lnTo>
                  <a:lnTo>
                    <a:pt x="4002" y="2882"/>
                  </a:lnTo>
                  <a:lnTo>
                    <a:pt x="4055" y="2874"/>
                  </a:lnTo>
                  <a:lnTo>
                    <a:pt x="4101" y="2844"/>
                  </a:lnTo>
                  <a:lnTo>
                    <a:pt x="4094" y="2851"/>
                  </a:lnTo>
                  <a:lnTo>
                    <a:pt x="4124" y="2805"/>
                  </a:lnTo>
                  <a:lnTo>
                    <a:pt x="4132" y="2752"/>
                  </a:lnTo>
                  <a:lnTo>
                    <a:pt x="4132" y="1445"/>
                  </a:lnTo>
                  <a:lnTo>
                    <a:pt x="4132" y="145"/>
                  </a:lnTo>
                  <a:lnTo>
                    <a:pt x="4124" y="84"/>
                  </a:lnTo>
                  <a:lnTo>
                    <a:pt x="4124" y="92"/>
                  </a:lnTo>
                  <a:lnTo>
                    <a:pt x="4094" y="54"/>
                  </a:lnTo>
                  <a:lnTo>
                    <a:pt x="4101" y="54"/>
                  </a:lnTo>
                  <a:lnTo>
                    <a:pt x="4055" y="23"/>
                  </a:lnTo>
                  <a:lnTo>
                    <a:pt x="4002" y="16"/>
                  </a:lnTo>
                  <a:lnTo>
                    <a:pt x="2073" y="16"/>
                  </a:lnTo>
                  <a:lnTo>
                    <a:pt x="145" y="16"/>
                  </a:lnTo>
                  <a:lnTo>
                    <a:pt x="145" y="0"/>
                  </a:lnTo>
                  <a:lnTo>
                    <a:pt x="2073" y="0"/>
                  </a:lnTo>
                  <a:lnTo>
                    <a:pt x="4002" y="0"/>
                  </a:lnTo>
                  <a:lnTo>
                    <a:pt x="4055" y="8"/>
                  </a:lnTo>
                  <a:lnTo>
                    <a:pt x="4063" y="8"/>
                  </a:lnTo>
                  <a:lnTo>
                    <a:pt x="4109" y="38"/>
                  </a:lnTo>
                  <a:lnTo>
                    <a:pt x="4109" y="46"/>
                  </a:lnTo>
                  <a:lnTo>
                    <a:pt x="4139" y="84"/>
                  </a:lnTo>
                  <a:lnTo>
                    <a:pt x="4147" y="145"/>
                  </a:lnTo>
                  <a:lnTo>
                    <a:pt x="4147" y="1445"/>
                  </a:lnTo>
                  <a:lnTo>
                    <a:pt x="4147" y="2752"/>
                  </a:lnTo>
                  <a:lnTo>
                    <a:pt x="4139" y="2805"/>
                  </a:lnTo>
                  <a:lnTo>
                    <a:pt x="4139" y="2813"/>
                  </a:lnTo>
                  <a:lnTo>
                    <a:pt x="4109" y="2859"/>
                  </a:lnTo>
                  <a:lnTo>
                    <a:pt x="4063" y="2889"/>
                  </a:lnTo>
                  <a:lnTo>
                    <a:pt x="4055" y="2889"/>
                  </a:lnTo>
                  <a:lnTo>
                    <a:pt x="4002" y="2897"/>
                  </a:lnTo>
                  <a:lnTo>
                    <a:pt x="2073" y="2897"/>
                  </a:lnTo>
                  <a:lnTo>
                    <a:pt x="145" y="2897"/>
                  </a:lnTo>
                  <a:lnTo>
                    <a:pt x="91" y="2889"/>
                  </a:lnTo>
                  <a:lnTo>
                    <a:pt x="46" y="2859"/>
                  </a:lnTo>
                  <a:lnTo>
                    <a:pt x="38" y="2859"/>
                  </a:lnTo>
                  <a:lnTo>
                    <a:pt x="7" y="2813"/>
                  </a:lnTo>
                  <a:lnTo>
                    <a:pt x="7" y="2805"/>
                  </a:lnTo>
                  <a:lnTo>
                    <a:pt x="0" y="2752"/>
                  </a:lnTo>
                  <a:lnTo>
                    <a:pt x="0" y="1445"/>
                  </a:lnTo>
                  <a:lnTo>
                    <a:pt x="0" y="145"/>
                  </a:lnTo>
                  <a:lnTo>
                    <a:pt x="7" y="84"/>
                  </a:lnTo>
                  <a:lnTo>
                    <a:pt x="38" y="46"/>
                  </a:lnTo>
                  <a:lnTo>
                    <a:pt x="46" y="38"/>
                  </a:lnTo>
                  <a:lnTo>
                    <a:pt x="91" y="8"/>
                  </a:lnTo>
                  <a:lnTo>
                    <a:pt x="145" y="0"/>
                  </a:lnTo>
                  <a:lnTo>
                    <a:pt x="145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0" name="Freeform 330">
              <a:extLst>
                <a:ext uri="{FF2B5EF4-FFF2-40B4-BE49-F238E27FC236}">
                  <a16:creationId xmlns:a16="http://schemas.microsoft.com/office/drawing/2014/main" id="{5AB5CFD6-F787-80F8-C69A-A48A69EDC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1205259"/>
              <a:ext cx="1588" cy="25400"/>
            </a:xfrm>
            <a:custGeom>
              <a:avLst/>
              <a:gdLst>
                <a:gd name="T0" fmla="*/ 0 w 1"/>
                <a:gd name="T1" fmla="*/ 2147483647 h 16"/>
                <a:gd name="T2" fmla="*/ 0 w 1"/>
                <a:gd name="T3" fmla="*/ 2147483647 h 16"/>
                <a:gd name="T4" fmla="*/ 0 w 1"/>
                <a:gd name="T5" fmla="*/ 2147483647 h 16"/>
                <a:gd name="T6" fmla="*/ 0 w 1"/>
                <a:gd name="T7" fmla="*/ 0 h 16"/>
                <a:gd name="T8" fmla="*/ 0 w 1"/>
                <a:gd name="T9" fmla="*/ 0 h 16"/>
                <a:gd name="T10" fmla="*/ 0 w 1"/>
                <a:gd name="T11" fmla="*/ 0 h 16"/>
                <a:gd name="T12" fmla="*/ 0 w 1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16"/>
                <a:gd name="T23" fmla="*/ 1 w 1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16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1" name="Freeform 331">
              <a:extLst>
                <a:ext uri="{FF2B5EF4-FFF2-40B4-BE49-F238E27FC236}">
                  <a16:creationId xmlns:a16="http://schemas.microsoft.com/office/drawing/2014/main" id="{D91BD1DE-B640-1AF3-E430-7011A848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2321272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2" name="Freeform 332">
              <a:extLst>
                <a:ext uri="{FF2B5EF4-FFF2-40B4-BE49-F238E27FC236}">
                  <a16:creationId xmlns:a16="http://schemas.microsoft.com/office/drawing/2014/main" id="{5B3F0D30-7C9B-6E72-6475-55A9A604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3207097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3" name="Freeform 333">
              <a:extLst>
                <a:ext uri="{FF2B5EF4-FFF2-40B4-BE49-F238E27FC236}">
                  <a16:creationId xmlns:a16="http://schemas.microsoft.com/office/drawing/2014/main" id="{5B13678D-E5D9-FEBB-7263-0C7196D6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52425" cy="849313"/>
            </a:xfrm>
            <a:custGeom>
              <a:avLst/>
              <a:gdLst>
                <a:gd name="T0" fmla="*/ 0 w 222"/>
                <a:gd name="T1" fmla="*/ 0 h 535"/>
                <a:gd name="T2" fmla="*/ 0 w 222"/>
                <a:gd name="T3" fmla="*/ 2147483647 h 535"/>
                <a:gd name="T4" fmla="*/ 2147483647 w 222"/>
                <a:gd name="T5" fmla="*/ 2147483647 h 535"/>
                <a:gd name="T6" fmla="*/ 0 w 222"/>
                <a:gd name="T7" fmla="*/ 2147483647 h 535"/>
                <a:gd name="T8" fmla="*/ 0 w 222"/>
                <a:gd name="T9" fmla="*/ 2147483647 h 535"/>
                <a:gd name="T10" fmla="*/ 2147483647 w 222"/>
                <a:gd name="T11" fmla="*/ 2147483647 h 535"/>
                <a:gd name="T12" fmla="*/ 2147483647 w 222"/>
                <a:gd name="T13" fmla="*/ 2147483647 h 535"/>
                <a:gd name="T14" fmla="*/ 0 w 222"/>
                <a:gd name="T15" fmla="*/ 0 h 5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2"/>
                <a:gd name="T25" fmla="*/ 0 h 535"/>
                <a:gd name="T26" fmla="*/ 222 w 222"/>
                <a:gd name="T27" fmla="*/ 535 h 5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2" h="535">
                  <a:moveTo>
                    <a:pt x="0" y="0"/>
                  </a:moveTo>
                  <a:lnTo>
                    <a:pt x="0" y="199"/>
                  </a:lnTo>
                  <a:lnTo>
                    <a:pt x="115" y="268"/>
                  </a:lnTo>
                  <a:lnTo>
                    <a:pt x="0" y="336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4" name="Freeform 334">
              <a:extLst>
                <a:ext uri="{FF2B5EF4-FFF2-40B4-BE49-F238E27FC236}">
                  <a16:creationId xmlns:a16="http://schemas.microsoft.com/office/drawing/2014/main" id="{C0729DB8-029C-E9DB-A29F-68C30DB8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63538" cy="873125"/>
            </a:xfrm>
            <a:custGeom>
              <a:avLst/>
              <a:gdLst>
                <a:gd name="T0" fmla="*/ 2147483647 w 229"/>
                <a:gd name="T1" fmla="*/ 0 h 550"/>
                <a:gd name="T2" fmla="*/ 2147483647 w 229"/>
                <a:gd name="T3" fmla="*/ 2147483647 h 550"/>
                <a:gd name="T4" fmla="*/ 0 w 229"/>
                <a:gd name="T5" fmla="*/ 2147483647 h 550"/>
                <a:gd name="T6" fmla="*/ 2147483647 w 229"/>
                <a:gd name="T7" fmla="*/ 2147483647 h 550"/>
                <a:gd name="T8" fmla="*/ 2147483647 w 229"/>
                <a:gd name="T9" fmla="*/ 2147483647 h 550"/>
                <a:gd name="T10" fmla="*/ 2147483647 w 229"/>
                <a:gd name="T11" fmla="*/ 2147483647 h 550"/>
                <a:gd name="T12" fmla="*/ 2147483647 w 229"/>
                <a:gd name="T13" fmla="*/ 2147483647 h 550"/>
                <a:gd name="T14" fmla="*/ 2147483647 w 229"/>
                <a:gd name="T15" fmla="*/ 2147483647 h 550"/>
                <a:gd name="T16" fmla="*/ 0 w 229"/>
                <a:gd name="T17" fmla="*/ 2147483647 h 550"/>
                <a:gd name="T18" fmla="*/ 2147483647 w 229"/>
                <a:gd name="T19" fmla="*/ 2147483647 h 550"/>
                <a:gd name="T20" fmla="*/ 2147483647 w 229"/>
                <a:gd name="T21" fmla="*/ 2147483647 h 550"/>
                <a:gd name="T22" fmla="*/ 2147483647 w 229"/>
                <a:gd name="T23" fmla="*/ 2147483647 h 550"/>
                <a:gd name="T24" fmla="*/ 0 w 229"/>
                <a:gd name="T25" fmla="*/ 2147483647 h 550"/>
                <a:gd name="T26" fmla="*/ 2147483647 w 229"/>
                <a:gd name="T27" fmla="*/ 2147483647 h 550"/>
                <a:gd name="T28" fmla="*/ 2147483647 w 229"/>
                <a:gd name="T29" fmla="*/ 2147483647 h 550"/>
                <a:gd name="T30" fmla="*/ 2147483647 w 229"/>
                <a:gd name="T31" fmla="*/ 2147483647 h 550"/>
                <a:gd name="T32" fmla="*/ 2147483647 w 229"/>
                <a:gd name="T33" fmla="*/ 2147483647 h 550"/>
                <a:gd name="T34" fmla="*/ 2147483647 w 229"/>
                <a:gd name="T35" fmla="*/ 2147483647 h 550"/>
                <a:gd name="T36" fmla="*/ 2147483647 w 229"/>
                <a:gd name="T37" fmla="*/ 2147483647 h 550"/>
                <a:gd name="T38" fmla="*/ 2147483647 w 229"/>
                <a:gd name="T39" fmla="*/ 2147483647 h 550"/>
                <a:gd name="T40" fmla="*/ 2147483647 w 229"/>
                <a:gd name="T41" fmla="*/ 2147483647 h 550"/>
                <a:gd name="T42" fmla="*/ 2147483647 w 229"/>
                <a:gd name="T43" fmla="*/ 2147483647 h 550"/>
                <a:gd name="T44" fmla="*/ 2147483647 w 229"/>
                <a:gd name="T45" fmla="*/ 2147483647 h 550"/>
                <a:gd name="T46" fmla="*/ 2147483647 w 229"/>
                <a:gd name="T47" fmla="*/ 2147483647 h 550"/>
                <a:gd name="T48" fmla="*/ 0 w 229"/>
                <a:gd name="T49" fmla="*/ 2147483647 h 550"/>
                <a:gd name="T50" fmla="*/ 0 w 229"/>
                <a:gd name="T51" fmla="*/ 2147483647 h 550"/>
                <a:gd name="T52" fmla="*/ 0 w 229"/>
                <a:gd name="T53" fmla="*/ 2147483647 h 550"/>
                <a:gd name="T54" fmla="*/ 0 w 229"/>
                <a:gd name="T55" fmla="*/ 2147483647 h 550"/>
                <a:gd name="T56" fmla="*/ 0 w 229"/>
                <a:gd name="T57" fmla="*/ 2147483647 h 550"/>
                <a:gd name="T58" fmla="*/ 2147483647 w 229"/>
                <a:gd name="T59" fmla="*/ 2147483647 h 550"/>
                <a:gd name="T60" fmla="*/ 2147483647 w 229"/>
                <a:gd name="T61" fmla="*/ 2147483647 h 550"/>
                <a:gd name="T62" fmla="*/ 2147483647 w 229"/>
                <a:gd name="T63" fmla="*/ 2147483647 h 550"/>
                <a:gd name="T64" fmla="*/ 0 w 229"/>
                <a:gd name="T65" fmla="*/ 2147483647 h 550"/>
                <a:gd name="T66" fmla="*/ 0 w 229"/>
                <a:gd name="T67" fmla="*/ 2147483647 h 550"/>
                <a:gd name="T68" fmla="*/ 0 w 229"/>
                <a:gd name="T69" fmla="*/ 2147483647 h 550"/>
                <a:gd name="T70" fmla="*/ 0 w 229"/>
                <a:gd name="T71" fmla="*/ 0 h 550"/>
                <a:gd name="T72" fmla="*/ 2147483647 w 229"/>
                <a:gd name="T73" fmla="*/ 0 h 5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550"/>
                <a:gd name="T113" fmla="*/ 229 w 229"/>
                <a:gd name="T114" fmla="*/ 550 h 5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550">
                  <a:moveTo>
                    <a:pt x="7" y="0"/>
                  </a:moveTo>
                  <a:lnTo>
                    <a:pt x="7" y="199"/>
                  </a:lnTo>
                  <a:lnTo>
                    <a:pt x="0" y="207"/>
                  </a:lnTo>
                  <a:lnTo>
                    <a:pt x="7" y="199"/>
                  </a:lnTo>
                  <a:lnTo>
                    <a:pt x="122" y="268"/>
                  </a:lnTo>
                  <a:lnTo>
                    <a:pt x="138" y="268"/>
                  </a:lnTo>
                  <a:lnTo>
                    <a:pt x="122" y="275"/>
                  </a:lnTo>
                  <a:lnTo>
                    <a:pt x="7" y="344"/>
                  </a:lnTo>
                  <a:lnTo>
                    <a:pt x="0" y="336"/>
                  </a:lnTo>
                  <a:lnTo>
                    <a:pt x="7" y="336"/>
                  </a:lnTo>
                  <a:lnTo>
                    <a:pt x="7" y="535"/>
                  </a:lnTo>
                  <a:lnTo>
                    <a:pt x="7" y="543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9" y="40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229" y="138"/>
                  </a:lnTo>
                  <a:lnTo>
                    <a:pt x="229" y="405"/>
                  </a:lnTo>
                  <a:lnTo>
                    <a:pt x="229" y="413"/>
                  </a:lnTo>
                  <a:lnTo>
                    <a:pt x="7" y="543"/>
                  </a:lnTo>
                  <a:lnTo>
                    <a:pt x="0" y="550"/>
                  </a:lnTo>
                  <a:lnTo>
                    <a:pt x="0" y="535"/>
                  </a:lnTo>
                  <a:lnTo>
                    <a:pt x="0" y="336"/>
                  </a:lnTo>
                  <a:lnTo>
                    <a:pt x="115" y="268"/>
                  </a:lnTo>
                  <a:lnTo>
                    <a:pt x="122" y="275"/>
                  </a:lnTo>
                  <a:lnTo>
                    <a:pt x="115" y="275"/>
                  </a:lnTo>
                  <a:lnTo>
                    <a:pt x="0" y="207"/>
                  </a:lnTo>
                  <a:lnTo>
                    <a:pt x="0" y="199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5" name="Freeform 335">
              <a:extLst>
                <a:ext uri="{FF2B5EF4-FFF2-40B4-BE49-F238E27FC236}">
                  <a16:creationId xmlns:a16="http://schemas.microsoft.com/office/drawing/2014/main" id="{FE04D17D-DF7D-6B51-4C14-830A7627A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56209"/>
              <a:ext cx="363538" cy="241300"/>
            </a:xfrm>
            <a:custGeom>
              <a:avLst/>
              <a:gdLst>
                <a:gd name="T0" fmla="*/ 2147483647 w 229"/>
                <a:gd name="T1" fmla="*/ 2147483647 h 152"/>
                <a:gd name="T2" fmla="*/ 0 w 229"/>
                <a:gd name="T3" fmla="*/ 2147483647 h 152"/>
                <a:gd name="T4" fmla="*/ 0 w 229"/>
                <a:gd name="T5" fmla="*/ 2147483647 h 152"/>
                <a:gd name="T6" fmla="*/ 0 w 229"/>
                <a:gd name="T7" fmla="*/ 0 h 152"/>
                <a:gd name="T8" fmla="*/ 2147483647 w 229"/>
                <a:gd name="T9" fmla="*/ 2147483647 h 152"/>
                <a:gd name="T10" fmla="*/ 2147483647 w 229"/>
                <a:gd name="T11" fmla="*/ 2147483647 h 152"/>
                <a:gd name="T12" fmla="*/ 2147483647 w 229"/>
                <a:gd name="T13" fmla="*/ 2147483647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9"/>
                <a:gd name="T22" fmla="*/ 0 h 152"/>
                <a:gd name="T23" fmla="*/ 229 w 229"/>
                <a:gd name="T24" fmla="*/ 152 h 1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9" h="152">
                  <a:moveTo>
                    <a:pt x="222" y="152"/>
                  </a:moveTo>
                  <a:lnTo>
                    <a:pt x="0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7"/>
                  </a:lnTo>
                  <a:lnTo>
                    <a:pt x="229" y="145"/>
                  </a:lnTo>
                  <a:lnTo>
                    <a:pt x="222" y="15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6" name="Freeform 336">
              <a:extLst>
                <a:ext uri="{FF2B5EF4-FFF2-40B4-BE49-F238E27FC236}">
                  <a16:creationId xmlns:a16="http://schemas.microsoft.com/office/drawing/2014/main" id="{6A6B3C22-49AD-C8C8-1FF5-88AF78FC4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0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7" name="Freeform 337">
              <a:extLst>
                <a:ext uri="{FF2B5EF4-FFF2-40B4-BE49-F238E27FC236}">
                  <a16:creationId xmlns:a16="http://schemas.microsoft.com/office/drawing/2014/main" id="{D53F21FE-9FB9-1BD1-0A06-4ACE4415C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76859"/>
              <a:ext cx="11113" cy="23813"/>
            </a:xfrm>
            <a:custGeom>
              <a:avLst/>
              <a:gdLst>
                <a:gd name="T0" fmla="*/ 0 w 7"/>
                <a:gd name="T1" fmla="*/ 2147483647 h 15"/>
                <a:gd name="T2" fmla="*/ 0 w 7"/>
                <a:gd name="T3" fmla="*/ 0 h 15"/>
                <a:gd name="T4" fmla="*/ 2147483647 w 7"/>
                <a:gd name="T5" fmla="*/ 0 h 15"/>
                <a:gd name="T6" fmla="*/ 2147483647 w 7"/>
                <a:gd name="T7" fmla="*/ 0 h 15"/>
                <a:gd name="T8" fmla="*/ 2147483647 w 7"/>
                <a:gd name="T9" fmla="*/ 0 h 15"/>
                <a:gd name="T10" fmla="*/ 2147483647 w 7"/>
                <a:gd name="T11" fmla="*/ 2147483647 h 15"/>
                <a:gd name="T12" fmla="*/ 0 w 7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5"/>
                <a:gd name="T23" fmla="*/ 7 w 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5">
                  <a:moveTo>
                    <a:pt x="0" y="15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8" name="Freeform 338">
              <a:extLst>
                <a:ext uri="{FF2B5EF4-FFF2-40B4-BE49-F238E27FC236}">
                  <a16:creationId xmlns:a16="http://schemas.microsoft.com/office/drawing/2014/main" id="{FE2725D5-DF12-BE41-88DF-7BBB69F3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47625" cy="47625"/>
            </a:xfrm>
            <a:custGeom>
              <a:avLst/>
              <a:gdLst>
                <a:gd name="T0" fmla="*/ 0 w 30"/>
                <a:gd name="T1" fmla="*/ 2147483647 h 30"/>
                <a:gd name="T2" fmla="*/ 0 w 30"/>
                <a:gd name="T3" fmla="*/ 0 h 30"/>
                <a:gd name="T4" fmla="*/ 2147483647 w 30"/>
                <a:gd name="T5" fmla="*/ 2147483647 h 30"/>
                <a:gd name="T6" fmla="*/ 0 w 30"/>
                <a:gd name="T7" fmla="*/ 2147483647 h 30"/>
                <a:gd name="T8" fmla="*/ 0 w 30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0"/>
                <a:gd name="T17" fmla="*/ 30 w 3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0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9" name="Rectangle 339">
              <a:extLst>
                <a:ext uri="{FF2B5EF4-FFF2-40B4-BE49-F238E27FC236}">
                  <a16:creationId xmlns:a16="http://schemas.microsoft.com/office/drawing/2014/main" id="{9344195E-BF1E-D1A9-CFBC-B566934C6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2576859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0" name="Freeform 340">
              <a:extLst>
                <a:ext uri="{FF2B5EF4-FFF2-40B4-BE49-F238E27FC236}">
                  <a16:creationId xmlns:a16="http://schemas.microsoft.com/office/drawing/2014/main" id="{98FA0D5E-1379-19CC-58E1-3CF90D33E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1" name="Freeform 341">
              <a:extLst>
                <a:ext uri="{FF2B5EF4-FFF2-40B4-BE49-F238E27FC236}">
                  <a16:creationId xmlns:a16="http://schemas.microsoft.com/office/drawing/2014/main" id="{C36FCDDD-7B9B-E98B-C425-A2CAF516E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207097"/>
              <a:ext cx="11113" cy="25400"/>
            </a:xfrm>
            <a:custGeom>
              <a:avLst/>
              <a:gdLst>
                <a:gd name="T0" fmla="*/ 0 w 7"/>
                <a:gd name="T1" fmla="*/ 2147483647 h 16"/>
                <a:gd name="T2" fmla="*/ 0 w 7"/>
                <a:gd name="T3" fmla="*/ 0 h 16"/>
                <a:gd name="T4" fmla="*/ 2147483647 w 7"/>
                <a:gd name="T5" fmla="*/ 0 h 16"/>
                <a:gd name="T6" fmla="*/ 2147483647 w 7"/>
                <a:gd name="T7" fmla="*/ 0 h 16"/>
                <a:gd name="T8" fmla="*/ 2147483647 w 7"/>
                <a:gd name="T9" fmla="*/ 0 h 16"/>
                <a:gd name="T10" fmla="*/ 2147483647 w 7"/>
                <a:gd name="T11" fmla="*/ 2147483647 h 16"/>
                <a:gd name="T12" fmla="*/ 0 w 7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6"/>
                <a:gd name="T23" fmla="*/ 7 w 7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6">
                  <a:moveTo>
                    <a:pt x="0" y="16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2" name="Freeform 342">
              <a:extLst>
                <a:ext uri="{FF2B5EF4-FFF2-40B4-BE49-F238E27FC236}">
                  <a16:creationId xmlns:a16="http://schemas.microsoft.com/office/drawing/2014/main" id="{FC070727-EE7B-BA6C-69E6-413698B6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47625" cy="49213"/>
            </a:xfrm>
            <a:custGeom>
              <a:avLst/>
              <a:gdLst>
                <a:gd name="T0" fmla="*/ 0 w 30"/>
                <a:gd name="T1" fmla="*/ 2147483647 h 31"/>
                <a:gd name="T2" fmla="*/ 0 w 30"/>
                <a:gd name="T3" fmla="*/ 0 h 31"/>
                <a:gd name="T4" fmla="*/ 2147483647 w 30"/>
                <a:gd name="T5" fmla="*/ 2147483647 h 31"/>
                <a:gd name="T6" fmla="*/ 0 w 30"/>
                <a:gd name="T7" fmla="*/ 2147483647 h 31"/>
                <a:gd name="T8" fmla="*/ 0 w 30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1"/>
                <a:gd name="T17" fmla="*/ 30 w 30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1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1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3" name="Rectangle 343">
              <a:extLst>
                <a:ext uri="{FF2B5EF4-FFF2-40B4-BE49-F238E27FC236}">
                  <a16:creationId xmlns:a16="http://schemas.microsoft.com/office/drawing/2014/main" id="{313F0FE9-2C64-B75D-4F9F-77A816D23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320709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4" name="Freeform 344">
              <a:extLst>
                <a:ext uri="{FF2B5EF4-FFF2-40B4-BE49-F238E27FC236}">
                  <a16:creationId xmlns:a16="http://schemas.microsoft.com/office/drawing/2014/main" id="{7CECFB43-46CA-ECBD-A250-654A14D5B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73025" cy="61913"/>
            </a:xfrm>
            <a:custGeom>
              <a:avLst/>
              <a:gdLst>
                <a:gd name="T0" fmla="*/ 0 w 46"/>
                <a:gd name="T1" fmla="*/ 2147483647 h 39"/>
                <a:gd name="T2" fmla="*/ 0 w 46"/>
                <a:gd name="T3" fmla="*/ 0 h 39"/>
                <a:gd name="T4" fmla="*/ 0 w 46"/>
                <a:gd name="T5" fmla="*/ 0 h 39"/>
                <a:gd name="T6" fmla="*/ 0 w 46"/>
                <a:gd name="T7" fmla="*/ 0 h 39"/>
                <a:gd name="T8" fmla="*/ 2147483647 w 46"/>
                <a:gd name="T9" fmla="*/ 2147483647 h 39"/>
                <a:gd name="T10" fmla="*/ 2147483647 w 46"/>
                <a:gd name="T11" fmla="*/ 2147483647 h 39"/>
                <a:gd name="T12" fmla="*/ 2147483647 w 46"/>
                <a:gd name="T13" fmla="*/ 2147483647 h 39"/>
                <a:gd name="T14" fmla="*/ 0 w 46"/>
                <a:gd name="T15" fmla="*/ 2147483647 h 39"/>
                <a:gd name="T16" fmla="*/ 0 w 46"/>
                <a:gd name="T17" fmla="*/ 2147483647 h 39"/>
                <a:gd name="T18" fmla="*/ 0 w 46"/>
                <a:gd name="T19" fmla="*/ 2147483647 h 39"/>
                <a:gd name="T20" fmla="*/ 0 w 46"/>
                <a:gd name="T21" fmla="*/ 2147483647 h 39"/>
                <a:gd name="T22" fmla="*/ 2147483647 w 46"/>
                <a:gd name="T23" fmla="*/ 2147483647 h 39"/>
                <a:gd name="T24" fmla="*/ 2147483647 w 46"/>
                <a:gd name="T25" fmla="*/ 2147483647 h 39"/>
                <a:gd name="T26" fmla="*/ 2147483647 w 46"/>
                <a:gd name="T27" fmla="*/ 2147483647 h 39"/>
                <a:gd name="T28" fmla="*/ 0 w 46"/>
                <a:gd name="T29" fmla="*/ 2147483647 h 39"/>
                <a:gd name="T30" fmla="*/ 0 w 46"/>
                <a:gd name="T31" fmla="*/ 0 h 39"/>
                <a:gd name="T32" fmla="*/ 2147483647 w 46"/>
                <a:gd name="T33" fmla="*/ 0 h 39"/>
                <a:gd name="T34" fmla="*/ 2147483647 w 46"/>
                <a:gd name="T35" fmla="*/ 2147483647 h 39"/>
                <a:gd name="T36" fmla="*/ 0 w 46"/>
                <a:gd name="T37" fmla="*/ 214748364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39"/>
                <a:gd name="T59" fmla="*/ 46 w 46"/>
                <a:gd name="T60" fmla="*/ 39 h 3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39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46" y="16"/>
                  </a:lnTo>
                  <a:lnTo>
                    <a:pt x="31" y="23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31" y="16"/>
                  </a:lnTo>
                  <a:lnTo>
                    <a:pt x="31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5" name="Freeform 345">
              <a:extLst>
                <a:ext uri="{FF2B5EF4-FFF2-40B4-BE49-F238E27FC236}">
                  <a16:creationId xmlns:a16="http://schemas.microsoft.com/office/drawing/2014/main" id="{51172CC9-F2F4-B948-FACF-EA8521FFC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92772"/>
              <a:ext cx="12700" cy="23813"/>
            </a:xfrm>
            <a:custGeom>
              <a:avLst/>
              <a:gdLst>
                <a:gd name="T0" fmla="*/ 0 w 8"/>
                <a:gd name="T1" fmla="*/ 2147483647 h 15"/>
                <a:gd name="T2" fmla="*/ 0 w 8"/>
                <a:gd name="T3" fmla="*/ 0 h 15"/>
                <a:gd name="T4" fmla="*/ 2147483647 w 8"/>
                <a:gd name="T5" fmla="*/ 0 h 15"/>
                <a:gd name="T6" fmla="*/ 2147483647 w 8"/>
                <a:gd name="T7" fmla="*/ 0 h 15"/>
                <a:gd name="T8" fmla="*/ 2147483647 w 8"/>
                <a:gd name="T9" fmla="*/ 0 h 15"/>
                <a:gd name="T10" fmla="*/ 2147483647 w 8"/>
                <a:gd name="T11" fmla="*/ 2147483647 h 15"/>
                <a:gd name="T12" fmla="*/ 0 w 8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5"/>
                <a:gd name="T23" fmla="*/ 8 w 8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5">
                  <a:moveTo>
                    <a:pt x="0" y="1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6" name="Freeform 346">
              <a:extLst>
                <a:ext uri="{FF2B5EF4-FFF2-40B4-BE49-F238E27FC236}">
                  <a16:creationId xmlns:a16="http://schemas.microsoft.com/office/drawing/2014/main" id="{8D4631E0-E4A0-2AB2-B7D7-F3FA1E58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49213" cy="49213"/>
            </a:xfrm>
            <a:custGeom>
              <a:avLst/>
              <a:gdLst>
                <a:gd name="T0" fmla="*/ 0 w 31"/>
                <a:gd name="T1" fmla="*/ 2147483647 h 31"/>
                <a:gd name="T2" fmla="*/ 0 w 31"/>
                <a:gd name="T3" fmla="*/ 0 h 31"/>
                <a:gd name="T4" fmla="*/ 2147483647 w 31"/>
                <a:gd name="T5" fmla="*/ 2147483647 h 31"/>
                <a:gd name="T6" fmla="*/ 0 w 31"/>
                <a:gd name="T7" fmla="*/ 2147483647 h 31"/>
                <a:gd name="T8" fmla="*/ 0 w 31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31"/>
                <a:gd name="T17" fmla="*/ 31 w 31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31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0" y="31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7" name="Rectangle 347">
              <a:extLst>
                <a:ext uri="{FF2B5EF4-FFF2-40B4-BE49-F238E27FC236}">
                  <a16:creationId xmlns:a16="http://schemas.microsoft.com/office/drawing/2014/main" id="{D8CB0101-B564-CD6A-5E85-14D8275DE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59422"/>
              <a:ext cx="936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+</a:t>
              </a: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8" name="Rectangle 348">
              <a:extLst>
                <a:ext uri="{FF2B5EF4-FFF2-40B4-BE49-F238E27FC236}">
                  <a16:creationId xmlns:a16="http://schemas.microsoft.com/office/drawing/2014/main" id="{924A500A-62E5-2C7E-7FCA-A3CC4E1E8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150" y="2897534"/>
              <a:ext cx="12065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59538" name="日期占位符 3">
            <a:extLst>
              <a:ext uri="{FF2B5EF4-FFF2-40B4-BE49-F238E27FC236}">
                <a16:creationId xmlns:a16="http://schemas.microsoft.com/office/drawing/2014/main" id="{429F9E3F-A27E-6412-C62F-65CA049F61D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075F4E6-EFAE-4529-9764-E1FD4B9A31F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9539" name="灯片编号占位符 5">
            <a:extLst>
              <a:ext uri="{FF2B5EF4-FFF2-40B4-BE49-F238E27FC236}">
                <a16:creationId xmlns:a16="http://schemas.microsoft.com/office/drawing/2014/main" id="{0CC06E01-B274-0BDA-111B-C06DF4D2A8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B30F7175-CADA-4439-880F-B51CB27A4124}" type="slidenum">
              <a:rPr lang="zh-CN" altLang="en-US" sz="1100"/>
              <a:pPr/>
              <a:t>170</a:t>
            </a:fld>
            <a:endParaRPr lang="zh-CN" altLang="en-US" sz="1100"/>
          </a:p>
        </p:txBody>
      </p:sp>
      <p:pic>
        <p:nvPicPr>
          <p:cNvPr id="355" name="Picture 4">
            <a:extLst>
              <a:ext uri="{FF2B5EF4-FFF2-40B4-BE49-F238E27FC236}">
                <a16:creationId xmlns:a16="http://schemas.microsoft.com/office/drawing/2014/main" id="{B9374278-B988-CEF6-96E4-70CA81B889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060575"/>
            <a:ext cx="1871663" cy="169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" name="Picture 4">
            <a:extLst>
              <a:ext uri="{FF2B5EF4-FFF2-40B4-BE49-F238E27FC236}">
                <a16:creationId xmlns:a16="http://schemas.microsoft.com/office/drawing/2014/main" id="{C6B23BF4-8AAA-9806-FEF4-F8F8229DF3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5263"/>
            <a:ext cx="2779713" cy="172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6" name="TextBox 355">
            <a:extLst>
              <a:ext uri="{FF2B5EF4-FFF2-40B4-BE49-F238E27FC236}">
                <a16:creationId xmlns:a16="http://schemas.microsoft.com/office/drawing/2014/main" id="{1CF9FD30-4880-F651-866E-EA448E87A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977900"/>
            <a:ext cx="10937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Chap1.2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0B07FF61-295F-69B7-1168-80D1BE7191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1347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Chap1.3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88177222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861364-3839-A826-718C-39B00048AC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extLst>
              <a:ext uri="{FF2B5EF4-FFF2-40B4-BE49-F238E27FC236}">
                <a16:creationId xmlns:a16="http://schemas.microsoft.com/office/drawing/2014/main" id="{F5D2F310-1345-B649-011E-C83BDCCA44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2000" y="188913"/>
            <a:ext cx="8058150" cy="57785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US" altLang="zh-CN" dirty="0"/>
              <a:t>Hierarchy for IC design </a:t>
            </a:r>
            <a:endParaRPr lang="zh-CN" altLang="en-US" dirty="0"/>
          </a:p>
        </p:txBody>
      </p:sp>
      <p:sp>
        <p:nvSpPr>
          <p:cNvPr id="77828" name="Rectangle 3">
            <a:extLst>
              <a:ext uri="{FF2B5EF4-FFF2-40B4-BE49-F238E27FC236}">
                <a16:creationId xmlns:a16="http://schemas.microsoft.com/office/drawing/2014/main" id="{379B2CDE-15FB-D73F-388C-BAAA05765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37175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29" name="Rectangle 4">
            <a:extLst>
              <a:ext uri="{FF2B5EF4-FFF2-40B4-BE49-F238E27FC236}">
                <a16:creationId xmlns:a16="http://schemas.microsoft.com/office/drawing/2014/main" id="{C7435A2F-2A23-B988-D959-A6FC0BE72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0" name="Rectangle 5">
            <a:extLst>
              <a:ext uri="{FF2B5EF4-FFF2-40B4-BE49-F238E27FC236}">
                <a16:creationId xmlns:a16="http://schemas.microsoft.com/office/drawing/2014/main" id="{6D70F7E1-A9D9-FC9C-A4E2-62D0C41B8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288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1" name="Rectangle 6">
            <a:extLst>
              <a:ext uri="{FF2B5EF4-FFF2-40B4-BE49-F238E27FC236}">
                <a16:creationId xmlns:a16="http://schemas.microsoft.com/office/drawing/2014/main" id="{690787AB-3A83-C6E2-C516-C7DA5FE9F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14938"/>
            <a:ext cx="11113" cy="1222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2" name="Rectangle 7">
            <a:extLst>
              <a:ext uri="{FF2B5EF4-FFF2-40B4-BE49-F238E27FC236}">
                <a16:creationId xmlns:a16="http://schemas.microsoft.com/office/drawing/2014/main" id="{DCDE04F4-32F2-BEC5-3624-EAA903DF6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50942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3" name="Rectangle 8">
            <a:extLst>
              <a:ext uri="{FF2B5EF4-FFF2-40B4-BE49-F238E27FC236}">
                <a16:creationId xmlns:a16="http://schemas.microsoft.com/office/drawing/2014/main" id="{1592210B-E771-5EC1-09C6-25A45A8BC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88791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4" name="Rectangle 9">
            <a:extLst>
              <a:ext uri="{FF2B5EF4-FFF2-40B4-BE49-F238E27FC236}">
                <a16:creationId xmlns:a16="http://schemas.microsoft.com/office/drawing/2014/main" id="{AF749A58-5525-9275-0083-BD0E485B3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5" name="Rectangle 10">
            <a:extLst>
              <a:ext uri="{FF2B5EF4-FFF2-40B4-BE49-F238E27FC236}">
                <a16:creationId xmlns:a16="http://schemas.microsoft.com/office/drawing/2014/main" id="{98F1DB68-837D-0E5B-42EE-DF50525D1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2988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6" name="Rectangle 11">
            <a:extLst>
              <a:ext uri="{FF2B5EF4-FFF2-40B4-BE49-F238E27FC236}">
                <a16:creationId xmlns:a16="http://schemas.microsoft.com/office/drawing/2014/main" id="{696DCDED-C527-CDD0-3432-7C686DC5F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7" name="Freeform 12">
            <a:extLst>
              <a:ext uri="{FF2B5EF4-FFF2-40B4-BE49-F238E27FC236}">
                <a16:creationId xmlns:a16="http://schemas.microsoft.com/office/drawing/2014/main" id="{0B58F8D4-9863-2A3E-9CFA-4EA79C5E5C48}"/>
              </a:ext>
            </a:extLst>
          </p:cNvPr>
          <p:cNvSpPr>
            <a:spLocks/>
          </p:cNvSpPr>
          <p:nvPr/>
        </p:nvSpPr>
        <p:spPr bwMode="auto">
          <a:xfrm>
            <a:off x="7259638" y="5081588"/>
            <a:ext cx="11112" cy="1587"/>
          </a:xfrm>
          <a:custGeom>
            <a:avLst/>
            <a:gdLst>
              <a:gd name="T0" fmla="*/ 0 w 7"/>
              <a:gd name="T1" fmla="*/ 0 h 1588"/>
              <a:gd name="T2" fmla="*/ 0 w 7"/>
              <a:gd name="T3" fmla="*/ 0 h 1588"/>
              <a:gd name="T4" fmla="*/ 0 w 7"/>
              <a:gd name="T5" fmla="*/ 0 h 1588"/>
              <a:gd name="T6" fmla="*/ 2147483647 w 7"/>
              <a:gd name="T7" fmla="*/ 0 h 1588"/>
              <a:gd name="T8" fmla="*/ 2147483647 w 7"/>
              <a:gd name="T9" fmla="*/ 0 h 1588"/>
              <a:gd name="T10" fmla="*/ 2147483647 w 7"/>
              <a:gd name="T11" fmla="*/ 0 h 1588"/>
              <a:gd name="T12" fmla="*/ 0 w 7"/>
              <a:gd name="T13" fmla="*/ 0 h 158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8"/>
              <a:gd name="T23" fmla="*/ 7 w 7"/>
              <a:gd name="T24" fmla="*/ 1588 h 158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8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8" name="Rectangle 13">
            <a:extLst>
              <a:ext uri="{FF2B5EF4-FFF2-40B4-BE49-F238E27FC236}">
                <a16:creationId xmlns:a16="http://schemas.microsoft.com/office/drawing/2014/main" id="{A2434C1A-3329-EACB-E7F6-04E1460E1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9" name="Rectangle 14">
            <a:extLst>
              <a:ext uri="{FF2B5EF4-FFF2-40B4-BE49-F238E27FC236}">
                <a16:creationId xmlns:a16="http://schemas.microsoft.com/office/drawing/2014/main" id="{BFD41AF0-7243-86A9-F068-ECAF17EB8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0" name="Rectangle 15">
            <a:extLst>
              <a:ext uri="{FF2B5EF4-FFF2-40B4-BE49-F238E27FC236}">
                <a16:creationId xmlns:a16="http://schemas.microsoft.com/office/drawing/2014/main" id="{79000E5A-4519-1300-D36C-500E76073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514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1" name="Rectangle 16">
            <a:extLst>
              <a:ext uri="{FF2B5EF4-FFF2-40B4-BE49-F238E27FC236}">
                <a16:creationId xmlns:a16="http://schemas.microsoft.com/office/drawing/2014/main" id="{3E0B923A-9111-CFCE-28B2-8F9DDDA0C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3159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2" name="Rectangle 17">
            <a:extLst>
              <a:ext uri="{FF2B5EF4-FFF2-40B4-BE49-F238E27FC236}">
                <a16:creationId xmlns:a16="http://schemas.microsoft.com/office/drawing/2014/main" id="{0060045E-261E-6615-4C6C-77811DB5A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3" name="Rectangle 18">
            <a:extLst>
              <a:ext uri="{FF2B5EF4-FFF2-40B4-BE49-F238E27FC236}">
                <a16:creationId xmlns:a16="http://schemas.microsoft.com/office/drawing/2014/main" id="{AC616796-3AF8-8FB6-05C5-E444636DB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84700"/>
            <a:ext cx="12700" cy="2174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4" name="Rectangle 19">
            <a:extLst>
              <a:ext uri="{FF2B5EF4-FFF2-40B4-BE49-F238E27FC236}">
                <a16:creationId xmlns:a16="http://schemas.microsoft.com/office/drawing/2014/main" id="{1A266389-4F98-D88F-206D-E05540C0D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5" name="Rectangle 20">
            <a:extLst>
              <a:ext uri="{FF2B5EF4-FFF2-40B4-BE49-F238E27FC236}">
                <a16:creationId xmlns:a16="http://schemas.microsoft.com/office/drawing/2014/main" id="{CAE49150-8C4F-87EE-B06F-434F8D557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6" name="Rectangle 21">
            <a:extLst>
              <a:ext uri="{FF2B5EF4-FFF2-40B4-BE49-F238E27FC236}">
                <a16:creationId xmlns:a16="http://schemas.microsoft.com/office/drawing/2014/main" id="{AD61C1A3-F079-1ADA-2FD8-8922EFAB7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7" name="Rectangle 22">
            <a:extLst>
              <a:ext uri="{FF2B5EF4-FFF2-40B4-BE49-F238E27FC236}">
                <a16:creationId xmlns:a16="http://schemas.microsoft.com/office/drawing/2014/main" id="{5911E566-49E5-1C29-CB4F-595B67299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8" name="Rectangle 23">
            <a:extLst>
              <a:ext uri="{FF2B5EF4-FFF2-40B4-BE49-F238E27FC236}">
                <a16:creationId xmlns:a16="http://schemas.microsoft.com/office/drawing/2014/main" id="{F66A6DC0-8AB8-93BD-299E-38AA53455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9" name="Rectangle 24">
            <a:extLst>
              <a:ext uri="{FF2B5EF4-FFF2-40B4-BE49-F238E27FC236}">
                <a16:creationId xmlns:a16="http://schemas.microsoft.com/office/drawing/2014/main" id="{EC5352A6-02AA-9A7F-F6F9-BC775F72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990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0" name="Rectangle 25">
            <a:extLst>
              <a:ext uri="{FF2B5EF4-FFF2-40B4-BE49-F238E27FC236}">
                <a16:creationId xmlns:a16="http://schemas.microsoft.com/office/drawing/2014/main" id="{2E37752C-30FA-8A4E-28CB-395102398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1" name="Rectangle 26">
            <a:extLst>
              <a:ext uri="{FF2B5EF4-FFF2-40B4-BE49-F238E27FC236}">
                <a16:creationId xmlns:a16="http://schemas.microsoft.com/office/drawing/2014/main" id="{18433973-DE76-614D-DB1C-2C51875E1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802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2" name="Rectangle 27">
            <a:extLst>
              <a:ext uri="{FF2B5EF4-FFF2-40B4-BE49-F238E27FC236}">
                <a16:creationId xmlns:a16="http://schemas.microsoft.com/office/drawing/2014/main" id="{CCB2024E-EF26-9A2B-4CA4-1C819938D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3" name="Rectangle 28">
            <a:extLst>
              <a:ext uri="{FF2B5EF4-FFF2-40B4-BE49-F238E27FC236}">
                <a16:creationId xmlns:a16="http://schemas.microsoft.com/office/drawing/2014/main" id="{B58F2E73-D46A-F91C-9601-95F0310DC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053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4" name="Rectangle 29">
            <a:extLst>
              <a:ext uri="{FF2B5EF4-FFF2-40B4-BE49-F238E27FC236}">
                <a16:creationId xmlns:a16="http://schemas.microsoft.com/office/drawing/2014/main" id="{ADE80B41-734C-9D8E-D0A2-C07DFE7F9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5" name="Rectangle 30">
            <a:extLst>
              <a:ext uri="{FF2B5EF4-FFF2-40B4-BE49-F238E27FC236}">
                <a16:creationId xmlns:a16="http://schemas.microsoft.com/office/drawing/2014/main" id="{5632611D-1D65-4D4B-89F8-B73E7D0A9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2560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6" name="Rectangle 31">
            <a:extLst>
              <a:ext uri="{FF2B5EF4-FFF2-40B4-BE49-F238E27FC236}">
                <a16:creationId xmlns:a16="http://schemas.microsoft.com/office/drawing/2014/main" id="{00E6E275-E53E-08CB-25BF-1F1876D40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7" name="Rectangle 32">
            <a:extLst>
              <a:ext uri="{FF2B5EF4-FFF2-40B4-BE49-F238E27FC236}">
                <a16:creationId xmlns:a16="http://schemas.microsoft.com/office/drawing/2014/main" id="{66E0FEBF-1EA8-AFD0-7902-9DFD64487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587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8" name="Rectangle 33">
            <a:extLst>
              <a:ext uri="{FF2B5EF4-FFF2-40B4-BE49-F238E27FC236}">
                <a16:creationId xmlns:a16="http://schemas.microsoft.com/office/drawing/2014/main" id="{7115098B-E140-E352-9152-81A520D84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9388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9" name="Rectangle 34">
            <a:extLst>
              <a:ext uri="{FF2B5EF4-FFF2-40B4-BE49-F238E27FC236}">
                <a16:creationId xmlns:a16="http://schemas.microsoft.com/office/drawing/2014/main" id="{A4263B41-FE88-B1C7-4B44-B90DC0F60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0" name="Rectangle 35">
            <a:extLst>
              <a:ext uri="{FF2B5EF4-FFF2-40B4-BE49-F238E27FC236}">
                <a16:creationId xmlns:a16="http://schemas.microsoft.com/office/drawing/2014/main" id="{88B16B18-5ADA-45E2-373D-A99644F53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1" name="Rectangle 36">
            <a:extLst>
              <a:ext uri="{FF2B5EF4-FFF2-40B4-BE49-F238E27FC236}">
                <a16:creationId xmlns:a16="http://schemas.microsoft.com/office/drawing/2014/main" id="{749921E1-7BA4-5C6D-F232-2B7E5D9EB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2" name="Rectangle 37">
            <a:extLst>
              <a:ext uri="{FF2B5EF4-FFF2-40B4-BE49-F238E27FC236}">
                <a16:creationId xmlns:a16="http://schemas.microsoft.com/office/drawing/2014/main" id="{4BBD2983-62CB-03F8-E4BB-222395849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3" name="Rectangle 38">
            <a:extLst>
              <a:ext uri="{FF2B5EF4-FFF2-40B4-BE49-F238E27FC236}">
                <a16:creationId xmlns:a16="http://schemas.microsoft.com/office/drawing/2014/main" id="{A9D1543A-C749-FDC0-A2B1-33A3EC58B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4" name="Rectangle 39">
            <a:extLst>
              <a:ext uri="{FF2B5EF4-FFF2-40B4-BE49-F238E27FC236}">
                <a16:creationId xmlns:a16="http://schemas.microsoft.com/office/drawing/2014/main" id="{32AD209F-775F-C0AB-5067-EED86B3FA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053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5" name="Rectangle 40">
            <a:extLst>
              <a:ext uri="{FF2B5EF4-FFF2-40B4-BE49-F238E27FC236}">
                <a16:creationId xmlns:a16="http://schemas.microsoft.com/office/drawing/2014/main" id="{D42B8954-C111-23E3-7A1D-2D0B76A0D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6" name="Rectangle 41">
            <a:extLst>
              <a:ext uri="{FF2B5EF4-FFF2-40B4-BE49-F238E27FC236}">
                <a16:creationId xmlns:a16="http://schemas.microsoft.com/office/drawing/2014/main" id="{D1F68285-303F-982B-C836-6E0018B33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1576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7" name="Rectangle 42">
            <a:extLst>
              <a:ext uri="{FF2B5EF4-FFF2-40B4-BE49-F238E27FC236}">
                <a16:creationId xmlns:a16="http://schemas.microsoft.com/office/drawing/2014/main" id="{75D771F1-A4C4-1E5D-3965-F215D7F69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8" name="Rectangle 43">
            <a:extLst>
              <a:ext uri="{FF2B5EF4-FFF2-40B4-BE49-F238E27FC236}">
                <a16:creationId xmlns:a16="http://schemas.microsoft.com/office/drawing/2014/main" id="{444E29EC-7A6A-165A-3149-2DC6B8C75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750" y="40989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9" name="Rectangle 44">
            <a:extLst>
              <a:ext uri="{FF2B5EF4-FFF2-40B4-BE49-F238E27FC236}">
                <a16:creationId xmlns:a16="http://schemas.microsoft.com/office/drawing/2014/main" id="{7496E48E-EEEF-0019-017C-7D5F01FCC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64502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0" name="Rectangle 45">
            <a:extLst>
              <a:ext uri="{FF2B5EF4-FFF2-40B4-BE49-F238E27FC236}">
                <a16:creationId xmlns:a16="http://schemas.microsoft.com/office/drawing/2014/main" id="{B7861E33-A3EE-7549-C08E-49BBE6397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1" name="Rectangle 46">
            <a:extLst>
              <a:ext uri="{FF2B5EF4-FFF2-40B4-BE49-F238E27FC236}">
                <a16:creationId xmlns:a16="http://schemas.microsoft.com/office/drawing/2014/main" id="{66A3C111-140D-2CB1-B6AC-3C5C85136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354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2" name="Rectangle 47">
            <a:extLst>
              <a:ext uri="{FF2B5EF4-FFF2-40B4-BE49-F238E27FC236}">
                <a16:creationId xmlns:a16="http://schemas.microsoft.com/office/drawing/2014/main" id="{0378CBD0-94CC-4685-162F-3A929751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40213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3" name="Rectangle 48">
            <a:extLst>
              <a:ext uri="{FF2B5EF4-FFF2-40B4-BE49-F238E27FC236}">
                <a16:creationId xmlns:a16="http://schemas.microsoft.com/office/drawing/2014/main" id="{D5ED83D7-0ED6-8BBD-7386-F512E7A0E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116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4" name="Rectangle 49">
            <a:extLst>
              <a:ext uri="{FF2B5EF4-FFF2-40B4-BE49-F238E27FC236}">
                <a16:creationId xmlns:a16="http://schemas.microsoft.com/office/drawing/2014/main" id="{07670E9E-CF3E-6DD2-9AD2-FBDE1FCA6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116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5" name="Rectangle 50">
            <a:extLst>
              <a:ext uri="{FF2B5EF4-FFF2-40B4-BE49-F238E27FC236}">
                <a16:creationId xmlns:a16="http://schemas.microsoft.com/office/drawing/2014/main" id="{67E1B7C9-DFF4-6830-E5C0-BCD94C388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6" name="Rectangle 51">
            <a:extLst>
              <a:ext uri="{FF2B5EF4-FFF2-40B4-BE49-F238E27FC236}">
                <a16:creationId xmlns:a16="http://schemas.microsoft.com/office/drawing/2014/main" id="{5230F56F-53CD-C938-66AC-8D87CDD3A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81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7" name="Rectangle 52">
            <a:extLst>
              <a:ext uri="{FF2B5EF4-FFF2-40B4-BE49-F238E27FC236}">
                <a16:creationId xmlns:a16="http://schemas.microsoft.com/office/drawing/2014/main" id="{185FA411-341A-4B56-7448-765BDBD3C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8" name="Rectangle 53">
            <a:extLst>
              <a:ext uri="{FF2B5EF4-FFF2-40B4-BE49-F238E27FC236}">
                <a16:creationId xmlns:a16="http://schemas.microsoft.com/office/drawing/2014/main" id="{847ED9F7-38D1-8A30-D1E8-C98C0F4AE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9897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9" name="Rectangle 54">
            <a:extLst>
              <a:ext uri="{FF2B5EF4-FFF2-40B4-BE49-F238E27FC236}">
                <a16:creationId xmlns:a16="http://schemas.microsoft.com/office/drawing/2014/main" id="{E870A6EC-4FFA-1481-1260-C64A224AE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0" name="Rectangle 55">
            <a:extLst>
              <a:ext uri="{FF2B5EF4-FFF2-40B4-BE49-F238E27FC236}">
                <a16:creationId xmlns:a16="http://schemas.microsoft.com/office/drawing/2014/main" id="{3A3ED955-24A8-18E8-DE62-DCB2BB708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6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1" name="Rectangle 56">
            <a:extLst>
              <a:ext uri="{FF2B5EF4-FFF2-40B4-BE49-F238E27FC236}">
                <a16:creationId xmlns:a16="http://schemas.microsoft.com/office/drawing/2014/main" id="{70CAA33B-036C-7FBE-5815-769BC865E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2" name="Rectangle 57">
            <a:extLst>
              <a:ext uri="{FF2B5EF4-FFF2-40B4-BE49-F238E27FC236}">
                <a16:creationId xmlns:a16="http://schemas.microsoft.com/office/drawing/2014/main" id="{8767EEA1-6FAE-6DC1-2DFB-2563520AE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050" y="44021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3" name="Rectangle 58">
            <a:extLst>
              <a:ext uri="{FF2B5EF4-FFF2-40B4-BE49-F238E27FC236}">
                <a16:creationId xmlns:a16="http://schemas.microsoft.com/office/drawing/2014/main" id="{BA8F86A0-D4C1-61AE-A8C7-C54977AEF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4" name="Rectangle 59">
            <a:extLst>
              <a:ext uri="{FF2B5EF4-FFF2-40B4-BE49-F238E27FC236}">
                <a16:creationId xmlns:a16="http://schemas.microsoft.com/office/drawing/2014/main" id="{6BC81BC8-1BE0-02E4-722E-45B294CE1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013" y="38798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5" name="Rectangle 60">
            <a:extLst>
              <a:ext uri="{FF2B5EF4-FFF2-40B4-BE49-F238E27FC236}">
                <a16:creationId xmlns:a16="http://schemas.microsoft.com/office/drawing/2014/main" id="{FF068A92-795C-D997-8DF9-19AED0377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8798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6" name="Rectangle 61">
            <a:extLst>
              <a:ext uri="{FF2B5EF4-FFF2-40B4-BE49-F238E27FC236}">
                <a16:creationId xmlns:a16="http://schemas.microsoft.com/office/drawing/2014/main" id="{608B7823-B6CC-242F-B22F-35CC92166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7" name="Rectangle 62">
            <a:extLst>
              <a:ext uri="{FF2B5EF4-FFF2-40B4-BE49-F238E27FC236}">
                <a16:creationId xmlns:a16="http://schemas.microsoft.com/office/drawing/2014/main" id="{33C1DF66-FCEA-D7DF-66D7-374CAD633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8" name="Rectangle 63">
            <a:extLst>
              <a:ext uri="{FF2B5EF4-FFF2-40B4-BE49-F238E27FC236}">
                <a16:creationId xmlns:a16="http://schemas.microsoft.com/office/drawing/2014/main" id="{608DDEA6-12C4-04F1-579F-CE465CF77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9" name="Rectangle 64">
            <a:extLst>
              <a:ext uri="{FF2B5EF4-FFF2-40B4-BE49-F238E27FC236}">
                <a16:creationId xmlns:a16="http://schemas.microsoft.com/office/drawing/2014/main" id="{CC100C88-CB75-3E01-004F-206F05B09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0" name="Rectangle 65">
            <a:extLst>
              <a:ext uri="{FF2B5EF4-FFF2-40B4-BE49-F238E27FC236}">
                <a16:creationId xmlns:a16="http://schemas.microsoft.com/office/drawing/2014/main" id="{DA733966-81F1-CC7B-DFFB-2D91E9D18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1" name="Rectangle 66">
            <a:extLst>
              <a:ext uri="{FF2B5EF4-FFF2-40B4-BE49-F238E27FC236}">
                <a16:creationId xmlns:a16="http://schemas.microsoft.com/office/drawing/2014/main" id="{C5C76ABF-947A-4970-C713-DC1546720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2" name="Rectangle 67">
            <a:extLst>
              <a:ext uri="{FF2B5EF4-FFF2-40B4-BE49-F238E27FC236}">
                <a16:creationId xmlns:a16="http://schemas.microsoft.com/office/drawing/2014/main" id="{02C6C6D9-B133-DF89-65BB-050E9A0D7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3" name="Rectangle 68">
            <a:extLst>
              <a:ext uri="{FF2B5EF4-FFF2-40B4-BE49-F238E27FC236}">
                <a16:creationId xmlns:a16="http://schemas.microsoft.com/office/drawing/2014/main" id="{7BF9A9C6-0378-3319-FAFE-CA5F8D201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4" name="Rectangle 69">
            <a:extLst>
              <a:ext uri="{FF2B5EF4-FFF2-40B4-BE49-F238E27FC236}">
                <a16:creationId xmlns:a16="http://schemas.microsoft.com/office/drawing/2014/main" id="{F6AB614D-D94E-AB6C-98A5-3B7017A8B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5" name="Rectangle 70">
            <a:extLst>
              <a:ext uri="{FF2B5EF4-FFF2-40B4-BE49-F238E27FC236}">
                <a16:creationId xmlns:a16="http://schemas.microsoft.com/office/drawing/2014/main" id="{333524FD-A98A-110E-2845-A9C80B33A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6" name="Rectangle 71">
            <a:extLst>
              <a:ext uri="{FF2B5EF4-FFF2-40B4-BE49-F238E27FC236}">
                <a16:creationId xmlns:a16="http://schemas.microsoft.com/office/drawing/2014/main" id="{AB3B4F4F-FA60-7905-CB82-9FF14216A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7" name="Rectangle 72">
            <a:extLst>
              <a:ext uri="{FF2B5EF4-FFF2-40B4-BE49-F238E27FC236}">
                <a16:creationId xmlns:a16="http://schemas.microsoft.com/office/drawing/2014/main" id="{3C5C7E19-98F6-DF74-062E-B14A1E962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8" name="Rectangle 73">
            <a:extLst>
              <a:ext uri="{FF2B5EF4-FFF2-40B4-BE49-F238E27FC236}">
                <a16:creationId xmlns:a16="http://schemas.microsoft.com/office/drawing/2014/main" id="{3B4B36D3-BD35-9EBD-508E-E50F4CB1B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0650" y="36988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9" name="Rectangle 74">
            <a:extLst>
              <a:ext uri="{FF2B5EF4-FFF2-40B4-BE49-F238E27FC236}">
                <a16:creationId xmlns:a16="http://schemas.microsoft.com/office/drawing/2014/main" id="{8CCCDF37-670C-D0DA-2133-85A9E6726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488" y="36988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0" name="Rectangle 75">
            <a:extLst>
              <a:ext uri="{FF2B5EF4-FFF2-40B4-BE49-F238E27FC236}">
                <a16:creationId xmlns:a16="http://schemas.microsoft.com/office/drawing/2014/main" id="{FFF12AA7-4F14-504D-B3F0-A25B51EDC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1" name="Rectangle 76">
            <a:extLst>
              <a:ext uri="{FF2B5EF4-FFF2-40B4-BE49-F238E27FC236}">
                <a16:creationId xmlns:a16="http://schemas.microsoft.com/office/drawing/2014/main" id="{8FC322C5-22FE-865A-5086-158D62129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2" name="Rectangle 77">
            <a:extLst>
              <a:ext uri="{FF2B5EF4-FFF2-40B4-BE49-F238E27FC236}">
                <a16:creationId xmlns:a16="http://schemas.microsoft.com/office/drawing/2014/main" id="{7A2DEFC2-B196-8D0C-C002-3BCA5B179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3" name="Rectangle 78">
            <a:extLst>
              <a:ext uri="{FF2B5EF4-FFF2-40B4-BE49-F238E27FC236}">
                <a16:creationId xmlns:a16="http://schemas.microsoft.com/office/drawing/2014/main" id="{EF4932D0-6757-BBF8-2C4D-31E9F1E78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4" name="Rectangle 79">
            <a:extLst>
              <a:ext uri="{FF2B5EF4-FFF2-40B4-BE49-F238E27FC236}">
                <a16:creationId xmlns:a16="http://schemas.microsoft.com/office/drawing/2014/main" id="{7F9E29DA-2510-41F2-B363-7CD0D4979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5" name="Rectangle 80">
            <a:extLst>
              <a:ext uri="{FF2B5EF4-FFF2-40B4-BE49-F238E27FC236}">
                <a16:creationId xmlns:a16="http://schemas.microsoft.com/office/drawing/2014/main" id="{34639A88-D93C-B058-5B0B-36D1715E8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6" name="Rectangle 81">
            <a:extLst>
              <a:ext uri="{FF2B5EF4-FFF2-40B4-BE49-F238E27FC236}">
                <a16:creationId xmlns:a16="http://schemas.microsoft.com/office/drawing/2014/main" id="{0DEB94B2-7730-5827-E15C-5A849E81E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7" name="Rectangle 82">
            <a:extLst>
              <a:ext uri="{FF2B5EF4-FFF2-40B4-BE49-F238E27FC236}">
                <a16:creationId xmlns:a16="http://schemas.microsoft.com/office/drawing/2014/main" id="{5D084D34-0294-1352-2CF3-5CF35D910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8" name="Rectangle 83">
            <a:extLst>
              <a:ext uri="{FF2B5EF4-FFF2-40B4-BE49-F238E27FC236}">
                <a16:creationId xmlns:a16="http://schemas.microsoft.com/office/drawing/2014/main" id="{D5417D29-1D4F-6403-08C8-FC76CE80C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77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9" name="Rectangle 84">
            <a:extLst>
              <a:ext uri="{FF2B5EF4-FFF2-40B4-BE49-F238E27FC236}">
                <a16:creationId xmlns:a16="http://schemas.microsoft.com/office/drawing/2014/main" id="{F69AD59E-B3DF-E71A-E9BC-48CC473DD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42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0" name="Rectangle 85">
            <a:extLst>
              <a:ext uri="{FF2B5EF4-FFF2-40B4-BE49-F238E27FC236}">
                <a16:creationId xmlns:a16="http://schemas.microsoft.com/office/drawing/2014/main" id="{D261A7CA-654F-ED00-4A19-81B8DD6CB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890713"/>
            <a:ext cx="11113" cy="841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1" name="Rectangle 86">
            <a:extLst>
              <a:ext uri="{FF2B5EF4-FFF2-40B4-BE49-F238E27FC236}">
                <a16:creationId xmlns:a16="http://schemas.microsoft.com/office/drawing/2014/main" id="{FA4D691A-25B3-72E1-B9C8-CB857E4AD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351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2" name="Rectangle 87">
            <a:extLst>
              <a:ext uri="{FF2B5EF4-FFF2-40B4-BE49-F238E27FC236}">
                <a16:creationId xmlns:a16="http://schemas.microsoft.com/office/drawing/2014/main" id="{2EDF3D9A-276A-5B10-C4A4-CA21D957A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720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3" name="Rectangle 88">
            <a:extLst>
              <a:ext uri="{FF2B5EF4-FFF2-40B4-BE49-F238E27FC236}">
                <a16:creationId xmlns:a16="http://schemas.microsoft.com/office/drawing/2014/main" id="{FDDE030C-00AA-DC14-7BF7-B28AD54FE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60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4" name="Rectangle 89">
            <a:extLst>
              <a:ext uri="{FF2B5EF4-FFF2-40B4-BE49-F238E27FC236}">
                <a16:creationId xmlns:a16="http://schemas.microsoft.com/office/drawing/2014/main" id="{7CCE1E74-9B0F-25CB-5B00-B9310A1B6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5" name="Rectangle 90">
            <a:extLst>
              <a:ext uri="{FF2B5EF4-FFF2-40B4-BE49-F238E27FC236}">
                <a16:creationId xmlns:a16="http://schemas.microsoft.com/office/drawing/2014/main" id="{7664341C-CAE1-9493-4A90-ED0647858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6" name="Rectangle 91">
            <a:extLst>
              <a:ext uri="{FF2B5EF4-FFF2-40B4-BE49-F238E27FC236}">
                <a16:creationId xmlns:a16="http://schemas.microsoft.com/office/drawing/2014/main" id="{167D1220-8C70-06C1-347D-0DFB698BA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0" y="49498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7" name="Rectangle 92">
            <a:extLst>
              <a:ext uri="{FF2B5EF4-FFF2-40B4-BE49-F238E27FC236}">
                <a16:creationId xmlns:a16="http://schemas.microsoft.com/office/drawing/2014/main" id="{13BCEC07-594B-29EF-84B9-ACE6E1100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49498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8" name="Rectangle 93">
            <a:extLst>
              <a:ext uri="{FF2B5EF4-FFF2-40B4-BE49-F238E27FC236}">
                <a16:creationId xmlns:a16="http://schemas.microsoft.com/office/drawing/2014/main" id="{52766EFA-AC7D-3969-5838-183EFE87E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593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9" name="Rectangle 94">
            <a:extLst>
              <a:ext uri="{FF2B5EF4-FFF2-40B4-BE49-F238E27FC236}">
                <a16:creationId xmlns:a16="http://schemas.microsoft.com/office/drawing/2014/main" id="{F039B1C4-A0CF-F816-5384-774A0DA86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0" name="Freeform 95">
            <a:extLst>
              <a:ext uri="{FF2B5EF4-FFF2-40B4-BE49-F238E27FC236}">
                <a16:creationId xmlns:a16="http://schemas.microsoft.com/office/drawing/2014/main" id="{8C7D09CD-F9AC-DA93-27FF-9B48455961D0}"/>
              </a:ext>
            </a:extLst>
          </p:cNvPr>
          <p:cNvSpPr>
            <a:spLocks/>
          </p:cNvSpPr>
          <p:nvPr/>
        </p:nvSpPr>
        <p:spPr bwMode="auto">
          <a:xfrm>
            <a:off x="7259638" y="48164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21" name="Rectangle 96">
            <a:extLst>
              <a:ext uri="{FF2B5EF4-FFF2-40B4-BE49-F238E27FC236}">
                <a16:creationId xmlns:a16="http://schemas.microsoft.com/office/drawing/2014/main" id="{59CE0BC3-7A08-6637-CF08-47E35EE53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2" name="Rectangle 97">
            <a:extLst>
              <a:ext uri="{FF2B5EF4-FFF2-40B4-BE49-F238E27FC236}">
                <a16:creationId xmlns:a16="http://schemas.microsoft.com/office/drawing/2014/main" id="{6D76F747-01F6-F341-2135-998FB69BA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768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3" name="Rectangle 98">
            <a:extLst>
              <a:ext uri="{FF2B5EF4-FFF2-40B4-BE49-F238E27FC236}">
                <a16:creationId xmlns:a16="http://schemas.microsoft.com/office/drawing/2014/main" id="{203B61F2-1A20-3CB8-9CFB-ED9E57EEA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6308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4" name="Rectangle 99">
            <a:extLst>
              <a:ext uri="{FF2B5EF4-FFF2-40B4-BE49-F238E27FC236}">
                <a16:creationId xmlns:a16="http://schemas.microsoft.com/office/drawing/2014/main" id="{AFBE58A5-2F62-CF3B-DBC2-04291D149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5" name="Rectangle 100">
            <a:extLst>
              <a:ext uri="{FF2B5EF4-FFF2-40B4-BE49-F238E27FC236}">
                <a16:creationId xmlns:a16="http://schemas.microsoft.com/office/drawing/2014/main" id="{D72A29FD-3C33-74DE-9AF1-A21542EE5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6" name="Rectangle 101">
            <a:extLst>
              <a:ext uri="{FF2B5EF4-FFF2-40B4-BE49-F238E27FC236}">
                <a16:creationId xmlns:a16="http://schemas.microsoft.com/office/drawing/2014/main" id="{0731CEC7-E48E-AC67-A598-46B8C4BDB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546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7" name="Rectangle 102">
            <a:extLst>
              <a:ext uri="{FF2B5EF4-FFF2-40B4-BE49-F238E27FC236}">
                <a16:creationId xmlns:a16="http://schemas.microsoft.com/office/drawing/2014/main" id="{21DDB550-3099-28AD-1EB7-7237D29A9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641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8" name="Rectangle 103">
            <a:extLst>
              <a:ext uri="{FF2B5EF4-FFF2-40B4-BE49-F238E27FC236}">
                <a16:creationId xmlns:a16="http://schemas.microsoft.com/office/drawing/2014/main" id="{E0EA45CC-4E9D-6781-CE80-819B45E31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9" name="Freeform 104">
            <a:extLst>
              <a:ext uri="{FF2B5EF4-FFF2-40B4-BE49-F238E27FC236}">
                <a16:creationId xmlns:a16="http://schemas.microsoft.com/office/drawing/2014/main" id="{4CF2C03D-BF97-2838-C3AC-21AC5A69DAF1}"/>
              </a:ext>
            </a:extLst>
          </p:cNvPr>
          <p:cNvSpPr>
            <a:spLocks/>
          </p:cNvSpPr>
          <p:nvPr/>
        </p:nvSpPr>
        <p:spPr bwMode="auto">
          <a:xfrm>
            <a:off x="7259638" y="51212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30" name="Rectangle 105">
            <a:extLst>
              <a:ext uri="{FF2B5EF4-FFF2-40B4-BE49-F238E27FC236}">
                <a16:creationId xmlns:a16="http://schemas.microsoft.com/office/drawing/2014/main" id="{BFD52F9A-69F5-3638-FDDE-7BDFD3078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1" name="Rectangle 106">
            <a:extLst>
              <a:ext uri="{FF2B5EF4-FFF2-40B4-BE49-F238E27FC236}">
                <a16:creationId xmlns:a16="http://schemas.microsoft.com/office/drawing/2014/main" id="{231B2583-DB9A-8E69-9195-2A95676A2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2" name="Rectangle 107">
            <a:extLst>
              <a:ext uri="{FF2B5EF4-FFF2-40B4-BE49-F238E27FC236}">
                <a16:creationId xmlns:a16="http://schemas.microsoft.com/office/drawing/2014/main" id="{98843757-95EF-5953-13AE-273E4E238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3159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3" name="Rectangle 108">
            <a:extLst>
              <a:ext uri="{FF2B5EF4-FFF2-40B4-BE49-F238E27FC236}">
                <a16:creationId xmlns:a16="http://schemas.microsoft.com/office/drawing/2014/main" id="{46C77A32-572B-7E1F-93FE-231005F7D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41875"/>
            <a:ext cx="12223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4" name="Rectangle 109">
            <a:extLst>
              <a:ext uri="{FF2B5EF4-FFF2-40B4-BE49-F238E27FC236}">
                <a16:creationId xmlns:a16="http://schemas.microsoft.com/office/drawing/2014/main" id="{8602744F-0A8E-607E-79B8-11D35935C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624388"/>
            <a:ext cx="12700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5" name="Rectangle 110">
            <a:extLst>
              <a:ext uri="{FF2B5EF4-FFF2-40B4-BE49-F238E27FC236}">
                <a16:creationId xmlns:a16="http://schemas.microsoft.com/office/drawing/2014/main" id="{49C69AD2-C2F0-5CE7-790E-3F6A72413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624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6" name="Rectangle 111">
            <a:extLst>
              <a:ext uri="{FF2B5EF4-FFF2-40B4-BE49-F238E27FC236}">
                <a16:creationId xmlns:a16="http://schemas.microsoft.com/office/drawing/2014/main" id="{EAF423D1-04B6-9A54-75B9-853377571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14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7" name="Rectangle 112">
            <a:extLst>
              <a:ext uri="{FF2B5EF4-FFF2-40B4-BE49-F238E27FC236}">
                <a16:creationId xmlns:a16="http://schemas.microsoft.com/office/drawing/2014/main" id="{4A8D0117-C857-4945-4E82-B4537ED09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9387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8" name="Rectangle 113">
            <a:extLst>
              <a:ext uri="{FF2B5EF4-FFF2-40B4-BE49-F238E27FC236}">
                <a16:creationId xmlns:a16="http://schemas.microsoft.com/office/drawing/2014/main" id="{FC94A815-54DE-A540-2CC3-6680F79DD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41875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9" name="Rectangle 114">
            <a:extLst>
              <a:ext uri="{FF2B5EF4-FFF2-40B4-BE49-F238E27FC236}">
                <a16:creationId xmlns:a16="http://schemas.microsoft.com/office/drawing/2014/main" id="{387A1F01-6CFD-110B-C7A9-184C37E79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6243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0" name="Rectangle 115">
            <a:extLst>
              <a:ext uri="{FF2B5EF4-FFF2-40B4-BE49-F238E27FC236}">
                <a16:creationId xmlns:a16="http://schemas.microsoft.com/office/drawing/2014/main" id="{76194D72-BA02-A1DB-5122-DCC0E811F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450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1" name="Rectangle 116">
            <a:extLst>
              <a:ext uri="{FF2B5EF4-FFF2-40B4-BE49-F238E27FC236}">
                <a16:creationId xmlns:a16="http://schemas.microsoft.com/office/drawing/2014/main" id="{3760C0C8-A0C2-8136-9E0C-2A006C951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1450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2" name="Rectangle 117">
            <a:extLst>
              <a:ext uri="{FF2B5EF4-FFF2-40B4-BE49-F238E27FC236}">
                <a16:creationId xmlns:a16="http://schemas.microsoft.com/office/drawing/2014/main" id="{02B71F4D-66DD-7422-CE77-D863F2F9F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029075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3" name="Rectangle 118">
            <a:extLst>
              <a:ext uri="{FF2B5EF4-FFF2-40B4-BE49-F238E27FC236}">
                <a16:creationId xmlns:a16="http://schemas.microsoft.com/office/drawing/2014/main" id="{2CA87C0E-6C47-69DB-1875-43A762987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19538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4" name="Rectangle 119">
            <a:extLst>
              <a:ext uri="{FF2B5EF4-FFF2-40B4-BE49-F238E27FC236}">
                <a16:creationId xmlns:a16="http://schemas.microsoft.com/office/drawing/2014/main" id="{912B61A1-0EF0-5378-432F-74923A0F6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48150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5" name="Rectangle 120">
            <a:extLst>
              <a:ext uri="{FF2B5EF4-FFF2-40B4-BE49-F238E27FC236}">
                <a16:creationId xmlns:a16="http://schemas.microsoft.com/office/drawing/2014/main" id="{379F3930-15F8-DFB0-3646-EBBD50F0E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6" name="Rectangle 121">
            <a:extLst>
              <a:ext uri="{FF2B5EF4-FFF2-40B4-BE49-F238E27FC236}">
                <a16:creationId xmlns:a16="http://schemas.microsoft.com/office/drawing/2014/main" id="{4E68BB3F-6449-94EC-84F1-AD7D04FD5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32288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7" name="Rectangle 122">
            <a:extLst>
              <a:ext uri="{FF2B5EF4-FFF2-40B4-BE49-F238E27FC236}">
                <a16:creationId xmlns:a16="http://schemas.microsoft.com/office/drawing/2014/main" id="{D29E7B54-0C4D-B556-B5F1-678C4B03E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8" name="Rectangle 123">
            <a:extLst>
              <a:ext uri="{FF2B5EF4-FFF2-40B4-BE49-F238E27FC236}">
                <a16:creationId xmlns:a16="http://schemas.microsoft.com/office/drawing/2014/main" id="{31A5DCA8-78A4-0883-DF4C-DF93DC15E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9" name="Rectangle 124">
            <a:extLst>
              <a:ext uri="{FF2B5EF4-FFF2-40B4-BE49-F238E27FC236}">
                <a16:creationId xmlns:a16="http://schemas.microsoft.com/office/drawing/2014/main" id="{0FAB62F4-5C54-22AD-3A24-DE1ACAAF5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930400"/>
            <a:ext cx="11113" cy="841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0" name="Rectangle 125">
            <a:extLst>
              <a:ext uri="{FF2B5EF4-FFF2-40B4-BE49-F238E27FC236}">
                <a16:creationId xmlns:a16="http://schemas.microsoft.com/office/drawing/2014/main" id="{51A9A99C-0E1D-1619-5A31-D667D38A1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748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1" name="Rectangle 126">
            <a:extLst>
              <a:ext uri="{FF2B5EF4-FFF2-40B4-BE49-F238E27FC236}">
                <a16:creationId xmlns:a16="http://schemas.microsoft.com/office/drawing/2014/main" id="{F9B2FEC2-0BAC-4745-AB72-65250DE1A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5546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2" name="Rectangle 127">
            <a:extLst>
              <a:ext uri="{FF2B5EF4-FFF2-40B4-BE49-F238E27FC236}">
                <a16:creationId xmlns:a16="http://schemas.microsoft.com/office/drawing/2014/main" id="{DC968606-D089-3AAE-7B37-FAAF4E58E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3" name="Rectangle 128">
            <a:extLst>
              <a:ext uri="{FF2B5EF4-FFF2-40B4-BE49-F238E27FC236}">
                <a16:creationId xmlns:a16="http://schemas.microsoft.com/office/drawing/2014/main" id="{62688E77-0FD3-790D-F286-6C977DE6D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76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4" name="Rectangle 129">
            <a:extLst>
              <a:ext uri="{FF2B5EF4-FFF2-40B4-BE49-F238E27FC236}">
                <a16:creationId xmlns:a16="http://schemas.microsoft.com/office/drawing/2014/main" id="{24C88F76-E8E4-6D11-2F96-02E3B41B1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0" y="51784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5" name="Rectangle 130">
            <a:extLst>
              <a:ext uri="{FF2B5EF4-FFF2-40B4-BE49-F238E27FC236}">
                <a16:creationId xmlns:a16="http://schemas.microsoft.com/office/drawing/2014/main" id="{833EF9DD-31F9-89BF-90B9-BD985FB75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287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6" name="Rectangle 131">
            <a:extLst>
              <a:ext uri="{FF2B5EF4-FFF2-40B4-BE49-F238E27FC236}">
                <a16:creationId xmlns:a16="http://schemas.microsoft.com/office/drawing/2014/main" id="{99E97B9F-B4FE-EF6F-8711-0EAD1DF3E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325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7" name="Rectangle 132">
            <a:extLst>
              <a:ext uri="{FF2B5EF4-FFF2-40B4-BE49-F238E27FC236}">
                <a16:creationId xmlns:a16="http://schemas.microsoft.com/office/drawing/2014/main" id="{EF2A8F33-3ED5-CC99-7C9F-6152797C3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8" name="Rectangle 133">
            <a:extLst>
              <a:ext uri="{FF2B5EF4-FFF2-40B4-BE49-F238E27FC236}">
                <a16:creationId xmlns:a16="http://schemas.microsoft.com/office/drawing/2014/main" id="{6B695AFC-F8D6-7174-6FC1-9298BE90E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9" name="Rectangle 134">
            <a:extLst>
              <a:ext uri="{FF2B5EF4-FFF2-40B4-BE49-F238E27FC236}">
                <a16:creationId xmlns:a16="http://schemas.microsoft.com/office/drawing/2014/main" id="{12499386-399A-0C26-567E-F7CE17D14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548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0" name="Rectangle 135">
            <a:extLst>
              <a:ext uri="{FF2B5EF4-FFF2-40B4-BE49-F238E27FC236}">
                <a16:creationId xmlns:a16="http://schemas.microsoft.com/office/drawing/2014/main" id="{A3C9E36E-EDB5-13D9-1FE5-D0E87AC4F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8625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1" name="Rectangle 136">
            <a:extLst>
              <a:ext uri="{FF2B5EF4-FFF2-40B4-BE49-F238E27FC236}">
                <a16:creationId xmlns:a16="http://schemas.microsoft.com/office/drawing/2014/main" id="{0096BAB6-F804-DC44-626B-237ABA41E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548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2" name="Rectangle 137">
            <a:extLst>
              <a:ext uri="{FF2B5EF4-FFF2-40B4-BE49-F238E27FC236}">
                <a16:creationId xmlns:a16="http://schemas.microsoft.com/office/drawing/2014/main" id="{702000B7-1D4F-5548-4868-B31B32BD0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6688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3" name="Rectangle 138">
            <a:extLst>
              <a:ext uri="{FF2B5EF4-FFF2-40B4-BE49-F238E27FC236}">
                <a16:creationId xmlns:a16="http://schemas.microsoft.com/office/drawing/2014/main" id="{95501408-153C-FE31-7E7F-34F285CC6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4" name="Freeform 139">
            <a:extLst>
              <a:ext uri="{FF2B5EF4-FFF2-40B4-BE49-F238E27FC236}">
                <a16:creationId xmlns:a16="http://schemas.microsoft.com/office/drawing/2014/main" id="{D03E7C32-6B42-9CF1-FD1C-D6DE17EA652D}"/>
              </a:ext>
            </a:extLst>
          </p:cNvPr>
          <p:cNvSpPr>
            <a:spLocks/>
          </p:cNvSpPr>
          <p:nvPr/>
        </p:nvSpPr>
        <p:spPr bwMode="auto">
          <a:xfrm>
            <a:off x="4286250" y="4365625"/>
            <a:ext cx="12700" cy="1588"/>
          </a:xfrm>
          <a:custGeom>
            <a:avLst/>
            <a:gdLst>
              <a:gd name="T0" fmla="*/ 0 w 8"/>
              <a:gd name="T1" fmla="*/ 0 h 1587"/>
              <a:gd name="T2" fmla="*/ 0 w 8"/>
              <a:gd name="T3" fmla="*/ 0 h 1587"/>
              <a:gd name="T4" fmla="*/ 0 w 8"/>
              <a:gd name="T5" fmla="*/ 0 h 1587"/>
              <a:gd name="T6" fmla="*/ 2147483647 w 8"/>
              <a:gd name="T7" fmla="*/ 0 h 1587"/>
              <a:gd name="T8" fmla="*/ 2147483647 w 8"/>
              <a:gd name="T9" fmla="*/ 0 h 1587"/>
              <a:gd name="T10" fmla="*/ 2147483647 w 8"/>
              <a:gd name="T11" fmla="*/ 0 h 1587"/>
              <a:gd name="T12" fmla="*/ 0 w 8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"/>
              <a:gd name="T22" fmla="*/ 0 h 1587"/>
              <a:gd name="T23" fmla="*/ 8 w 8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" h="1587">
                <a:moveTo>
                  <a:pt x="0" y="0"/>
                </a:moveTo>
                <a:lnTo>
                  <a:pt x="0" y="0"/>
                </a:ln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65" name="Rectangle 140">
            <a:extLst>
              <a:ext uri="{FF2B5EF4-FFF2-40B4-BE49-F238E27FC236}">
                <a16:creationId xmlns:a16="http://schemas.microsoft.com/office/drawing/2014/main" id="{EFB0144E-C6DC-C03E-A86E-FEE8A4956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6" name="Rectangle 141">
            <a:extLst>
              <a:ext uri="{FF2B5EF4-FFF2-40B4-BE49-F238E27FC236}">
                <a16:creationId xmlns:a16="http://schemas.microsoft.com/office/drawing/2014/main" id="{5D847E21-6BF1-35C4-D2EE-738504B1C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5488" y="3941763"/>
            <a:ext cx="292100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7" name="Rectangle 142">
            <a:extLst>
              <a:ext uri="{FF2B5EF4-FFF2-40B4-BE49-F238E27FC236}">
                <a16:creationId xmlns:a16="http://schemas.microsoft.com/office/drawing/2014/main" id="{5BC9CD91-53E3-B910-9016-094A134E9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8" name="Rectangle 143">
            <a:extLst>
              <a:ext uri="{FF2B5EF4-FFF2-40B4-BE49-F238E27FC236}">
                <a16:creationId xmlns:a16="http://schemas.microsoft.com/office/drawing/2014/main" id="{4F09A225-AD4C-046C-4CF9-9E6B3D9BE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2813050"/>
            <a:ext cx="120650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9" name="Rectangle 144">
            <a:extLst>
              <a:ext uri="{FF2B5EF4-FFF2-40B4-BE49-F238E27FC236}">
                <a16:creationId xmlns:a16="http://schemas.microsoft.com/office/drawing/2014/main" id="{C3462680-3B6C-D065-95A1-A2D0B2DBC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8950" y="15986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grpSp>
        <p:nvGrpSpPr>
          <p:cNvPr id="2" name="组合 353">
            <a:extLst>
              <a:ext uri="{FF2B5EF4-FFF2-40B4-BE49-F238E27FC236}">
                <a16:creationId xmlns:a16="http://schemas.microsoft.com/office/drawing/2014/main" id="{DAB5466B-BE14-5B41-7FDC-A2722EC390D0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1217613"/>
            <a:ext cx="6705600" cy="4732337"/>
            <a:chOff x="1295400" y="1144934"/>
            <a:chExt cx="6705600" cy="4732338"/>
          </a:xfrm>
        </p:grpSpPr>
        <p:sp>
          <p:nvSpPr>
            <p:cNvPr id="59546" name="AutoShape 146">
              <a:extLst>
                <a:ext uri="{FF2B5EF4-FFF2-40B4-BE49-F238E27FC236}">
                  <a16:creationId xmlns:a16="http://schemas.microsoft.com/office/drawing/2014/main" id="{C7310A56-A7A0-DA4E-5A5B-D1C166FDCA7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95400" y="1144934"/>
              <a:ext cx="6705600" cy="473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7" name="Freeform 147">
              <a:extLst>
                <a:ext uri="{FF2B5EF4-FFF2-40B4-BE49-F238E27FC236}">
                  <a16:creationId xmlns:a16="http://schemas.microsoft.com/office/drawing/2014/main" id="{F322356B-4593-7470-12E8-FF9ACE47D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73725" cy="3459163"/>
            </a:xfrm>
            <a:custGeom>
              <a:avLst/>
              <a:gdLst>
                <a:gd name="T0" fmla="*/ 2147483647 w 3574"/>
                <a:gd name="T1" fmla="*/ 0 h 2179"/>
                <a:gd name="T2" fmla="*/ 2147483647 w 3574"/>
                <a:gd name="T3" fmla="*/ 2147483647 h 2179"/>
                <a:gd name="T4" fmla="*/ 2147483647 w 3574"/>
                <a:gd name="T5" fmla="*/ 2147483647 h 2179"/>
                <a:gd name="T6" fmla="*/ 2147483647 w 3574"/>
                <a:gd name="T7" fmla="*/ 2147483647 h 2179"/>
                <a:gd name="T8" fmla="*/ 0 w 3574"/>
                <a:gd name="T9" fmla="*/ 2147483647 h 2179"/>
                <a:gd name="T10" fmla="*/ 0 w 3574"/>
                <a:gd name="T11" fmla="*/ 2147483647 h 2179"/>
                <a:gd name="T12" fmla="*/ 0 w 3574"/>
                <a:gd name="T13" fmla="*/ 2147483647 h 2179"/>
                <a:gd name="T14" fmla="*/ 2147483647 w 3574"/>
                <a:gd name="T15" fmla="*/ 2147483647 h 2179"/>
                <a:gd name="T16" fmla="*/ 2147483647 w 3574"/>
                <a:gd name="T17" fmla="*/ 2147483647 h 2179"/>
                <a:gd name="T18" fmla="*/ 2147483647 w 3574"/>
                <a:gd name="T19" fmla="*/ 2147483647 h 2179"/>
                <a:gd name="T20" fmla="*/ 2147483647 w 3574"/>
                <a:gd name="T21" fmla="*/ 2147483647 h 2179"/>
                <a:gd name="T22" fmla="*/ 2147483647 w 3574"/>
                <a:gd name="T23" fmla="*/ 2147483647 h 2179"/>
                <a:gd name="T24" fmla="*/ 2147483647 w 3574"/>
                <a:gd name="T25" fmla="*/ 2147483647 h 2179"/>
                <a:gd name="T26" fmla="*/ 2147483647 w 3574"/>
                <a:gd name="T27" fmla="*/ 2147483647 h 2179"/>
                <a:gd name="T28" fmla="*/ 2147483647 w 3574"/>
                <a:gd name="T29" fmla="*/ 2147483647 h 2179"/>
                <a:gd name="T30" fmla="*/ 2147483647 w 3574"/>
                <a:gd name="T31" fmla="*/ 2147483647 h 2179"/>
                <a:gd name="T32" fmla="*/ 2147483647 w 3574"/>
                <a:gd name="T33" fmla="*/ 2147483647 h 2179"/>
                <a:gd name="T34" fmla="*/ 2147483647 w 3574"/>
                <a:gd name="T35" fmla="*/ 2147483647 h 2179"/>
                <a:gd name="T36" fmla="*/ 2147483647 w 3574"/>
                <a:gd name="T37" fmla="*/ 2147483647 h 2179"/>
                <a:gd name="T38" fmla="*/ 2147483647 w 3574"/>
                <a:gd name="T39" fmla="*/ 2147483647 h 2179"/>
                <a:gd name="T40" fmla="*/ 2147483647 w 3574"/>
                <a:gd name="T41" fmla="*/ 2147483647 h 2179"/>
                <a:gd name="T42" fmla="*/ 2147483647 w 3574"/>
                <a:gd name="T43" fmla="*/ 2147483647 h 2179"/>
                <a:gd name="T44" fmla="*/ 2147483647 w 3574"/>
                <a:gd name="T45" fmla="*/ 0 h 2179"/>
                <a:gd name="T46" fmla="*/ 2147483647 w 3574"/>
                <a:gd name="T47" fmla="*/ 0 h 2179"/>
                <a:gd name="T48" fmla="*/ 2147483647 w 3574"/>
                <a:gd name="T49" fmla="*/ 0 h 21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74"/>
                <a:gd name="T76" fmla="*/ 0 h 2179"/>
                <a:gd name="T77" fmla="*/ 3574 w 3574"/>
                <a:gd name="T78" fmla="*/ 2179 h 217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74" h="2179">
                  <a:moveTo>
                    <a:pt x="138" y="0"/>
                  </a:moveTo>
                  <a:lnTo>
                    <a:pt x="84" y="8"/>
                  </a:lnTo>
                  <a:lnTo>
                    <a:pt x="46" y="39"/>
                  </a:lnTo>
                  <a:lnTo>
                    <a:pt x="16" y="85"/>
                  </a:lnTo>
                  <a:lnTo>
                    <a:pt x="0" y="138"/>
                  </a:lnTo>
                  <a:lnTo>
                    <a:pt x="0" y="1086"/>
                  </a:lnTo>
                  <a:lnTo>
                    <a:pt x="0" y="2041"/>
                  </a:lnTo>
                  <a:lnTo>
                    <a:pt x="16" y="2095"/>
                  </a:lnTo>
                  <a:lnTo>
                    <a:pt x="46" y="214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28" y="39"/>
                  </a:lnTo>
                  <a:lnTo>
                    <a:pt x="3490" y="8"/>
                  </a:lnTo>
                  <a:lnTo>
                    <a:pt x="3436" y="0"/>
                  </a:lnTo>
                  <a:lnTo>
                    <a:pt x="1783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8" name="Freeform 148">
              <a:extLst>
                <a:ext uri="{FF2B5EF4-FFF2-40B4-BE49-F238E27FC236}">
                  <a16:creationId xmlns:a16="http://schemas.microsoft.com/office/drawing/2014/main" id="{6AC2DEC0-E57D-6512-035F-53935C009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84838" cy="3470275"/>
            </a:xfrm>
            <a:custGeom>
              <a:avLst/>
              <a:gdLst>
                <a:gd name="T0" fmla="*/ 2147483647 w 3581"/>
                <a:gd name="T1" fmla="*/ 2147483647 h 2186"/>
                <a:gd name="T2" fmla="*/ 2147483647 w 3581"/>
                <a:gd name="T3" fmla="*/ 2147483647 h 2186"/>
                <a:gd name="T4" fmla="*/ 2147483647 w 3581"/>
                <a:gd name="T5" fmla="*/ 2147483647 h 2186"/>
                <a:gd name="T6" fmla="*/ 2147483647 w 3581"/>
                <a:gd name="T7" fmla="*/ 2147483647 h 2186"/>
                <a:gd name="T8" fmla="*/ 2147483647 w 3581"/>
                <a:gd name="T9" fmla="*/ 2147483647 h 2186"/>
                <a:gd name="T10" fmla="*/ 2147483647 w 3581"/>
                <a:gd name="T11" fmla="*/ 2147483647 h 2186"/>
                <a:gd name="T12" fmla="*/ 2147483647 w 3581"/>
                <a:gd name="T13" fmla="*/ 2147483647 h 2186"/>
                <a:gd name="T14" fmla="*/ 2147483647 w 3581"/>
                <a:gd name="T15" fmla="*/ 2147483647 h 2186"/>
                <a:gd name="T16" fmla="*/ 2147483647 w 3581"/>
                <a:gd name="T17" fmla="*/ 2147483647 h 2186"/>
                <a:gd name="T18" fmla="*/ 2147483647 w 3581"/>
                <a:gd name="T19" fmla="*/ 2147483647 h 2186"/>
                <a:gd name="T20" fmla="*/ 2147483647 w 3581"/>
                <a:gd name="T21" fmla="*/ 2147483647 h 2186"/>
                <a:gd name="T22" fmla="*/ 2147483647 w 3581"/>
                <a:gd name="T23" fmla="*/ 2147483647 h 2186"/>
                <a:gd name="T24" fmla="*/ 2147483647 w 3581"/>
                <a:gd name="T25" fmla="*/ 2147483647 h 2186"/>
                <a:gd name="T26" fmla="*/ 2147483647 w 3581"/>
                <a:gd name="T27" fmla="*/ 2147483647 h 2186"/>
                <a:gd name="T28" fmla="*/ 2147483647 w 3581"/>
                <a:gd name="T29" fmla="*/ 2147483647 h 2186"/>
                <a:gd name="T30" fmla="*/ 2147483647 w 3581"/>
                <a:gd name="T31" fmla="*/ 2147483647 h 2186"/>
                <a:gd name="T32" fmla="*/ 2147483647 w 3581"/>
                <a:gd name="T33" fmla="*/ 2147483647 h 2186"/>
                <a:gd name="T34" fmla="*/ 2147483647 w 3581"/>
                <a:gd name="T35" fmla="*/ 2147483647 h 2186"/>
                <a:gd name="T36" fmla="*/ 2147483647 w 3581"/>
                <a:gd name="T37" fmla="*/ 2147483647 h 2186"/>
                <a:gd name="T38" fmla="*/ 2147483647 w 3581"/>
                <a:gd name="T39" fmla="*/ 2147483647 h 2186"/>
                <a:gd name="T40" fmla="*/ 2147483647 w 3581"/>
                <a:gd name="T41" fmla="*/ 2147483647 h 2186"/>
                <a:gd name="T42" fmla="*/ 2147483647 w 3581"/>
                <a:gd name="T43" fmla="*/ 2147483647 h 2186"/>
                <a:gd name="T44" fmla="*/ 2147483647 w 3581"/>
                <a:gd name="T45" fmla="*/ 2147483647 h 2186"/>
                <a:gd name="T46" fmla="*/ 2147483647 w 3581"/>
                <a:gd name="T47" fmla="*/ 2147483647 h 2186"/>
                <a:gd name="T48" fmla="*/ 2147483647 w 3581"/>
                <a:gd name="T49" fmla="*/ 0 h 2186"/>
                <a:gd name="T50" fmla="*/ 2147483647 w 3581"/>
                <a:gd name="T51" fmla="*/ 0 h 2186"/>
                <a:gd name="T52" fmla="*/ 2147483647 w 3581"/>
                <a:gd name="T53" fmla="*/ 2147483647 h 2186"/>
                <a:gd name="T54" fmla="*/ 2147483647 w 3581"/>
                <a:gd name="T55" fmla="*/ 2147483647 h 2186"/>
                <a:gd name="T56" fmla="*/ 2147483647 w 3581"/>
                <a:gd name="T57" fmla="*/ 2147483647 h 2186"/>
                <a:gd name="T58" fmla="*/ 2147483647 w 3581"/>
                <a:gd name="T59" fmla="*/ 2147483647 h 2186"/>
                <a:gd name="T60" fmla="*/ 2147483647 w 3581"/>
                <a:gd name="T61" fmla="*/ 2147483647 h 2186"/>
                <a:gd name="T62" fmla="*/ 2147483647 w 3581"/>
                <a:gd name="T63" fmla="*/ 2147483647 h 2186"/>
                <a:gd name="T64" fmla="*/ 2147483647 w 3581"/>
                <a:gd name="T65" fmla="*/ 2147483647 h 2186"/>
                <a:gd name="T66" fmla="*/ 2147483647 w 3581"/>
                <a:gd name="T67" fmla="*/ 2147483647 h 2186"/>
                <a:gd name="T68" fmla="*/ 2147483647 w 3581"/>
                <a:gd name="T69" fmla="*/ 2147483647 h 2186"/>
                <a:gd name="T70" fmla="*/ 2147483647 w 3581"/>
                <a:gd name="T71" fmla="*/ 2147483647 h 2186"/>
                <a:gd name="T72" fmla="*/ 2147483647 w 3581"/>
                <a:gd name="T73" fmla="*/ 2147483647 h 2186"/>
                <a:gd name="T74" fmla="*/ 2147483647 w 3581"/>
                <a:gd name="T75" fmla="*/ 2147483647 h 2186"/>
                <a:gd name="T76" fmla="*/ 2147483647 w 3581"/>
                <a:gd name="T77" fmla="*/ 2147483647 h 2186"/>
                <a:gd name="T78" fmla="*/ 2147483647 w 3581"/>
                <a:gd name="T79" fmla="*/ 2147483647 h 2186"/>
                <a:gd name="T80" fmla="*/ 2147483647 w 3581"/>
                <a:gd name="T81" fmla="*/ 2147483647 h 2186"/>
                <a:gd name="T82" fmla="*/ 0 w 3581"/>
                <a:gd name="T83" fmla="*/ 2147483647 h 2186"/>
                <a:gd name="T84" fmla="*/ 0 w 3581"/>
                <a:gd name="T85" fmla="*/ 2147483647 h 2186"/>
                <a:gd name="T86" fmla="*/ 0 w 3581"/>
                <a:gd name="T87" fmla="*/ 2147483647 h 2186"/>
                <a:gd name="T88" fmla="*/ 2147483647 w 3581"/>
                <a:gd name="T89" fmla="*/ 2147483647 h 2186"/>
                <a:gd name="T90" fmla="*/ 2147483647 w 3581"/>
                <a:gd name="T91" fmla="*/ 2147483647 h 2186"/>
                <a:gd name="T92" fmla="*/ 2147483647 w 3581"/>
                <a:gd name="T93" fmla="*/ 2147483647 h 2186"/>
                <a:gd name="T94" fmla="*/ 2147483647 w 3581"/>
                <a:gd name="T95" fmla="*/ 0 h 21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581"/>
                <a:gd name="T145" fmla="*/ 0 h 2186"/>
                <a:gd name="T146" fmla="*/ 3581 w 3581"/>
                <a:gd name="T147" fmla="*/ 2186 h 218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581" h="2186">
                  <a:moveTo>
                    <a:pt x="138" y="8"/>
                  </a:moveTo>
                  <a:lnTo>
                    <a:pt x="84" y="16"/>
                  </a:lnTo>
                  <a:lnTo>
                    <a:pt x="92" y="16"/>
                  </a:lnTo>
                  <a:lnTo>
                    <a:pt x="54" y="46"/>
                  </a:lnTo>
                  <a:lnTo>
                    <a:pt x="23" y="92"/>
                  </a:lnTo>
                  <a:lnTo>
                    <a:pt x="23" y="85"/>
                  </a:lnTo>
                  <a:lnTo>
                    <a:pt x="8" y="138"/>
                  </a:lnTo>
                  <a:lnTo>
                    <a:pt x="8" y="1086"/>
                  </a:lnTo>
                  <a:lnTo>
                    <a:pt x="8" y="2041"/>
                  </a:lnTo>
                  <a:lnTo>
                    <a:pt x="23" y="2095"/>
                  </a:lnTo>
                  <a:lnTo>
                    <a:pt x="54" y="2141"/>
                  </a:lnTo>
                  <a:lnTo>
                    <a:pt x="92" y="217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58" y="92"/>
                  </a:lnTo>
                  <a:lnTo>
                    <a:pt x="3528" y="46"/>
                  </a:lnTo>
                  <a:lnTo>
                    <a:pt x="3490" y="16"/>
                  </a:lnTo>
                  <a:lnTo>
                    <a:pt x="3436" y="8"/>
                  </a:lnTo>
                  <a:lnTo>
                    <a:pt x="1783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783" y="0"/>
                  </a:lnTo>
                  <a:lnTo>
                    <a:pt x="3436" y="0"/>
                  </a:lnTo>
                  <a:lnTo>
                    <a:pt x="3490" y="8"/>
                  </a:lnTo>
                  <a:lnTo>
                    <a:pt x="3497" y="8"/>
                  </a:lnTo>
                  <a:lnTo>
                    <a:pt x="3536" y="39"/>
                  </a:lnTo>
                  <a:lnTo>
                    <a:pt x="3566" y="85"/>
                  </a:lnTo>
                  <a:lnTo>
                    <a:pt x="3581" y="138"/>
                  </a:lnTo>
                  <a:lnTo>
                    <a:pt x="3581" y="1086"/>
                  </a:lnTo>
                  <a:lnTo>
                    <a:pt x="3581" y="2041"/>
                  </a:lnTo>
                  <a:lnTo>
                    <a:pt x="3566" y="2095"/>
                  </a:lnTo>
                  <a:lnTo>
                    <a:pt x="3566" y="2102"/>
                  </a:lnTo>
                  <a:lnTo>
                    <a:pt x="3536" y="2148"/>
                  </a:lnTo>
                  <a:lnTo>
                    <a:pt x="3497" y="2179"/>
                  </a:lnTo>
                  <a:lnTo>
                    <a:pt x="3490" y="2179"/>
                  </a:lnTo>
                  <a:lnTo>
                    <a:pt x="3436" y="2186"/>
                  </a:lnTo>
                  <a:lnTo>
                    <a:pt x="1783" y="2186"/>
                  </a:lnTo>
                  <a:lnTo>
                    <a:pt x="138" y="2186"/>
                  </a:lnTo>
                  <a:lnTo>
                    <a:pt x="84" y="2179"/>
                  </a:lnTo>
                  <a:lnTo>
                    <a:pt x="46" y="2148"/>
                  </a:lnTo>
                  <a:lnTo>
                    <a:pt x="16" y="2102"/>
                  </a:lnTo>
                  <a:lnTo>
                    <a:pt x="16" y="2095"/>
                  </a:lnTo>
                  <a:lnTo>
                    <a:pt x="0" y="2041"/>
                  </a:lnTo>
                  <a:lnTo>
                    <a:pt x="0" y="1086"/>
                  </a:lnTo>
                  <a:lnTo>
                    <a:pt x="0" y="138"/>
                  </a:lnTo>
                  <a:lnTo>
                    <a:pt x="16" y="85"/>
                  </a:lnTo>
                  <a:lnTo>
                    <a:pt x="46" y="39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9" name="Freeform 149">
              <a:extLst>
                <a:ext uri="{FF2B5EF4-FFF2-40B4-BE49-F238E27FC236}">
                  <a16:creationId xmlns:a16="http://schemas.microsoft.com/office/drawing/2014/main" id="{E54336E5-1508-D1CB-F08F-0C71FE9DB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14863" cy="2597150"/>
            </a:xfrm>
            <a:custGeom>
              <a:avLst/>
              <a:gdLst>
                <a:gd name="T0" fmla="*/ 2147483647 w 2907"/>
                <a:gd name="T1" fmla="*/ 0 h 1636"/>
                <a:gd name="T2" fmla="*/ 2147483647 w 2907"/>
                <a:gd name="T3" fmla="*/ 2147483647 h 1636"/>
                <a:gd name="T4" fmla="*/ 2147483647 w 2907"/>
                <a:gd name="T5" fmla="*/ 2147483647 h 1636"/>
                <a:gd name="T6" fmla="*/ 2147483647 w 2907"/>
                <a:gd name="T7" fmla="*/ 2147483647 h 1636"/>
                <a:gd name="T8" fmla="*/ 0 w 2907"/>
                <a:gd name="T9" fmla="*/ 2147483647 h 1636"/>
                <a:gd name="T10" fmla="*/ 0 w 2907"/>
                <a:gd name="T11" fmla="*/ 2147483647 h 1636"/>
                <a:gd name="T12" fmla="*/ 0 w 2907"/>
                <a:gd name="T13" fmla="*/ 2147483647 h 1636"/>
                <a:gd name="T14" fmla="*/ 2147483647 w 2907"/>
                <a:gd name="T15" fmla="*/ 2147483647 h 1636"/>
                <a:gd name="T16" fmla="*/ 2147483647 w 2907"/>
                <a:gd name="T17" fmla="*/ 2147483647 h 1636"/>
                <a:gd name="T18" fmla="*/ 2147483647 w 2907"/>
                <a:gd name="T19" fmla="*/ 2147483647 h 1636"/>
                <a:gd name="T20" fmla="*/ 2147483647 w 2907"/>
                <a:gd name="T21" fmla="*/ 2147483647 h 1636"/>
                <a:gd name="T22" fmla="*/ 2147483647 w 2907"/>
                <a:gd name="T23" fmla="*/ 2147483647 h 1636"/>
                <a:gd name="T24" fmla="*/ 2147483647 w 2907"/>
                <a:gd name="T25" fmla="*/ 2147483647 h 1636"/>
                <a:gd name="T26" fmla="*/ 2147483647 w 2907"/>
                <a:gd name="T27" fmla="*/ 2147483647 h 1636"/>
                <a:gd name="T28" fmla="*/ 2147483647 w 2907"/>
                <a:gd name="T29" fmla="*/ 2147483647 h 1636"/>
                <a:gd name="T30" fmla="*/ 2147483647 w 2907"/>
                <a:gd name="T31" fmla="*/ 2147483647 h 1636"/>
                <a:gd name="T32" fmla="*/ 2147483647 w 2907"/>
                <a:gd name="T33" fmla="*/ 2147483647 h 1636"/>
                <a:gd name="T34" fmla="*/ 2147483647 w 2907"/>
                <a:gd name="T35" fmla="*/ 2147483647 h 1636"/>
                <a:gd name="T36" fmla="*/ 2147483647 w 2907"/>
                <a:gd name="T37" fmla="*/ 2147483647 h 1636"/>
                <a:gd name="T38" fmla="*/ 2147483647 w 2907"/>
                <a:gd name="T39" fmla="*/ 2147483647 h 1636"/>
                <a:gd name="T40" fmla="*/ 2147483647 w 2907"/>
                <a:gd name="T41" fmla="*/ 2147483647 h 1636"/>
                <a:gd name="T42" fmla="*/ 2147483647 w 2907"/>
                <a:gd name="T43" fmla="*/ 2147483647 h 1636"/>
                <a:gd name="T44" fmla="*/ 2147483647 w 2907"/>
                <a:gd name="T45" fmla="*/ 0 h 1636"/>
                <a:gd name="T46" fmla="*/ 2147483647 w 2907"/>
                <a:gd name="T47" fmla="*/ 0 h 1636"/>
                <a:gd name="T48" fmla="*/ 2147483647 w 2907"/>
                <a:gd name="T49" fmla="*/ 0 h 16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07"/>
                <a:gd name="T76" fmla="*/ 0 h 1636"/>
                <a:gd name="T77" fmla="*/ 2907 w 2907"/>
                <a:gd name="T78" fmla="*/ 1636 h 16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07" h="1636">
                  <a:moveTo>
                    <a:pt x="137" y="0"/>
                  </a:moveTo>
                  <a:lnTo>
                    <a:pt x="84" y="8"/>
                  </a:lnTo>
                  <a:lnTo>
                    <a:pt x="38" y="39"/>
                  </a:lnTo>
                  <a:lnTo>
                    <a:pt x="7" y="84"/>
                  </a:lnTo>
                  <a:lnTo>
                    <a:pt x="0" y="138"/>
                  </a:lnTo>
                  <a:lnTo>
                    <a:pt x="0" y="818"/>
                  </a:lnTo>
                  <a:lnTo>
                    <a:pt x="0" y="1499"/>
                  </a:lnTo>
                  <a:lnTo>
                    <a:pt x="7" y="1552"/>
                  </a:lnTo>
                  <a:lnTo>
                    <a:pt x="38" y="1590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62" y="39"/>
                  </a:lnTo>
                  <a:lnTo>
                    <a:pt x="2823" y="8"/>
                  </a:lnTo>
                  <a:lnTo>
                    <a:pt x="2770" y="0"/>
                  </a:lnTo>
                  <a:lnTo>
                    <a:pt x="1454" y="0"/>
                  </a:lnTo>
                  <a:lnTo>
                    <a:pt x="13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0" name="Freeform 150">
              <a:extLst>
                <a:ext uri="{FF2B5EF4-FFF2-40B4-BE49-F238E27FC236}">
                  <a16:creationId xmlns:a16="http://schemas.microsoft.com/office/drawing/2014/main" id="{394B7E23-62DF-D87D-713B-E31452E44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27563" cy="2609850"/>
            </a:xfrm>
            <a:custGeom>
              <a:avLst/>
              <a:gdLst>
                <a:gd name="T0" fmla="*/ 2147483647 w 2915"/>
                <a:gd name="T1" fmla="*/ 2147483647 h 1644"/>
                <a:gd name="T2" fmla="*/ 2147483647 w 2915"/>
                <a:gd name="T3" fmla="*/ 2147483647 h 1644"/>
                <a:gd name="T4" fmla="*/ 2147483647 w 2915"/>
                <a:gd name="T5" fmla="*/ 2147483647 h 1644"/>
                <a:gd name="T6" fmla="*/ 2147483647 w 2915"/>
                <a:gd name="T7" fmla="*/ 2147483647 h 1644"/>
                <a:gd name="T8" fmla="*/ 2147483647 w 2915"/>
                <a:gd name="T9" fmla="*/ 2147483647 h 1644"/>
                <a:gd name="T10" fmla="*/ 2147483647 w 2915"/>
                <a:gd name="T11" fmla="*/ 2147483647 h 1644"/>
                <a:gd name="T12" fmla="*/ 2147483647 w 2915"/>
                <a:gd name="T13" fmla="*/ 2147483647 h 1644"/>
                <a:gd name="T14" fmla="*/ 2147483647 w 2915"/>
                <a:gd name="T15" fmla="*/ 2147483647 h 1644"/>
                <a:gd name="T16" fmla="*/ 2147483647 w 2915"/>
                <a:gd name="T17" fmla="*/ 2147483647 h 1644"/>
                <a:gd name="T18" fmla="*/ 2147483647 w 2915"/>
                <a:gd name="T19" fmla="*/ 2147483647 h 1644"/>
                <a:gd name="T20" fmla="*/ 2147483647 w 2915"/>
                <a:gd name="T21" fmla="*/ 2147483647 h 1644"/>
                <a:gd name="T22" fmla="*/ 2147483647 w 2915"/>
                <a:gd name="T23" fmla="*/ 2147483647 h 1644"/>
                <a:gd name="T24" fmla="*/ 2147483647 w 2915"/>
                <a:gd name="T25" fmla="*/ 2147483647 h 1644"/>
                <a:gd name="T26" fmla="*/ 2147483647 w 2915"/>
                <a:gd name="T27" fmla="*/ 2147483647 h 1644"/>
                <a:gd name="T28" fmla="*/ 2147483647 w 2915"/>
                <a:gd name="T29" fmla="*/ 2147483647 h 1644"/>
                <a:gd name="T30" fmla="*/ 2147483647 w 2915"/>
                <a:gd name="T31" fmla="*/ 2147483647 h 1644"/>
                <a:gd name="T32" fmla="*/ 2147483647 w 2915"/>
                <a:gd name="T33" fmla="*/ 2147483647 h 1644"/>
                <a:gd name="T34" fmla="*/ 2147483647 w 2915"/>
                <a:gd name="T35" fmla="*/ 2147483647 h 1644"/>
                <a:gd name="T36" fmla="*/ 2147483647 w 2915"/>
                <a:gd name="T37" fmla="*/ 2147483647 h 1644"/>
                <a:gd name="T38" fmla="*/ 2147483647 w 2915"/>
                <a:gd name="T39" fmla="*/ 2147483647 h 1644"/>
                <a:gd name="T40" fmla="*/ 2147483647 w 2915"/>
                <a:gd name="T41" fmla="*/ 2147483647 h 1644"/>
                <a:gd name="T42" fmla="*/ 2147483647 w 2915"/>
                <a:gd name="T43" fmla="*/ 2147483647 h 1644"/>
                <a:gd name="T44" fmla="*/ 2147483647 w 2915"/>
                <a:gd name="T45" fmla="*/ 2147483647 h 1644"/>
                <a:gd name="T46" fmla="*/ 2147483647 w 2915"/>
                <a:gd name="T47" fmla="*/ 2147483647 h 1644"/>
                <a:gd name="T48" fmla="*/ 2147483647 w 2915"/>
                <a:gd name="T49" fmla="*/ 0 h 1644"/>
                <a:gd name="T50" fmla="*/ 2147483647 w 2915"/>
                <a:gd name="T51" fmla="*/ 0 h 1644"/>
                <a:gd name="T52" fmla="*/ 2147483647 w 2915"/>
                <a:gd name="T53" fmla="*/ 2147483647 h 1644"/>
                <a:gd name="T54" fmla="*/ 2147483647 w 2915"/>
                <a:gd name="T55" fmla="*/ 2147483647 h 1644"/>
                <a:gd name="T56" fmla="*/ 2147483647 w 2915"/>
                <a:gd name="T57" fmla="*/ 2147483647 h 1644"/>
                <a:gd name="T58" fmla="*/ 2147483647 w 2915"/>
                <a:gd name="T59" fmla="*/ 2147483647 h 1644"/>
                <a:gd name="T60" fmla="*/ 2147483647 w 2915"/>
                <a:gd name="T61" fmla="*/ 2147483647 h 1644"/>
                <a:gd name="T62" fmla="*/ 2147483647 w 2915"/>
                <a:gd name="T63" fmla="*/ 2147483647 h 1644"/>
                <a:gd name="T64" fmla="*/ 2147483647 w 2915"/>
                <a:gd name="T65" fmla="*/ 2147483647 h 1644"/>
                <a:gd name="T66" fmla="*/ 2147483647 w 2915"/>
                <a:gd name="T67" fmla="*/ 2147483647 h 1644"/>
                <a:gd name="T68" fmla="*/ 2147483647 w 2915"/>
                <a:gd name="T69" fmla="*/ 2147483647 h 1644"/>
                <a:gd name="T70" fmla="*/ 2147483647 w 2915"/>
                <a:gd name="T71" fmla="*/ 2147483647 h 1644"/>
                <a:gd name="T72" fmla="*/ 2147483647 w 2915"/>
                <a:gd name="T73" fmla="*/ 2147483647 h 1644"/>
                <a:gd name="T74" fmla="*/ 2147483647 w 2915"/>
                <a:gd name="T75" fmla="*/ 2147483647 h 1644"/>
                <a:gd name="T76" fmla="*/ 2147483647 w 2915"/>
                <a:gd name="T77" fmla="*/ 2147483647 h 1644"/>
                <a:gd name="T78" fmla="*/ 2147483647 w 2915"/>
                <a:gd name="T79" fmla="*/ 2147483647 h 1644"/>
                <a:gd name="T80" fmla="*/ 2147483647 w 2915"/>
                <a:gd name="T81" fmla="*/ 2147483647 h 1644"/>
                <a:gd name="T82" fmla="*/ 0 w 2915"/>
                <a:gd name="T83" fmla="*/ 2147483647 h 1644"/>
                <a:gd name="T84" fmla="*/ 0 w 2915"/>
                <a:gd name="T85" fmla="*/ 2147483647 h 1644"/>
                <a:gd name="T86" fmla="*/ 0 w 2915"/>
                <a:gd name="T87" fmla="*/ 2147483647 h 1644"/>
                <a:gd name="T88" fmla="*/ 2147483647 w 2915"/>
                <a:gd name="T89" fmla="*/ 2147483647 h 1644"/>
                <a:gd name="T90" fmla="*/ 2147483647 w 2915"/>
                <a:gd name="T91" fmla="*/ 2147483647 h 1644"/>
                <a:gd name="T92" fmla="*/ 2147483647 w 2915"/>
                <a:gd name="T93" fmla="*/ 2147483647 h 1644"/>
                <a:gd name="T94" fmla="*/ 2147483647 w 2915"/>
                <a:gd name="T95" fmla="*/ 0 h 16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915"/>
                <a:gd name="T145" fmla="*/ 0 h 1644"/>
                <a:gd name="T146" fmla="*/ 2915 w 2915"/>
                <a:gd name="T147" fmla="*/ 1644 h 16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915" h="1644">
                  <a:moveTo>
                    <a:pt x="137" y="8"/>
                  </a:moveTo>
                  <a:lnTo>
                    <a:pt x="84" y="16"/>
                  </a:lnTo>
                  <a:lnTo>
                    <a:pt x="91" y="16"/>
                  </a:lnTo>
                  <a:lnTo>
                    <a:pt x="46" y="46"/>
                  </a:lnTo>
                  <a:lnTo>
                    <a:pt x="15" y="92"/>
                  </a:lnTo>
                  <a:lnTo>
                    <a:pt x="15" y="84"/>
                  </a:lnTo>
                  <a:lnTo>
                    <a:pt x="7" y="138"/>
                  </a:lnTo>
                  <a:lnTo>
                    <a:pt x="7" y="818"/>
                  </a:lnTo>
                  <a:lnTo>
                    <a:pt x="7" y="1499"/>
                  </a:lnTo>
                  <a:lnTo>
                    <a:pt x="15" y="1552"/>
                  </a:lnTo>
                  <a:lnTo>
                    <a:pt x="46" y="1590"/>
                  </a:lnTo>
                  <a:lnTo>
                    <a:pt x="91" y="1621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92" y="92"/>
                  </a:lnTo>
                  <a:lnTo>
                    <a:pt x="2862" y="46"/>
                  </a:lnTo>
                  <a:lnTo>
                    <a:pt x="2823" y="16"/>
                  </a:lnTo>
                  <a:lnTo>
                    <a:pt x="2770" y="8"/>
                  </a:lnTo>
                  <a:lnTo>
                    <a:pt x="1454" y="8"/>
                  </a:lnTo>
                  <a:lnTo>
                    <a:pt x="137" y="8"/>
                  </a:lnTo>
                  <a:lnTo>
                    <a:pt x="137" y="0"/>
                  </a:lnTo>
                  <a:lnTo>
                    <a:pt x="1454" y="0"/>
                  </a:lnTo>
                  <a:lnTo>
                    <a:pt x="2770" y="0"/>
                  </a:lnTo>
                  <a:lnTo>
                    <a:pt x="2823" y="8"/>
                  </a:lnTo>
                  <a:lnTo>
                    <a:pt x="2831" y="8"/>
                  </a:lnTo>
                  <a:lnTo>
                    <a:pt x="2869" y="39"/>
                  </a:lnTo>
                  <a:lnTo>
                    <a:pt x="2900" y="84"/>
                  </a:lnTo>
                  <a:lnTo>
                    <a:pt x="2915" y="138"/>
                  </a:lnTo>
                  <a:lnTo>
                    <a:pt x="2915" y="818"/>
                  </a:lnTo>
                  <a:lnTo>
                    <a:pt x="2915" y="1499"/>
                  </a:lnTo>
                  <a:lnTo>
                    <a:pt x="2900" y="1552"/>
                  </a:lnTo>
                  <a:lnTo>
                    <a:pt x="2900" y="1560"/>
                  </a:lnTo>
                  <a:lnTo>
                    <a:pt x="2869" y="1598"/>
                  </a:lnTo>
                  <a:lnTo>
                    <a:pt x="2831" y="1628"/>
                  </a:lnTo>
                  <a:lnTo>
                    <a:pt x="2823" y="1628"/>
                  </a:lnTo>
                  <a:lnTo>
                    <a:pt x="2770" y="1644"/>
                  </a:lnTo>
                  <a:lnTo>
                    <a:pt x="1454" y="1644"/>
                  </a:lnTo>
                  <a:lnTo>
                    <a:pt x="137" y="1644"/>
                  </a:lnTo>
                  <a:lnTo>
                    <a:pt x="84" y="1628"/>
                  </a:lnTo>
                  <a:lnTo>
                    <a:pt x="38" y="1598"/>
                  </a:lnTo>
                  <a:lnTo>
                    <a:pt x="7" y="1560"/>
                  </a:lnTo>
                  <a:lnTo>
                    <a:pt x="7" y="1552"/>
                  </a:lnTo>
                  <a:lnTo>
                    <a:pt x="0" y="1499"/>
                  </a:lnTo>
                  <a:lnTo>
                    <a:pt x="0" y="818"/>
                  </a:lnTo>
                  <a:lnTo>
                    <a:pt x="0" y="138"/>
                  </a:lnTo>
                  <a:lnTo>
                    <a:pt x="7" y="84"/>
                  </a:lnTo>
                  <a:lnTo>
                    <a:pt x="38" y="39"/>
                  </a:lnTo>
                  <a:lnTo>
                    <a:pt x="84" y="8"/>
                  </a:lnTo>
                  <a:lnTo>
                    <a:pt x="137" y="0"/>
                  </a:lnTo>
                  <a:lnTo>
                    <a:pt x="13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1" name="Freeform 151">
              <a:extLst>
                <a:ext uri="{FF2B5EF4-FFF2-40B4-BE49-F238E27FC236}">
                  <a16:creationId xmlns:a16="http://schemas.microsoft.com/office/drawing/2014/main" id="{B5EAEABA-9324-954F-D531-41121241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86150" cy="2001838"/>
            </a:xfrm>
            <a:custGeom>
              <a:avLst/>
              <a:gdLst>
                <a:gd name="T0" fmla="*/ 2147483647 w 2196"/>
                <a:gd name="T1" fmla="*/ 0 h 1261"/>
                <a:gd name="T2" fmla="*/ 2147483647 w 2196"/>
                <a:gd name="T3" fmla="*/ 2147483647 h 1261"/>
                <a:gd name="T4" fmla="*/ 2147483647 w 2196"/>
                <a:gd name="T5" fmla="*/ 2147483647 h 1261"/>
                <a:gd name="T6" fmla="*/ 2147483647 w 2196"/>
                <a:gd name="T7" fmla="*/ 2147483647 h 1261"/>
                <a:gd name="T8" fmla="*/ 0 w 2196"/>
                <a:gd name="T9" fmla="*/ 2147483647 h 1261"/>
                <a:gd name="T10" fmla="*/ 0 w 2196"/>
                <a:gd name="T11" fmla="*/ 2147483647 h 1261"/>
                <a:gd name="T12" fmla="*/ 0 w 2196"/>
                <a:gd name="T13" fmla="*/ 2147483647 h 1261"/>
                <a:gd name="T14" fmla="*/ 2147483647 w 2196"/>
                <a:gd name="T15" fmla="*/ 2147483647 h 1261"/>
                <a:gd name="T16" fmla="*/ 2147483647 w 2196"/>
                <a:gd name="T17" fmla="*/ 2147483647 h 1261"/>
                <a:gd name="T18" fmla="*/ 2147483647 w 2196"/>
                <a:gd name="T19" fmla="*/ 2147483647 h 1261"/>
                <a:gd name="T20" fmla="*/ 2147483647 w 2196"/>
                <a:gd name="T21" fmla="*/ 2147483647 h 1261"/>
                <a:gd name="T22" fmla="*/ 2147483647 w 2196"/>
                <a:gd name="T23" fmla="*/ 2147483647 h 1261"/>
                <a:gd name="T24" fmla="*/ 2147483647 w 2196"/>
                <a:gd name="T25" fmla="*/ 2147483647 h 1261"/>
                <a:gd name="T26" fmla="*/ 2147483647 w 2196"/>
                <a:gd name="T27" fmla="*/ 2147483647 h 1261"/>
                <a:gd name="T28" fmla="*/ 2147483647 w 2196"/>
                <a:gd name="T29" fmla="*/ 2147483647 h 1261"/>
                <a:gd name="T30" fmla="*/ 2147483647 w 2196"/>
                <a:gd name="T31" fmla="*/ 2147483647 h 1261"/>
                <a:gd name="T32" fmla="*/ 2147483647 w 2196"/>
                <a:gd name="T33" fmla="*/ 2147483647 h 1261"/>
                <a:gd name="T34" fmla="*/ 2147483647 w 2196"/>
                <a:gd name="T35" fmla="*/ 2147483647 h 1261"/>
                <a:gd name="T36" fmla="*/ 2147483647 w 2196"/>
                <a:gd name="T37" fmla="*/ 2147483647 h 1261"/>
                <a:gd name="T38" fmla="*/ 2147483647 w 2196"/>
                <a:gd name="T39" fmla="*/ 2147483647 h 1261"/>
                <a:gd name="T40" fmla="*/ 2147483647 w 2196"/>
                <a:gd name="T41" fmla="*/ 2147483647 h 1261"/>
                <a:gd name="T42" fmla="*/ 2147483647 w 2196"/>
                <a:gd name="T43" fmla="*/ 2147483647 h 1261"/>
                <a:gd name="T44" fmla="*/ 2147483647 w 2196"/>
                <a:gd name="T45" fmla="*/ 0 h 1261"/>
                <a:gd name="T46" fmla="*/ 2147483647 w 2196"/>
                <a:gd name="T47" fmla="*/ 0 h 1261"/>
                <a:gd name="T48" fmla="*/ 2147483647 w 2196"/>
                <a:gd name="T49" fmla="*/ 0 h 12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96"/>
                <a:gd name="T76" fmla="*/ 0 h 1261"/>
                <a:gd name="T77" fmla="*/ 2196 w 2196"/>
                <a:gd name="T78" fmla="*/ 1261 h 126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96" h="1261">
                  <a:moveTo>
                    <a:pt x="138" y="0"/>
                  </a:moveTo>
                  <a:lnTo>
                    <a:pt x="84" y="8"/>
                  </a:lnTo>
                  <a:lnTo>
                    <a:pt x="39" y="38"/>
                  </a:lnTo>
                  <a:lnTo>
                    <a:pt x="8" y="84"/>
                  </a:lnTo>
                  <a:lnTo>
                    <a:pt x="0" y="138"/>
                  </a:lnTo>
                  <a:lnTo>
                    <a:pt x="0" y="627"/>
                  </a:lnTo>
                  <a:lnTo>
                    <a:pt x="0" y="1124"/>
                  </a:lnTo>
                  <a:lnTo>
                    <a:pt x="8" y="1177"/>
                  </a:lnTo>
                  <a:lnTo>
                    <a:pt x="39" y="1215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51" y="38"/>
                  </a:lnTo>
                  <a:lnTo>
                    <a:pt x="2112" y="8"/>
                  </a:lnTo>
                  <a:lnTo>
                    <a:pt x="2059" y="0"/>
                  </a:lnTo>
                  <a:lnTo>
                    <a:pt x="1095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2" name="Freeform 152">
              <a:extLst>
                <a:ext uri="{FF2B5EF4-FFF2-40B4-BE49-F238E27FC236}">
                  <a16:creationId xmlns:a16="http://schemas.microsoft.com/office/drawing/2014/main" id="{E793E975-BAC7-24A7-3332-DABA03CA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98850" cy="2014538"/>
            </a:xfrm>
            <a:custGeom>
              <a:avLst/>
              <a:gdLst>
                <a:gd name="T0" fmla="*/ 2147483647 w 2204"/>
                <a:gd name="T1" fmla="*/ 2147483647 h 1269"/>
                <a:gd name="T2" fmla="*/ 2147483647 w 2204"/>
                <a:gd name="T3" fmla="*/ 2147483647 h 1269"/>
                <a:gd name="T4" fmla="*/ 2147483647 w 2204"/>
                <a:gd name="T5" fmla="*/ 2147483647 h 1269"/>
                <a:gd name="T6" fmla="*/ 2147483647 w 2204"/>
                <a:gd name="T7" fmla="*/ 2147483647 h 1269"/>
                <a:gd name="T8" fmla="*/ 2147483647 w 2204"/>
                <a:gd name="T9" fmla="*/ 2147483647 h 1269"/>
                <a:gd name="T10" fmla="*/ 2147483647 w 2204"/>
                <a:gd name="T11" fmla="*/ 2147483647 h 1269"/>
                <a:gd name="T12" fmla="*/ 2147483647 w 2204"/>
                <a:gd name="T13" fmla="*/ 2147483647 h 1269"/>
                <a:gd name="T14" fmla="*/ 2147483647 w 2204"/>
                <a:gd name="T15" fmla="*/ 2147483647 h 1269"/>
                <a:gd name="T16" fmla="*/ 2147483647 w 2204"/>
                <a:gd name="T17" fmla="*/ 2147483647 h 1269"/>
                <a:gd name="T18" fmla="*/ 2147483647 w 2204"/>
                <a:gd name="T19" fmla="*/ 2147483647 h 1269"/>
                <a:gd name="T20" fmla="*/ 2147483647 w 2204"/>
                <a:gd name="T21" fmla="*/ 2147483647 h 1269"/>
                <a:gd name="T22" fmla="*/ 2147483647 w 2204"/>
                <a:gd name="T23" fmla="*/ 2147483647 h 1269"/>
                <a:gd name="T24" fmla="*/ 2147483647 w 2204"/>
                <a:gd name="T25" fmla="*/ 2147483647 h 1269"/>
                <a:gd name="T26" fmla="*/ 2147483647 w 2204"/>
                <a:gd name="T27" fmla="*/ 2147483647 h 1269"/>
                <a:gd name="T28" fmla="*/ 2147483647 w 2204"/>
                <a:gd name="T29" fmla="*/ 2147483647 h 1269"/>
                <a:gd name="T30" fmla="*/ 2147483647 w 2204"/>
                <a:gd name="T31" fmla="*/ 2147483647 h 1269"/>
                <a:gd name="T32" fmla="*/ 2147483647 w 2204"/>
                <a:gd name="T33" fmla="*/ 2147483647 h 1269"/>
                <a:gd name="T34" fmla="*/ 2147483647 w 2204"/>
                <a:gd name="T35" fmla="*/ 2147483647 h 1269"/>
                <a:gd name="T36" fmla="*/ 2147483647 w 2204"/>
                <a:gd name="T37" fmla="*/ 2147483647 h 1269"/>
                <a:gd name="T38" fmla="*/ 2147483647 w 2204"/>
                <a:gd name="T39" fmla="*/ 2147483647 h 1269"/>
                <a:gd name="T40" fmla="*/ 2147483647 w 2204"/>
                <a:gd name="T41" fmla="*/ 2147483647 h 1269"/>
                <a:gd name="T42" fmla="*/ 2147483647 w 2204"/>
                <a:gd name="T43" fmla="*/ 2147483647 h 1269"/>
                <a:gd name="T44" fmla="*/ 2147483647 w 2204"/>
                <a:gd name="T45" fmla="*/ 2147483647 h 1269"/>
                <a:gd name="T46" fmla="*/ 2147483647 w 2204"/>
                <a:gd name="T47" fmla="*/ 2147483647 h 1269"/>
                <a:gd name="T48" fmla="*/ 2147483647 w 2204"/>
                <a:gd name="T49" fmla="*/ 0 h 1269"/>
                <a:gd name="T50" fmla="*/ 2147483647 w 2204"/>
                <a:gd name="T51" fmla="*/ 0 h 1269"/>
                <a:gd name="T52" fmla="*/ 2147483647 w 2204"/>
                <a:gd name="T53" fmla="*/ 2147483647 h 1269"/>
                <a:gd name="T54" fmla="*/ 2147483647 w 2204"/>
                <a:gd name="T55" fmla="*/ 2147483647 h 1269"/>
                <a:gd name="T56" fmla="*/ 2147483647 w 2204"/>
                <a:gd name="T57" fmla="*/ 2147483647 h 1269"/>
                <a:gd name="T58" fmla="*/ 2147483647 w 2204"/>
                <a:gd name="T59" fmla="*/ 2147483647 h 1269"/>
                <a:gd name="T60" fmla="*/ 2147483647 w 2204"/>
                <a:gd name="T61" fmla="*/ 2147483647 h 1269"/>
                <a:gd name="T62" fmla="*/ 2147483647 w 2204"/>
                <a:gd name="T63" fmla="*/ 2147483647 h 1269"/>
                <a:gd name="T64" fmla="*/ 2147483647 w 2204"/>
                <a:gd name="T65" fmla="*/ 2147483647 h 1269"/>
                <a:gd name="T66" fmla="*/ 2147483647 w 2204"/>
                <a:gd name="T67" fmla="*/ 2147483647 h 1269"/>
                <a:gd name="T68" fmla="*/ 2147483647 w 2204"/>
                <a:gd name="T69" fmla="*/ 2147483647 h 1269"/>
                <a:gd name="T70" fmla="*/ 2147483647 w 2204"/>
                <a:gd name="T71" fmla="*/ 2147483647 h 1269"/>
                <a:gd name="T72" fmla="*/ 2147483647 w 2204"/>
                <a:gd name="T73" fmla="*/ 2147483647 h 1269"/>
                <a:gd name="T74" fmla="*/ 2147483647 w 2204"/>
                <a:gd name="T75" fmla="*/ 2147483647 h 1269"/>
                <a:gd name="T76" fmla="*/ 2147483647 w 2204"/>
                <a:gd name="T77" fmla="*/ 2147483647 h 1269"/>
                <a:gd name="T78" fmla="*/ 2147483647 w 2204"/>
                <a:gd name="T79" fmla="*/ 2147483647 h 1269"/>
                <a:gd name="T80" fmla="*/ 2147483647 w 2204"/>
                <a:gd name="T81" fmla="*/ 2147483647 h 1269"/>
                <a:gd name="T82" fmla="*/ 0 w 2204"/>
                <a:gd name="T83" fmla="*/ 2147483647 h 1269"/>
                <a:gd name="T84" fmla="*/ 0 w 2204"/>
                <a:gd name="T85" fmla="*/ 2147483647 h 1269"/>
                <a:gd name="T86" fmla="*/ 0 w 2204"/>
                <a:gd name="T87" fmla="*/ 2147483647 h 1269"/>
                <a:gd name="T88" fmla="*/ 2147483647 w 2204"/>
                <a:gd name="T89" fmla="*/ 2147483647 h 1269"/>
                <a:gd name="T90" fmla="*/ 2147483647 w 2204"/>
                <a:gd name="T91" fmla="*/ 2147483647 h 1269"/>
                <a:gd name="T92" fmla="*/ 2147483647 w 2204"/>
                <a:gd name="T93" fmla="*/ 2147483647 h 1269"/>
                <a:gd name="T94" fmla="*/ 2147483647 w 2204"/>
                <a:gd name="T95" fmla="*/ 0 h 12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04"/>
                <a:gd name="T145" fmla="*/ 0 h 1269"/>
                <a:gd name="T146" fmla="*/ 2204 w 2204"/>
                <a:gd name="T147" fmla="*/ 1269 h 126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04" h="1269">
                  <a:moveTo>
                    <a:pt x="138" y="8"/>
                  </a:moveTo>
                  <a:lnTo>
                    <a:pt x="84" y="15"/>
                  </a:lnTo>
                  <a:lnTo>
                    <a:pt x="92" y="15"/>
                  </a:lnTo>
                  <a:lnTo>
                    <a:pt x="46" y="46"/>
                  </a:lnTo>
                  <a:lnTo>
                    <a:pt x="16" y="92"/>
                  </a:lnTo>
                  <a:lnTo>
                    <a:pt x="16" y="84"/>
                  </a:lnTo>
                  <a:lnTo>
                    <a:pt x="8" y="138"/>
                  </a:lnTo>
                  <a:lnTo>
                    <a:pt x="8" y="627"/>
                  </a:lnTo>
                  <a:lnTo>
                    <a:pt x="8" y="1124"/>
                  </a:lnTo>
                  <a:lnTo>
                    <a:pt x="16" y="1177"/>
                  </a:lnTo>
                  <a:lnTo>
                    <a:pt x="46" y="1215"/>
                  </a:lnTo>
                  <a:lnTo>
                    <a:pt x="92" y="1246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81" y="92"/>
                  </a:lnTo>
                  <a:lnTo>
                    <a:pt x="2151" y="46"/>
                  </a:lnTo>
                  <a:lnTo>
                    <a:pt x="2112" y="15"/>
                  </a:lnTo>
                  <a:lnTo>
                    <a:pt x="2059" y="8"/>
                  </a:lnTo>
                  <a:lnTo>
                    <a:pt x="1095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095" y="0"/>
                  </a:lnTo>
                  <a:lnTo>
                    <a:pt x="2059" y="0"/>
                  </a:lnTo>
                  <a:lnTo>
                    <a:pt x="2112" y="8"/>
                  </a:lnTo>
                  <a:lnTo>
                    <a:pt x="2120" y="8"/>
                  </a:lnTo>
                  <a:lnTo>
                    <a:pt x="2158" y="38"/>
                  </a:lnTo>
                  <a:lnTo>
                    <a:pt x="2189" y="84"/>
                  </a:lnTo>
                  <a:lnTo>
                    <a:pt x="2204" y="138"/>
                  </a:lnTo>
                  <a:lnTo>
                    <a:pt x="2204" y="627"/>
                  </a:lnTo>
                  <a:lnTo>
                    <a:pt x="2204" y="1124"/>
                  </a:lnTo>
                  <a:lnTo>
                    <a:pt x="2189" y="1177"/>
                  </a:lnTo>
                  <a:lnTo>
                    <a:pt x="2189" y="1185"/>
                  </a:lnTo>
                  <a:lnTo>
                    <a:pt x="2158" y="1223"/>
                  </a:lnTo>
                  <a:lnTo>
                    <a:pt x="2120" y="1253"/>
                  </a:lnTo>
                  <a:lnTo>
                    <a:pt x="2112" y="1253"/>
                  </a:lnTo>
                  <a:lnTo>
                    <a:pt x="2059" y="1269"/>
                  </a:lnTo>
                  <a:lnTo>
                    <a:pt x="1095" y="1269"/>
                  </a:lnTo>
                  <a:lnTo>
                    <a:pt x="138" y="1269"/>
                  </a:lnTo>
                  <a:lnTo>
                    <a:pt x="84" y="1253"/>
                  </a:lnTo>
                  <a:lnTo>
                    <a:pt x="39" y="1223"/>
                  </a:lnTo>
                  <a:lnTo>
                    <a:pt x="8" y="1185"/>
                  </a:lnTo>
                  <a:lnTo>
                    <a:pt x="8" y="1177"/>
                  </a:lnTo>
                  <a:lnTo>
                    <a:pt x="0" y="1124"/>
                  </a:lnTo>
                  <a:lnTo>
                    <a:pt x="0" y="627"/>
                  </a:lnTo>
                  <a:lnTo>
                    <a:pt x="0" y="138"/>
                  </a:lnTo>
                  <a:lnTo>
                    <a:pt x="8" y="84"/>
                  </a:lnTo>
                  <a:lnTo>
                    <a:pt x="39" y="38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3" name="Freeform 153">
              <a:extLst>
                <a:ext uri="{FF2B5EF4-FFF2-40B4-BE49-F238E27FC236}">
                  <a16:creationId xmlns:a16="http://schemas.microsoft.com/office/drawing/2014/main" id="{B929CBC9-F60A-F071-3D0F-49D4D8FDA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3802409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4" name="Freeform 154">
              <a:extLst>
                <a:ext uri="{FF2B5EF4-FFF2-40B4-BE49-F238E27FC236}">
                  <a16:creationId xmlns:a16="http://schemas.microsoft.com/office/drawing/2014/main" id="{85EF73AB-B659-4E12-F786-7FD4EFD5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05063" cy="1139825"/>
            </a:xfrm>
            <a:custGeom>
              <a:avLst/>
              <a:gdLst>
                <a:gd name="T0" fmla="*/ 2147483647 w 1515"/>
                <a:gd name="T1" fmla="*/ 0 h 718"/>
                <a:gd name="T2" fmla="*/ 2147483647 w 1515"/>
                <a:gd name="T3" fmla="*/ 2147483647 h 718"/>
                <a:gd name="T4" fmla="*/ 2147483647 w 1515"/>
                <a:gd name="T5" fmla="*/ 2147483647 h 718"/>
                <a:gd name="T6" fmla="*/ 2147483647 w 1515"/>
                <a:gd name="T7" fmla="*/ 2147483647 h 718"/>
                <a:gd name="T8" fmla="*/ 0 w 1515"/>
                <a:gd name="T9" fmla="*/ 2147483647 h 718"/>
                <a:gd name="T10" fmla="*/ 0 w 1515"/>
                <a:gd name="T11" fmla="*/ 2147483647 h 718"/>
                <a:gd name="T12" fmla="*/ 0 w 1515"/>
                <a:gd name="T13" fmla="*/ 2147483647 h 718"/>
                <a:gd name="T14" fmla="*/ 2147483647 w 1515"/>
                <a:gd name="T15" fmla="*/ 2147483647 h 718"/>
                <a:gd name="T16" fmla="*/ 2147483647 w 1515"/>
                <a:gd name="T17" fmla="*/ 2147483647 h 718"/>
                <a:gd name="T18" fmla="*/ 2147483647 w 1515"/>
                <a:gd name="T19" fmla="*/ 2147483647 h 718"/>
                <a:gd name="T20" fmla="*/ 2147483647 w 1515"/>
                <a:gd name="T21" fmla="*/ 2147483647 h 718"/>
                <a:gd name="T22" fmla="*/ 2147483647 w 1515"/>
                <a:gd name="T23" fmla="*/ 2147483647 h 718"/>
                <a:gd name="T24" fmla="*/ 2147483647 w 1515"/>
                <a:gd name="T25" fmla="*/ 2147483647 h 718"/>
                <a:gd name="T26" fmla="*/ 2147483647 w 1515"/>
                <a:gd name="T27" fmla="*/ 2147483647 h 718"/>
                <a:gd name="T28" fmla="*/ 2147483647 w 1515"/>
                <a:gd name="T29" fmla="*/ 2147483647 h 718"/>
                <a:gd name="T30" fmla="*/ 2147483647 w 1515"/>
                <a:gd name="T31" fmla="*/ 2147483647 h 718"/>
                <a:gd name="T32" fmla="*/ 2147483647 w 1515"/>
                <a:gd name="T33" fmla="*/ 2147483647 h 718"/>
                <a:gd name="T34" fmla="*/ 2147483647 w 1515"/>
                <a:gd name="T35" fmla="*/ 2147483647 h 718"/>
                <a:gd name="T36" fmla="*/ 2147483647 w 1515"/>
                <a:gd name="T37" fmla="*/ 2147483647 h 718"/>
                <a:gd name="T38" fmla="*/ 2147483647 w 1515"/>
                <a:gd name="T39" fmla="*/ 2147483647 h 718"/>
                <a:gd name="T40" fmla="*/ 2147483647 w 1515"/>
                <a:gd name="T41" fmla="*/ 2147483647 h 718"/>
                <a:gd name="T42" fmla="*/ 2147483647 w 1515"/>
                <a:gd name="T43" fmla="*/ 2147483647 h 718"/>
                <a:gd name="T44" fmla="*/ 2147483647 w 1515"/>
                <a:gd name="T45" fmla="*/ 0 h 718"/>
                <a:gd name="T46" fmla="*/ 2147483647 w 1515"/>
                <a:gd name="T47" fmla="*/ 0 h 718"/>
                <a:gd name="T48" fmla="*/ 2147483647 w 1515"/>
                <a:gd name="T49" fmla="*/ 0 h 7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15"/>
                <a:gd name="T76" fmla="*/ 0 h 718"/>
                <a:gd name="T77" fmla="*/ 1515 w 1515"/>
                <a:gd name="T78" fmla="*/ 718 h 71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15" h="718">
                  <a:moveTo>
                    <a:pt x="138" y="0"/>
                  </a:moveTo>
                  <a:lnTo>
                    <a:pt x="84" y="15"/>
                  </a:lnTo>
                  <a:lnTo>
                    <a:pt x="39" y="46"/>
                  </a:lnTo>
                  <a:lnTo>
                    <a:pt x="16" y="84"/>
                  </a:lnTo>
                  <a:lnTo>
                    <a:pt x="0" y="137"/>
                  </a:lnTo>
                  <a:lnTo>
                    <a:pt x="0" y="359"/>
                  </a:lnTo>
                  <a:lnTo>
                    <a:pt x="0" y="581"/>
                  </a:lnTo>
                  <a:lnTo>
                    <a:pt x="16" y="634"/>
                  </a:lnTo>
                  <a:lnTo>
                    <a:pt x="39" y="672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470" y="46"/>
                  </a:lnTo>
                  <a:lnTo>
                    <a:pt x="1431" y="15"/>
                  </a:lnTo>
                  <a:lnTo>
                    <a:pt x="1378" y="0"/>
                  </a:lnTo>
                  <a:lnTo>
                    <a:pt x="758" y="0"/>
                  </a:lnTo>
                  <a:lnTo>
                    <a:pt x="138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5" name="Freeform 155">
              <a:extLst>
                <a:ext uri="{FF2B5EF4-FFF2-40B4-BE49-F238E27FC236}">
                  <a16:creationId xmlns:a16="http://schemas.microsoft.com/office/drawing/2014/main" id="{9169F44B-F120-8EAF-4756-0D06C337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17763" cy="1152525"/>
            </a:xfrm>
            <a:custGeom>
              <a:avLst/>
              <a:gdLst>
                <a:gd name="T0" fmla="*/ 2147483647 w 1523"/>
                <a:gd name="T1" fmla="*/ 2147483647 h 726"/>
                <a:gd name="T2" fmla="*/ 2147483647 w 1523"/>
                <a:gd name="T3" fmla="*/ 2147483647 h 726"/>
                <a:gd name="T4" fmla="*/ 2147483647 w 1523"/>
                <a:gd name="T5" fmla="*/ 2147483647 h 726"/>
                <a:gd name="T6" fmla="*/ 2147483647 w 1523"/>
                <a:gd name="T7" fmla="*/ 2147483647 h 726"/>
                <a:gd name="T8" fmla="*/ 2147483647 w 1523"/>
                <a:gd name="T9" fmla="*/ 2147483647 h 726"/>
                <a:gd name="T10" fmla="*/ 2147483647 w 1523"/>
                <a:gd name="T11" fmla="*/ 2147483647 h 726"/>
                <a:gd name="T12" fmla="*/ 2147483647 w 1523"/>
                <a:gd name="T13" fmla="*/ 2147483647 h 726"/>
                <a:gd name="T14" fmla="*/ 2147483647 w 1523"/>
                <a:gd name="T15" fmla="*/ 2147483647 h 726"/>
                <a:gd name="T16" fmla="*/ 2147483647 w 1523"/>
                <a:gd name="T17" fmla="*/ 2147483647 h 726"/>
                <a:gd name="T18" fmla="*/ 2147483647 w 1523"/>
                <a:gd name="T19" fmla="*/ 2147483647 h 726"/>
                <a:gd name="T20" fmla="*/ 2147483647 w 1523"/>
                <a:gd name="T21" fmla="*/ 2147483647 h 726"/>
                <a:gd name="T22" fmla="*/ 2147483647 w 1523"/>
                <a:gd name="T23" fmla="*/ 2147483647 h 726"/>
                <a:gd name="T24" fmla="*/ 2147483647 w 1523"/>
                <a:gd name="T25" fmla="*/ 2147483647 h 726"/>
                <a:gd name="T26" fmla="*/ 2147483647 w 1523"/>
                <a:gd name="T27" fmla="*/ 2147483647 h 726"/>
                <a:gd name="T28" fmla="*/ 2147483647 w 1523"/>
                <a:gd name="T29" fmla="*/ 2147483647 h 726"/>
                <a:gd name="T30" fmla="*/ 2147483647 w 1523"/>
                <a:gd name="T31" fmla="*/ 2147483647 h 726"/>
                <a:gd name="T32" fmla="*/ 2147483647 w 1523"/>
                <a:gd name="T33" fmla="*/ 2147483647 h 726"/>
                <a:gd name="T34" fmla="*/ 2147483647 w 1523"/>
                <a:gd name="T35" fmla="*/ 2147483647 h 726"/>
                <a:gd name="T36" fmla="*/ 2147483647 w 1523"/>
                <a:gd name="T37" fmla="*/ 2147483647 h 726"/>
                <a:gd name="T38" fmla="*/ 2147483647 w 1523"/>
                <a:gd name="T39" fmla="*/ 2147483647 h 726"/>
                <a:gd name="T40" fmla="*/ 2147483647 w 1523"/>
                <a:gd name="T41" fmla="*/ 2147483647 h 726"/>
                <a:gd name="T42" fmla="*/ 2147483647 w 1523"/>
                <a:gd name="T43" fmla="*/ 2147483647 h 726"/>
                <a:gd name="T44" fmla="*/ 2147483647 w 1523"/>
                <a:gd name="T45" fmla="*/ 2147483647 h 726"/>
                <a:gd name="T46" fmla="*/ 2147483647 w 1523"/>
                <a:gd name="T47" fmla="*/ 2147483647 h 726"/>
                <a:gd name="T48" fmla="*/ 2147483647 w 1523"/>
                <a:gd name="T49" fmla="*/ 0 h 726"/>
                <a:gd name="T50" fmla="*/ 2147483647 w 1523"/>
                <a:gd name="T51" fmla="*/ 0 h 726"/>
                <a:gd name="T52" fmla="*/ 2147483647 w 1523"/>
                <a:gd name="T53" fmla="*/ 2147483647 h 726"/>
                <a:gd name="T54" fmla="*/ 2147483647 w 1523"/>
                <a:gd name="T55" fmla="*/ 2147483647 h 726"/>
                <a:gd name="T56" fmla="*/ 2147483647 w 1523"/>
                <a:gd name="T57" fmla="*/ 2147483647 h 726"/>
                <a:gd name="T58" fmla="*/ 2147483647 w 1523"/>
                <a:gd name="T59" fmla="*/ 2147483647 h 726"/>
                <a:gd name="T60" fmla="*/ 2147483647 w 1523"/>
                <a:gd name="T61" fmla="*/ 2147483647 h 726"/>
                <a:gd name="T62" fmla="*/ 2147483647 w 1523"/>
                <a:gd name="T63" fmla="*/ 2147483647 h 726"/>
                <a:gd name="T64" fmla="*/ 2147483647 w 1523"/>
                <a:gd name="T65" fmla="*/ 2147483647 h 726"/>
                <a:gd name="T66" fmla="*/ 2147483647 w 1523"/>
                <a:gd name="T67" fmla="*/ 2147483647 h 726"/>
                <a:gd name="T68" fmla="*/ 2147483647 w 1523"/>
                <a:gd name="T69" fmla="*/ 2147483647 h 726"/>
                <a:gd name="T70" fmla="*/ 2147483647 w 1523"/>
                <a:gd name="T71" fmla="*/ 2147483647 h 726"/>
                <a:gd name="T72" fmla="*/ 2147483647 w 1523"/>
                <a:gd name="T73" fmla="*/ 2147483647 h 726"/>
                <a:gd name="T74" fmla="*/ 2147483647 w 1523"/>
                <a:gd name="T75" fmla="*/ 2147483647 h 726"/>
                <a:gd name="T76" fmla="*/ 2147483647 w 1523"/>
                <a:gd name="T77" fmla="*/ 2147483647 h 726"/>
                <a:gd name="T78" fmla="*/ 2147483647 w 1523"/>
                <a:gd name="T79" fmla="*/ 2147483647 h 726"/>
                <a:gd name="T80" fmla="*/ 2147483647 w 1523"/>
                <a:gd name="T81" fmla="*/ 2147483647 h 726"/>
                <a:gd name="T82" fmla="*/ 0 w 1523"/>
                <a:gd name="T83" fmla="*/ 2147483647 h 726"/>
                <a:gd name="T84" fmla="*/ 0 w 1523"/>
                <a:gd name="T85" fmla="*/ 2147483647 h 726"/>
                <a:gd name="T86" fmla="*/ 0 w 1523"/>
                <a:gd name="T87" fmla="*/ 2147483647 h 726"/>
                <a:gd name="T88" fmla="*/ 2147483647 w 1523"/>
                <a:gd name="T89" fmla="*/ 2147483647 h 726"/>
                <a:gd name="T90" fmla="*/ 2147483647 w 1523"/>
                <a:gd name="T91" fmla="*/ 2147483647 h 726"/>
                <a:gd name="T92" fmla="*/ 2147483647 w 1523"/>
                <a:gd name="T93" fmla="*/ 2147483647 h 726"/>
                <a:gd name="T94" fmla="*/ 2147483647 w 1523"/>
                <a:gd name="T95" fmla="*/ 0 h 7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523"/>
                <a:gd name="T145" fmla="*/ 0 h 726"/>
                <a:gd name="T146" fmla="*/ 1523 w 1523"/>
                <a:gd name="T147" fmla="*/ 726 h 72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523" h="726">
                  <a:moveTo>
                    <a:pt x="138" y="7"/>
                  </a:moveTo>
                  <a:lnTo>
                    <a:pt x="84" y="23"/>
                  </a:lnTo>
                  <a:lnTo>
                    <a:pt x="92" y="23"/>
                  </a:lnTo>
                  <a:lnTo>
                    <a:pt x="46" y="53"/>
                  </a:lnTo>
                  <a:lnTo>
                    <a:pt x="23" y="91"/>
                  </a:lnTo>
                  <a:lnTo>
                    <a:pt x="23" y="84"/>
                  </a:lnTo>
                  <a:lnTo>
                    <a:pt x="8" y="137"/>
                  </a:lnTo>
                  <a:lnTo>
                    <a:pt x="8" y="359"/>
                  </a:lnTo>
                  <a:lnTo>
                    <a:pt x="8" y="581"/>
                  </a:lnTo>
                  <a:lnTo>
                    <a:pt x="23" y="634"/>
                  </a:lnTo>
                  <a:lnTo>
                    <a:pt x="46" y="672"/>
                  </a:lnTo>
                  <a:lnTo>
                    <a:pt x="92" y="703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500" y="91"/>
                  </a:lnTo>
                  <a:lnTo>
                    <a:pt x="1470" y="53"/>
                  </a:lnTo>
                  <a:lnTo>
                    <a:pt x="1431" y="23"/>
                  </a:lnTo>
                  <a:lnTo>
                    <a:pt x="1378" y="7"/>
                  </a:lnTo>
                  <a:lnTo>
                    <a:pt x="758" y="7"/>
                  </a:lnTo>
                  <a:lnTo>
                    <a:pt x="138" y="7"/>
                  </a:lnTo>
                  <a:lnTo>
                    <a:pt x="138" y="0"/>
                  </a:lnTo>
                  <a:lnTo>
                    <a:pt x="758" y="0"/>
                  </a:lnTo>
                  <a:lnTo>
                    <a:pt x="1378" y="0"/>
                  </a:lnTo>
                  <a:lnTo>
                    <a:pt x="1431" y="15"/>
                  </a:lnTo>
                  <a:lnTo>
                    <a:pt x="1439" y="15"/>
                  </a:lnTo>
                  <a:lnTo>
                    <a:pt x="1477" y="46"/>
                  </a:lnTo>
                  <a:lnTo>
                    <a:pt x="1508" y="84"/>
                  </a:lnTo>
                  <a:lnTo>
                    <a:pt x="1523" y="137"/>
                  </a:lnTo>
                  <a:lnTo>
                    <a:pt x="1523" y="359"/>
                  </a:lnTo>
                  <a:lnTo>
                    <a:pt x="1523" y="581"/>
                  </a:lnTo>
                  <a:lnTo>
                    <a:pt x="1508" y="634"/>
                  </a:lnTo>
                  <a:lnTo>
                    <a:pt x="1508" y="642"/>
                  </a:lnTo>
                  <a:lnTo>
                    <a:pt x="1477" y="680"/>
                  </a:lnTo>
                  <a:lnTo>
                    <a:pt x="1439" y="710"/>
                  </a:lnTo>
                  <a:lnTo>
                    <a:pt x="1431" y="710"/>
                  </a:lnTo>
                  <a:lnTo>
                    <a:pt x="1378" y="726"/>
                  </a:lnTo>
                  <a:lnTo>
                    <a:pt x="758" y="726"/>
                  </a:lnTo>
                  <a:lnTo>
                    <a:pt x="138" y="726"/>
                  </a:lnTo>
                  <a:lnTo>
                    <a:pt x="84" y="710"/>
                  </a:lnTo>
                  <a:lnTo>
                    <a:pt x="39" y="680"/>
                  </a:lnTo>
                  <a:lnTo>
                    <a:pt x="16" y="642"/>
                  </a:lnTo>
                  <a:lnTo>
                    <a:pt x="16" y="634"/>
                  </a:lnTo>
                  <a:lnTo>
                    <a:pt x="0" y="581"/>
                  </a:lnTo>
                  <a:lnTo>
                    <a:pt x="0" y="359"/>
                  </a:lnTo>
                  <a:lnTo>
                    <a:pt x="0" y="137"/>
                  </a:lnTo>
                  <a:lnTo>
                    <a:pt x="16" y="84"/>
                  </a:lnTo>
                  <a:lnTo>
                    <a:pt x="39" y="46"/>
                  </a:lnTo>
                  <a:lnTo>
                    <a:pt x="84" y="15"/>
                  </a:lnTo>
                  <a:lnTo>
                    <a:pt x="138" y="0"/>
                  </a:lnTo>
                  <a:lnTo>
                    <a:pt x="13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6" name="Freeform 156">
              <a:extLst>
                <a:ext uri="{FF2B5EF4-FFF2-40B4-BE49-F238E27FC236}">
                  <a16:creationId xmlns:a16="http://schemas.microsoft.com/office/drawing/2014/main" id="{B517CEAD-EFA4-03F7-EB54-303A02AE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9288" y="4664422"/>
              <a:ext cx="1588" cy="11113"/>
            </a:xfrm>
            <a:custGeom>
              <a:avLst/>
              <a:gdLst>
                <a:gd name="T0" fmla="*/ 0 w 1"/>
                <a:gd name="T1" fmla="*/ 2147483647 h 7"/>
                <a:gd name="T2" fmla="*/ 0 w 1"/>
                <a:gd name="T3" fmla="*/ 2147483647 h 7"/>
                <a:gd name="T4" fmla="*/ 0 w 1"/>
                <a:gd name="T5" fmla="*/ 2147483647 h 7"/>
                <a:gd name="T6" fmla="*/ 0 w 1"/>
                <a:gd name="T7" fmla="*/ 0 h 7"/>
                <a:gd name="T8" fmla="*/ 0 w 1"/>
                <a:gd name="T9" fmla="*/ 0 h 7"/>
                <a:gd name="T10" fmla="*/ 0 w 1"/>
                <a:gd name="T11" fmla="*/ 0 h 7"/>
                <a:gd name="T12" fmla="*/ 0 w 1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7"/>
                <a:gd name="T23" fmla="*/ 1 w 1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7">
                  <a:moveTo>
                    <a:pt x="0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7" name="Freeform 157">
              <a:extLst>
                <a:ext uri="{FF2B5EF4-FFF2-40B4-BE49-F238E27FC236}">
                  <a16:creationId xmlns:a16="http://schemas.microsoft.com/office/drawing/2014/main" id="{DF30689A-76BE-8D37-B6AB-2544FD4C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41300"/>
            </a:xfrm>
            <a:custGeom>
              <a:avLst/>
              <a:gdLst>
                <a:gd name="T0" fmla="*/ 0 w 375"/>
                <a:gd name="T1" fmla="*/ 2147483647 h 152"/>
                <a:gd name="T2" fmla="*/ 0 w 375"/>
                <a:gd name="T3" fmla="*/ 0 h 152"/>
                <a:gd name="T4" fmla="*/ 2147483647 w 375"/>
                <a:gd name="T5" fmla="*/ 0 h 152"/>
                <a:gd name="T6" fmla="*/ 0 w 375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152"/>
                <a:gd name="T14" fmla="*/ 375 w 375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152">
                  <a:moveTo>
                    <a:pt x="0" y="152"/>
                  </a:moveTo>
                  <a:lnTo>
                    <a:pt x="0" y="0"/>
                  </a:lnTo>
                  <a:lnTo>
                    <a:pt x="375" y="0"/>
                  </a:lnTo>
                  <a:lnTo>
                    <a:pt x="0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8" name="Rectangle 158">
              <a:extLst>
                <a:ext uri="{FF2B5EF4-FFF2-40B4-BE49-F238E27FC236}">
                  <a16:creationId xmlns:a16="http://schemas.microsoft.com/office/drawing/2014/main" id="{12F14F99-E495-2004-3510-F19781384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80384"/>
              <a:ext cx="11113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59" name="Freeform 159">
              <a:extLst>
                <a:ext uri="{FF2B5EF4-FFF2-40B4-BE49-F238E27FC236}">
                  <a16:creationId xmlns:a16="http://schemas.microsoft.com/office/drawing/2014/main" id="{C59CD46D-5A0E-AB29-B056-88E4F4A5A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54000"/>
            </a:xfrm>
            <a:custGeom>
              <a:avLst/>
              <a:gdLst>
                <a:gd name="T0" fmla="*/ 0 w 375"/>
                <a:gd name="T1" fmla="*/ 0 h 160"/>
                <a:gd name="T2" fmla="*/ 2147483647 w 375"/>
                <a:gd name="T3" fmla="*/ 0 h 160"/>
                <a:gd name="T4" fmla="*/ 2147483647 w 375"/>
                <a:gd name="T5" fmla="*/ 2147483647 h 160"/>
                <a:gd name="T6" fmla="*/ 2147483647 w 375"/>
                <a:gd name="T7" fmla="*/ 2147483647 h 160"/>
                <a:gd name="T8" fmla="*/ 0 w 375"/>
                <a:gd name="T9" fmla="*/ 2147483647 h 160"/>
                <a:gd name="T10" fmla="*/ 0 w 375"/>
                <a:gd name="T11" fmla="*/ 2147483647 h 160"/>
                <a:gd name="T12" fmla="*/ 0 w 375"/>
                <a:gd name="T13" fmla="*/ 2147483647 h 160"/>
                <a:gd name="T14" fmla="*/ 0 w 375"/>
                <a:gd name="T15" fmla="*/ 2147483647 h 160"/>
                <a:gd name="T16" fmla="*/ 2147483647 w 375"/>
                <a:gd name="T17" fmla="*/ 0 h 160"/>
                <a:gd name="T18" fmla="*/ 2147483647 w 375"/>
                <a:gd name="T19" fmla="*/ 0 h 160"/>
                <a:gd name="T20" fmla="*/ 2147483647 w 375"/>
                <a:gd name="T21" fmla="*/ 2147483647 h 160"/>
                <a:gd name="T22" fmla="*/ 0 w 375"/>
                <a:gd name="T23" fmla="*/ 2147483647 h 160"/>
                <a:gd name="T24" fmla="*/ 0 w 375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5"/>
                <a:gd name="T40" fmla="*/ 0 h 160"/>
                <a:gd name="T41" fmla="*/ 375 w 375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5" h="160">
                  <a:moveTo>
                    <a:pt x="0" y="0"/>
                  </a:moveTo>
                  <a:lnTo>
                    <a:pt x="375" y="0"/>
                  </a:lnTo>
                  <a:lnTo>
                    <a:pt x="375" y="7"/>
                  </a:lnTo>
                  <a:lnTo>
                    <a:pt x="0" y="160"/>
                  </a:lnTo>
                  <a:lnTo>
                    <a:pt x="0" y="152"/>
                  </a:lnTo>
                  <a:lnTo>
                    <a:pt x="375" y="0"/>
                  </a:lnTo>
                  <a:lnTo>
                    <a:pt x="375" y="7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0" name="Freeform 160">
              <a:extLst>
                <a:ext uri="{FF2B5EF4-FFF2-40B4-BE49-F238E27FC236}">
                  <a16:creationId xmlns:a16="http://schemas.microsoft.com/office/drawing/2014/main" id="{0A65212E-278D-541C-FC93-105E8ACC8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67684"/>
              <a:ext cx="606425" cy="266700"/>
            </a:xfrm>
            <a:custGeom>
              <a:avLst/>
              <a:gdLst>
                <a:gd name="T0" fmla="*/ 0 w 382"/>
                <a:gd name="T1" fmla="*/ 2147483647 h 168"/>
                <a:gd name="T2" fmla="*/ 2147483647 w 382"/>
                <a:gd name="T3" fmla="*/ 2147483647 h 168"/>
                <a:gd name="T4" fmla="*/ 2147483647 w 382"/>
                <a:gd name="T5" fmla="*/ 2147483647 h 168"/>
                <a:gd name="T6" fmla="*/ 2147483647 w 382"/>
                <a:gd name="T7" fmla="*/ 2147483647 h 168"/>
                <a:gd name="T8" fmla="*/ 2147483647 w 382"/>
                <a:gd name="T9" fmla="*/ 2147483647 h 168"/>
                <a:gd name="T10" fmla="*/ 2147483647 w 382"/>
                <a:gd name="T11" fmla="*/ 0 h 168"/>
                <a:gd name="T12" fmla="*/ 0 w 38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2"/>
                <a:gd name="T22" fmla="*/ 0 h 168"/>
                <a:gd name="T23" fmla="*/ 382 w 38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2" h="168">
                  <a:moveTo>
                    <a:pt x="0" y="168"/>
                  </a:moveTo>
                  <a:lnTo>
                    <a:pt x="222" y="168"/>
                  </a:lnTo>
                  <a:lnTo>
                    <a:pt x="336" y="145"/>
                  </a:lnTo>
                  <a:lnTo>
                    <a:pt x="359" y="130"/>
                  </a:lnTo>
                  <a:lnTo>
                    <a:pt x="375" y="99"/>
                  </a:lnTo>
                  <a:lnTo>
                    <a:pt x="382" y="0"/>
                  </a:lnTo>
                  <a:lnTo>
                    <a:pt x="0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1" name="Freeform 161">
              <a:extLst>
                <a:ext uri="{FF2B5EF4-FFF2-40B4-BE49-F238E27FC236}">
                  <a16:creationId xmlns:a16="http://schemas.microsoft.com/office/drawing/2014/main" id="{3EA91D14-8618-0913-84C1-DF31000F4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574059"/>
              <a:ext cx="582613" cy="73025"/>
            </a:xfrm>
            <a:custGeom>
              <a:avLst/>
              <a:gdLst>
                <a:gd name="T0" fmla="*/ 0 w 367"/>
                <a:gd name="T1" fmla="*/ 2147483647 h 46"/>
                <a:gd name="T2" fmla="*/ 2147483647 w 367"/>
                <a:gd name="T3" fmla="*/ 2147483647 h 46"/>
                <a:gd name="T4" fmla="*/ 2147483647 w 367"/>
                <a:gd name="T5" fmla="*/ 2147483647 h 46"/>
                <a:gd name="T6" fmla="*/ 2147483647 w 367"/>
                <a:gd name="T7" fmla="*/ 2147483647 h 46"/>
                <a:gd name="T8" fmla="*/ 2147483647 w 367"/>
                <a:gd name="T9" fmla="*/ 2147483647 h 46"/>
                <a:gd name="T10" fmla="*/ 2147483647 w 367"/>
                <a:gd name="T11" fmla="*/ 2147483647 h 46"/>
                <a:gd name="T12" fmla="*/ 2147483647 w 367"/>
                <a:gd name="T13" fmla="*/ 2147483647 h 46"/>
                <a:gd name="T14" fmla="*/ 2147483647 w 367"/>
                <a:gd name="T15" fmla="*/ 0 h 46"/>
                <a:gd name="T16" fmla="*/ 2147483647 w 367"/>
                <a:gd name="T17" fmla="*/ 0 h 46"/>
                <a:gd name="T18" fmla="*/ 2147483647 w 367"/>
                <a:gd name="T19" fmla="*/ 0 h 46"/>
                <a:gd name="T20" fmla="*/ 2147483647 w 367"/>
                <a:gd name="T21" fmla="*/ 2147483647 h 46"/>
                <a:gd name="T22" fmla="*/ 2147483647 w 367"/>
                <a:gd name="T23" fmla="*/ 2147483647 h 46"/>
                <a:gd name="T24" fmla="*/ 2147483647 w 367"/>
                <a:gd name="T25" fmla="*/ 2147483647 h 46"/>
                <a:gd name="T26" fmla="*/ 2147483647 w 367"/>
                <a:gd name="T27" fmla="*/ 2147483647 h 46"/>
                <a:gd name="T28" fmla="*/ 2147483647 w 367"/>
                <a:gd name="T29" fmla="*/ 2147483647 h 46"/>
                <a:gd name="T30" fmla="*/ 2147483647 w 367"/>
                <a:gd name="T31" fmla="*/ 2147483647 h 46"/>
                <a:gd name="T32" fmla="*/ 2147483647 w 367"/>
                <a:gd name="T33" fmla="*/ 2147483647 h 46"/>
                <a:gd name="T34" fmla="*/ 0 w 367"/>
                <a:gd name="T35" fmla="*/ 2147483647 h 46"/>
                <a:gd name="T36" fmla="*/ 0 w 367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67"/>
                <a:gd name="T58" fmla="*/ 0 h 46"/>
                <a:gd name="T59" fmla="*/ 367 w 367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67" h="46">
                  <a:moveTo>
                    <a:pt x="0" y="38"/>
                  </a:moveTo>
                  <a:lnTo>
                    <a:pt x="222" y="38"/>
                  </a:lnTo>
                  <a:lnTo>
                    <a:pt x="336" y="15"/>
                  </a:lnTo>
                  <a:lnTo>
                    <a:pt x="359" y="0"/>
                  </a:lnTo>
                  <a:lnTo>
                    <a:pt x="367" y="0"/>
                  </a:lnTo>
                  <a:lnTo>
                    <a:pt x="367" y="8"/>
                  </a:lnTo>
                  <a:lnTo>
                    <a:pt x="344" y="23"/>
                  </a:lnTo>
                  <a:lnTo>
                    <a:pt x="336" y="23"/>
                  </a:lnTo>
                  <a:lnTo>
                    <a:pt x="222" y="46"/>
                  </a:lnTo>
                  <a:lnTo>
                    <a:pt x="0" y="46"/>
                  </a:lnTo>
                  <a:lnTo>
                    <a:pt x="0" y="3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2" name="Freeform 162">
              <a:extLst>
                <a:ext uri="{FF2B5EF4-FFF2-40B4-BE49-F238E27FC236}">
                  <a16:creationId xmlns:a16="http://schemas.microsoft.com/office/drawing/2014/main" id="{CF9B84F6-72BE-3222-1A20-93EB9116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5524847"/>
              <a:ext cx="36513" cy="49213"/>
            </a:xfrm>
            <a:custGeom>
              <a:avLst/>
              <a:gdLst>
                <a:gd name="T0" fmla="*/ 0 w 23"/>
                <a:gd name="T1" fmla="*/ 2147483647 h 31"/>
                <a:gd name="T2" fmla="*/ 2147483647 w 23"/>
                <a:gd name="T3" fmla="*/ 0 h 31"/>
                <a:gd name="T4" fmla="*/ 2147483647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0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0" y="31"/>
                  </a:moveTo>
                  <a:lnTo>
                    <a:pt x="16" y="0"/>
                  </a:lnTo>
                  <a:lnTo>
                    <a:pt x="23" y="0"/>
                  </a:lnTo>
                  <a:lnTo>
                    <a:pt x="8" y="31"/>
                  </a:lnTo>
                  <a:lnTo>
                    <a:pt x="0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3" name="Freeform 163">
              <a:extLst>
                <a:ext uri="{FF2B5EF4-FFF2-40B4-BE49-F238E27FC236}">
                  <a16:creationId xmlns:a16="http://schemas.microsoft.com/office/drawing/2014/main" id="{96E2D15D-3621-AF97-703C-DD3739C65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0788" y="5367684"/>
              <a:ext cx="23813" cy="157163"/>
            </a:xfrm>
            <a:custGeom>
              <a:avLst/>
              <a:gdLst>
                <a:gd name="T0" fmla="*/ 0 w 15"/>
                <a:gd name="T1" fmla="*/ 2147483647 h 99"/>
                <a:gd name="T2" fmla="*/ 2147483647 w 15"/>
                <a:gd name="T3" fmla="*/ 2147483647 h 99"/>
                <a:gd name="T4" fmla="*/ 2147483647 w 15"/>
                <a:gd name="T5" fmla="*/ 0 h 99"/>
                <a:gd name="T6" fmla="*/ 2147483647 w 15"/>
                <a:gd name="T7" fmla="*/ 0 h 99"/>
                <a:gd name="T8" fmla="*/ 0 w 15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9"/>
                <a:gd name="T17" fmla="*/ 15 w 15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9">
                  <a:moveTo>
                    <a:pt x="0" y="99"/>
                  </a:moveTo>
                  <a:lnTo>
                    <a:pt x="7" y="99"/>
                  </a:lnTo>
                  <a:lnTo>
                    <a:pt x="15" y="0"/>
                  </a:lnTo>
                  <a:lnTo>
                    <a:pt x="7" y="0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4" name="Freeform 164">
              <a:extLst>
                <a:ext uri="{FF2B5EF4-FFF2-40B4-BE49-F238E27FC236}">
                  <a16:creationId xmlns:a16="http://schemas.microsoft.com/office/drawing/2014/main" id="{4BB20663-9E78-284C-9D26-EEA78D588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558800" cy="266700"/>
            </a:xfrm>
            <a:custGeom>
              <a:avLst/>
              <a:gdLst>
                <a:gd name="T0" fmla="*/ 2147483647 w 352"/>
                <a:gd name="T1" fmla="*/ 2147483647 h 168"/>
                <a:gd name="T2" fmla="*/ 2147483647 w 352"/>
                <a:gd name="T3" fmla="*/ 2147483647 h 168"/>
                <a:gd name="T4" fmla="*/ 2147483647 w 352"/>
                <a:gd name="T5" fmla="*/ 2147483647 h 168"/>
                <a:gd name="T6" fmla="*/ 2147483647 w 352"/>
                <a:gd name="T7" fmla="*/ 2147483647 h 168"/>
                <a:gd name="T8" fmla="*/ 2147483647 w 352"/>
                <a:gd name="T9" fmla="*/ 2147483647 h 168"/>
                <a:gd name="T10" fmla="*/ 0 w 352"/>
                <a:gd name="T11" fmla="*/ 0 h 168"/>
                <a:gd name="T12" fmla="*/ 2147483647 w 35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2"/>
                <a:gd name="T22" fmla="*/ 0 h 168"/>
                <a:gd name="T23" fmla="*/ 352 w 35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2" h="168">
                  <a:moveTo>
                    <a:pt x="352" y="168"/>
                  </a:moveTo>
                  <a:lnTo>
                    <a:pt x="153" y="168"/>
                  </a:lnTo>
                  <a:lnTo>
                    <a:pt x="46" y="145"/>
                  </a:lnTo>
                  <a:lnTo>
                    <a:pt x="23" y="130"/>
                  </a:lnTo>
                  <a:lnTo>
                    <a:pt x="8" y="99"/>
                  </a:lnTo>
                  <a:lnTo>
                    <a:pt x="0" y="0"/>
                  </a:lnTo>
                  <a:lnTo>
                    <a:pt x="352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5" name="Freeform 165">
              <a:extLst>
                <a:ext uri="{FF2B5EF4-FFF2-40B4-BE49-F238E27FC236}">
                  <a16:creationId xmlns:a16="http://schemas.microsoft.com/office/drawing/2014/main" id="{33170FD7-1C03-E49B-64B2-538F76A0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6613" y="5574059"/>
              <a:ext cx="522288" cy="73025"/>
            </a:xfrm>
            <a:custGeom>
              <a:avLst/>
              <a:gdLst>
                <a:gd name="T0" fmla="*/ 2147483647 w 329"/>
                <a:gd name="T1" fmla="*/ 2147483647 h 46"/>
                <a:gd name="T2" fmla="*/ 2147483647 w 329"/>
                <a:gd name="T3" fmla="*/ 2147483647 h 46"/>
                <a:gd name="T4" fmla="*/ 2147483647 w 329"/>
                <a:gd name="T5" fmla="*/ 2147483647 h 46"/>
                <a:gd name="T6" fmla="*/ 2147483647 w 329"/>
                <a:gd name="T7" fmla="*/ 2147483647 h 46"/>
                <a:gd name="T8" fmla="*/ 2147483647 w 329"/>
                <a:gd name="T9" fmla="*/ 2147483647 h 46"/>
                <a:gd name="T10" fmla="*/ 2147483647 w 329"/>
                <a:gd name="T11" fmla="*/ 2147483647 h 46"/>
                <a:gd name="T12" fmla="*/ 2147483647 w 329"/>
                <a:gd name="T13" fmla="*/ 2147483647 h 46"/>
                <a:gd name="T14" fmla="*/ 0 w 329"/>
                <a:gd name="T15" fmla="*/ 2147483647 h 46"/>
                <a:gd name="T16" fmla="*/ 0 w 329"/>
                <a:gd name="T17" fmla="*/ 0 h 46"/>
                <a:gd name="T18" fmla="*/ 2147483647 w 329"/>
                <a:gd name="T19" fmla="*/ 0 h 46"/>
                <a:gd name="T20" fmla="*/ 2147483647 w 329"/>
                <a:gd name="T21" fmla="*/ 0 h 46"/>
                <a:gd name="T22" fmla="*/ 2147483647 w 329"/>
                <a:gd name="T23" fmla="*/ 2147483647 h 46"/>
                <a:gd name="T24" fmla="*/ 2147483647 w 329"/>
                <a:gd name="T25" fmla="*/ 2147483647 h 46"/>
                <a:gd name="T26" fmla="*/ 2147483647 w 329"/>
                <a:gd name="T27" fmla="*/ 2147483647 h 46"/>
                <a:gd name="T28" fmla="*/ 2147483647 w 329"/>
                <a:gd name="T29" fmla="*/ 2147483647 h 46"/>
                <a:gd name="T30" fmla="*/ 2147483647 w 329"/>
                <a:gd name="T31" fmla="*/ 2147483647 h 46"/>
                <a:gd name="T32" fmla="*/ 2147483647 w 329"/>
                <a:gd name="T33" fmla="*/ 2147483647 h 46"/>
                <a:gd name="T34" fmla="*/ 2147483647 w 329"/>
                <a:gd name="T35" fmla="*/ 2147483647 h 46"/>
                <a:gd name="T36" fmla="*/ 2147483647 w 329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46"/>
                <a:gd name="T59" fmla="*/ 329 w 329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46">
                  <a:moveTo>
                    <a:pt x="329" y="46"/>
                  </a:moveTo>
                  <a:lnTo>
                    <a:pt x="130" y="46"/>
                  </a:lnTo>
                  <a:lnTo>
                    <a:pt x="23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31" y="15"/>
                  </a:lnTo>
                  <a:lnTo>
                    <a:pt x="23" y="15"/>
                  </a:lnTo>
                  <a:lnTo>
                    <a:pt x="130" y="38"/>
                  </a:lnTo>
                  <a:lnTo>
                    <a:pt x="329" y="38"/>
                  </a:lnTo>
                  <a:lnTo>
                    <a:pt x="329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6" name="Freeform 166">
              <a:extLst>
                <a:ext uri="{FF2B5EF4-FFF2-40B4-BE49-F238E27FC236}">
                  <a16:creationId xmlns:a16="http://schemas.microsoft.com/office/drawing/2014/main" id="{2C76343F-F066-EFB9-9460-007AA224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0" y="5524847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0 w 23"/>
                <a:gd name="T3" fmla="*/ 0 h 31"/>
                <a:gd name="T4" fmla="*/ 0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2147483647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15" y="31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23" y="31"/>
                  </a:lnTo>
                  <a:lnTo>
                    <a:pt x="15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7" name="Freeform 167">
              <a:extLst>
                <a:ext uri="{FF2B5EF4-FFF2-40B4-BE49-F238E27FC236}">
                  <a16:creationId xmlns:a16="http://schemas.microsoft.com/office/drawing/2014/main" id="{ABEAC6BE-E9F0-FB77-CCA5-BE8D6E54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25400" cy="157163"/>
            </a:xfrm>
            <a:custGeom>
              <a:avLst/>
              <a:gdLst>
                <a:gd name="T0" fmla="*/ 2147483647 w 16"/>
                <a:gd name="T1" fmla="*/ 2147483647 h 99"/>
                <a:gd name="T2" fmla="*/ 2147483647 w 16"/>
                <a:gd name="T3" fmla="*/ 2147483647 h 99"/>
                <a:gd name="T4" fmla="*/ 2147483647 w 16"/>
                <a:gd name="T5" fmla="*/ 0 h 99"/>
                <a:gd name="T6" fmla="*/ 0 w 16"/>
                <a:gd name="T7" fmla="*/ 0 h 99"/>
                <a:gd name="T8" fmla="*/ 2147483647 w 16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99"/>
                <a:gd name="T17" fmla="*/ 16 w 16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99">
                  <a:moveTo>
                    <a:pt x="8" y="99"/>
                  </a:moveTo>
                  <a:lnTo>
                    <a:pt x="16" y="99"/>
                  </a:lnTo>
                  <a:lnTo>
                    <a:pt x="8" y="0"/>
                  </a:lnTo>
                  <a:lnTo>
                    <a:pt x="0" y="0"/>
                  </a:lnTo>
                  <a:lnTo>
                    <a:pt x="8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8" name="Freeform 168">
              <a:extLst>
                <a:ext uri="{FF2B5EF4-FFF2-40B4-BE49-F238E27FC236}">
                  <a16:creationId xmlns:a16="http://schemas.microsoft.com/office/drawing/2014/main" id="{74D42590-C2B3-8675-7A02-78021C8D0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33400" cy="241300"/>
            </a:xfrm>
            <a:custGeom>
              <a:avLst/>
              <a:gdLst>
                <a:gd name="T0" fmla="*/ 2147483647 w 336"/>
                <a:gd name="T1" fmla="*/ 2147483647 h 152"/>
                <a:gd name="T2" fmla="*/ 2147483647 w 336"/>
                <a:gd name="T3" fmla="*/ 0 h 152"/>
                <a:gd name="T4" fmla="*/ 0 w 336"/>
                <a:gd name="T5" fmla="*/ 0 h 152"/>
                <a:gd name="T6" fmla="*/ 2147483647 w 336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6"/>
                <a:gd name="T13" fmla="*/ 0 h 152"/>
                <a:gd name="T14" fmla="*/ 336 w 336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6" h="152">
                  <a:moveTo>
                    <a:pt x="336" y="152"/>
                  </a:moveTo>
                  <a:lnTo>
                    <a:pt x="336" y="0"/>
                  </a:lnTo>
                  <a:lnTo>
                    <a:pt x="0" y="0"/>
                  </a:lnTo>
                  <a:lnTo>
                    <a:pt x="336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9" name="Rectangle 169">
              <a:extLst>
                <a:ext uri="{FF2B5EF4-FFF2-40B4-BE49-F238E27FC236}">
                  <a16:creationId xmlns:a16="http://schemas.microsoft.com/office/drawing/2014/main" id="{8A52321D-0BF3-7FB2-EDC6-A2A94E324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8900" y="5380384"/>
              <a:ext cx="12700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0" name="Freeform 170">
              <a:extLst>
                <a:ext uri="{FF2B5EF4-FFF2-40B4-BE49-F238E27FC236}">
                  <a16:creationId xmlns:a16="http://schemas.microsoft.com/office/drawing/2014/main" id="{32266A76-76D4-E803-BB17-352B80E4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46100" cy="254000"/>
            </a:xfrm>
            <a:custGeom>
              <a:avLst/>
              <a:gdLst>
                <a:gd name="T0" fmla="*/ 2147483647 w 344"/>
                <a:gd name="T1" fmla="*/ 2147483647 h 160"/>
                <a:gd name="T2" fmla="*/ 0 w 344"/>
                <a:gd name="T3" fmla="*/ 2147483647 h 160"/>
                <a:gd name="T4" fmla="*/ 0 w 344"/>
                <a:gd name="T5" fmla="*/ 0 h 160"/>
                <a:gd name="T6" fmla="*/ 0 w 344"/>
                <a:gd name="T7" fmla="*/ 0 h 160"/>
                <a:gd name="T8" fmla="*/ 2147483647 w 344"/>
                <a:gd name="T9" fmla="*/ 2147483647 h 160"/>
                <a:gd name="T10" fmla="*/ 2147483647 w 344"/>
                <a:gd name="T11" fmla="*/ 2147483647 h 160"/>
                <a:gd name="T12" fmla="*/ 2147483647 w 344"/>
                <a:gd name="T13" fmla="*/ 2147483647 h 160"/>
                <a:gd name="T14" fmla="*/ 2147483647 w 344"/>
                <a:gd name="T15" fmla="*/ 2147483647 h 160"/>
                <a:gd name="T16" fmla="*/ 0 w 344"/>
                <a:gd name="T17" fmla="*/ 2147483647 h 160"/>
                <a:gd name="T18" fmla="*/ 0 w 344"/>
                <a:gd name="T19" fmla="*/ 2147483647 h 160"/>
                <a:gd name="T20" fmla="*/ 0 w 344"/>
                <a:gd name="T21" fmla="*/ 0 h 160"/>
                <a:gd name="T22" fmla="*/ 2147483647 w 344"/>
                <a:gd name="T23" fmla="*/ 0 h 160"/>
                <a:gd name="T24" fmla="*/ 2147483647 w 344"/>
                <a:gd name="T25" fmla="*/ 2147483647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4"/>
                <a:gd name="T40" fmla="*/ 0 h 160"/>
                <a:gd name="T41" fmla="*/ 344 w 344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4" h="160">
                  <a:moveTo>
                    <a:pt x="336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336" y="152"/>
                  </a:lnTo>
                  <a:lnTo>
                    <a:pt x="344" y="152"/>
                  </a:lnTo>
                  <a:lnTo>
                    <a:pt x="344" y="160"/>
                  </a:lnTo>
                  <a:lnTo>
                    <a:pt x="336" y="160"/>
                  </a:lnTo>
                  <a:lnTo>
                    <a:pt x="0" y="7"/>
                  </a:lnTo>
                  <a:lnTo>
                    <a:pt x="0" y="0"/>
                  </a:lnTo>
                  <a:lnTo>
                    <a:pt x="336" y="0"/>
                  </a:lnTo>
                  <a:lnTo>
                    <a:pt x="336" y="7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1" name="Rectangle 171">
              <a:extLst>
                <a:ext uri="{FF2B5EF4-FFF2-40B4-BE49-F238E27FC236}">
                  <a16:creationId xmlns:a16="http://schemas.microsoft.com/office/drawing/2014/main" id="{06ADA8A4-FF4E-755E-0038-6F0F8DD89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984250" cy="109538"/>
            </a:xfrm>
            <a:prstGeom prst="rect">
              <a:avLst/>
            </a:prstGeom>
            <a:blipFill dpi="0" rotWithShape="0">
              <a:blip r:embed="rId5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2" name="Rectangle 172">
              <a:extLst>
                <a:ext uri="{FF2B5EF4-FFF2-40B4-BE49-F238E27FC236}">
                  <a16:creationId xmlns:a16="http://schemas.microsoft.com/office/drawing/2014/main" id="{A17D7DE2-7164-BECB-A8E9-BC3C9993D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2013" y="5258147"/>
              <a:ext cx="11113" cy="1222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3" name="Rectangle 173">
              <a:extLst>
                <a:ext uri="{FF2B5EF4-FFF2-40B4-BE49-F238E27FC236}">
                  <a16:creationId xmlns:a16="http://schemas.microsoft.com/office/drawing/2014/main" id="{4E25B4A8-A3B7-5FCA-77FD-9DF90A1D0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367684"/>
              <a:ext cx="9842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4" name="Rectangle 174">
              <a:extLst>
                <a:ext uri="{FF2B5EF4-FFF2-40B4-BE49-F238E27FC236}">
                  <a16:creationId xmlns:a16="http://schemas.microsoft.com/office/drawing/2014/main" id="{591832F2-CA47-469B-50CD-6675EBB8A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5" name="Freeform 175">
              <a:extLst>
                <a:ext uri="{FF2B5EF4-FFF2-40B4-BE49-F238E27FC236}">
                  <a16:creationId xmlns:a16="http://schemas.microsoft.com/office/drawing/2014/main" id="{B2F2D403-4F85-D47F-82AF-065957E5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995363" cy="133350"/>
            </a:xfrm>
            <a:custGeom>
              <a:avLst/>
              <a:gdLst>
                <a:gd name="T0" fmla="*/ 0 w 627"/>
                <a:gd name="T1" fmla="*/ 2147483647 h 84"/>
                <a:gd name="T2" fmla="*/ 2147483647 w 627"/>
                <a:gd name="T3" fmla="*/ 0 h 84"/>
                <a:gd name="T4" fmla="*/ 2147483647 w 627"/>
                <a:gd name="T5" fmla="*/ 0 h 84"/>
                <a:gd name="T6" fmla="*/ 2147483647 w 627"/>
                <a:gd name="T7" fmla="*/ 2147483647 h 84"/>
                <a:gd name="T8" fmla="*/ 0 w 627"/>
                <a:gd name="T9" fmla="*/ 214748364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7"/>
                <a:gd name="T16" fmla="*/ 0 h 84"/>
                <a:gd name="T17" fmla="*/ 627 w 627"/>
                <a:gd name="T18" fmla="*/ 84 h 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7" h="84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627" y="84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6" name="Freeform 176">
              <a:extLst>
                <a:ext uri="{FF2B5EF4-FFF2-40B4-BE49-F238E27FC236}">
                  <a16:creationId xmlns:a16="http://schemas.microsoft.com/office/drawing/2014/main" id="{F1855718-B7F3-0F33-BD98-50AA9B1F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1020763" cy="144463"/>
            </a:xfrm>
            <a:custGeom>
              <a:avLst/>
              <a:gdLst>
                <a:gd name="T0" fmla="*/ 0 w 643"/>
                <a:gd name="T1" fmla="*/ 2147483647 h 91"/>
                <a:gd name="T2" fmla="*/ 2147483647 w 643"/>
                <a:gd name="T3" fmla="*/ 0 h 91"/>
                <a:gd name="T4" fmla="*/ 2147483647 w 643"/>
                <a:gd name="T5" fmla="*/ 0 h 91"/>
                <a:gd name="T6" fmla="*/ 2147483647 w 643"/>
                <a:gd name="T7" fmla="*/ 0 h 91"/>
                <a:gd name="T8" fmla="*/ 2147483647 w 643"/>
                <a:gd name="T9" fmla="*/ 0 h 91"/>
                <a:gd name="T10" fmla="*/ 2147483647 w 643"/>
                <a:gd name="T11" fmla="*/ 0 h 91"/>
                <a:gd name="T12" fmla="*/ 2147483647 w 643"/>
                <a:gd name="T13" fmla="*/ 0 h 91"/>
                <a:gd name="T14" fmla="*/ 2147483647 w 643"/>
                <a:gd name="T15" fmla="*/ 2147483647 h 91"/>
                <a:gd name="T16" fmla="*/ 2147483647 w 643"/>
                <a:gd name="T17" fmla="*/ 2147483647 h 91"/>
                <a:gd name="T18" fmla="*/ 2147483647 w 643"/>
                <a:gd name="T19" fmla="*/ 2147483647 h 91"/>
                <a:gd name="T20" fmla="*/ 2147483647 w 643"/>
                <a:gd name="T21" fmla="*/ 2147483647 h 91"/>
                <a:gd name="T22" fmla="*/ 2147483647 w 643"/>
                <a:gd name="T23" fmla="*/ 2147483647 h 91"/>
                <a:gd name="T24" fmla="*/ 2147483647 w 643"/>
                <a:gd name="T25" fmla="*/ 0 h 91"/>
                <a:gd name="T26" fmla="*/ 2147483647 w 643"/>
                <a:gd name="T27" fmla="*/ 2147483647 h 91"/>
                <a:gd name="T28" fmla="*/ 2147483647 w 643"/>
                <a:gd name="T29" fmla="*/ 2147483647 h 91"/>
                <a:gd name="T30" fmla="*/ 2147483647 w 643"/>
                <a:gd name="T31" fmla="*/ 0 h 91"/>
                <a:gd name="T32" fmla="*/ 2147483647 w 643"/>
                <a:gd name="T33" fmla="*/ 2147483647 h 91"/>
                <a:gd name="T34" fmla="*/ 2147483647 w 643"/>
                <a:gd name="T35" fmla="*/ 2147483647 h 91"/>
                <a:gd name="T36" fmla="*/ 0 w 643"/>
                <a:gd name="T37" fmla="*/ 214748364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43"/>
                <a:gd name="T58" fmla="*/ 0 h 91"/>
                <a:gd name="T59" fmla="*/ 643 w 643"/>
                <a:gd name="T60" fmla="*/ 91 h 9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43" h="91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581" y="0"/>
                  </a:lnTo>
                  <a:lnTo>
                    <a:pt x="635" y="84"/>
                  </a:lnTo>
                  <a:lnTo>
                    <a:pt x="643" y="91"/>
                  </a:lnTo>
                  <a:lnTo>
                    <a:pt x="627" y="91"/>
                  </a:lnTo>
                  <a:lnTo>
                    <a:pt x="574" y="7"/>
                  </a:lnTo>
                  <a:lnTo>
                    <a:pt x="581" y="0"/>
                  </a:lnTo>
                  <a:lnTo>
                    <a:pt x="574" y="7"/>
                  </a:lnTo>
                  <a:lnTo>
                    <a:pt x="61" y="7"/>
                  </a:lnTo>
                  <a:lnTo>
                    <a:pt x="61" y="0"/>
                  </a:lnTo>
                  <a:lnTo>
                    <a:pt x="69" y="7"/>
                  </a:lnTo>
                  <a:lnTo>
                    <a:pt x="7" y="91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7" name="Freeform 177">
              <a:extLst>
                <a:ext uri="{FF2B5EF4-FFF2-40B4-BE49-F238E27FC236}">
                  <a16:creationId xmlns:a16="http://schemas.microsoft.com/office/drawing/2014/main" id="{41C273B8-655F-65C7-8D68-30C3EF7B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063" y="5270847"/>
              <a:ext cx="1008063" cy="11113"/>
            </a:xfrm>
            <a:custGeom>
              <a:avLst/>
              <a:gdLst>
                <a:gd name="T0" fmla="*/ 2147483647 w 635"/>
                <a:gd name="T1" fmla="*/ 2147483647 h 7"/>
                <a:gd name="T2" fmla="*/ 2147483647 w 635"/>
                <a:gd name="T3" fmla="*/ 2147483647 h 7"/>
                <a:gd name="T4" fmla="*/ 0 w 635"/>
                <a:gd name="T5" fmla="*/ 2147483647 h 7"/>
                <a:gd name="T6" fmla="*/ 2147483647 w 635"/>
                <a:gd name="T7" fmla="*/ 0 h 7"/>
                <a:gd name="T8" fmla="*/ 2147483647 w 635"/>
                <a:gd name="T9" fmla="*/ 0 h 7"/>
                <a:gd name="T10" fmla="*/ 2147483647 w 635"/>
                <a:gd name="T11" fmla="*/ 0 h 7"/>
                <a:gd name="T12" fmla="*/ 2147483647 w 635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5"/>
                <a:gd name="T22" fmla="*/ 0 h 7"/>
                <a:gd name="T23" fmla="*/ 635 w 63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5" h="7">
                  <a:moveTo>
                    <a:pt x="635" y="7"/>
                  </a:moveTo>
                  <a:lnTo>
                    <a:pt x="8" y="7"/>
                  </a:lnTo>
                  <a:lnTo>
                    <a:pt x="0" y="7"/>
                  </a:lnTo>
                  <a:lnTo>
                    <a:pt x="8" y="0"/>
                  </a:lnTo>
                  <a:lnTo>
                    <a:pt x="635" y="0"/>
                  </a:lnTo>
                  <a:lnTo>
                    <a:pt x="635" y="7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8" name="Rectangle 178">
              <a:extLst>
                <a:ext uri="{FF2B5EF4-FFF2-40B4-BE49-F238E27FC236}">
                  <a16:creationId xmlns:a16="http://schemas.microsoft.com/office/drawing/2014/main" id="{18B1E1D2-C591-3C3B-0E06-B7C678091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688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9" name="Rectangle 179">
              <a:extLst>
                <a:ext uri="{FF2B5EF4-FFF2-40B4-BE49-F238E27FC236}">
                  <a16:creationId xmlns:a16="http://schemas.microsoft.com/office/drawing/2014/main" id="{859D1EEB-DF9D-D99B-40AE-E1543F8F5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8363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0" name="Rectangle 180">
              <a:extLst>
                <a:ext uri="{FF2B5EF4-FFF2-40B4-BE49-F238E27FC236}">
                  <a16:creationId xmlns:a16="http://schemas.microsoft.com/office/drawing/2014/main" id="{C30D1500-2090-9EBA-B235-F8D662B8E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8038" y="5161309"/>
              <a:ext cx="9207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1" name="Rectangle 181">
              <a:extLst>
                <a:ext uri="{FF2B5EF4-FFF2-40B4-BE49-F238E27FC236}">
                  <a16:creationId xmlns:a16="http://schemas.microsoft.com/office/drawing/2014/main" id="{AC39F999-3BEA-9B3B-0C2E-CD5CAC561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3863" y="4942234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2" name="Rectangle 182">
              <a:extLst>
                <a:ext uri="{FF2B5EF4-FFF2-40B4-BE49-F238E27FC236}">
                  <a16:creationId xmlns:a16="http://schemas.microsoft.com/office/drawing/2014/main" id="{F975594B-7C24-45B1-7519-42F671420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0838" y="4931122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3" name="Freeform 183">
              <a:extLst>
                <a:ext uri="{FF2B5EF4-FFF2-40B4-BE49-F238E27FC236}">
                  <a16:creationId xmlns:a16="http://schemas.microsoft.com/office/drawing/2014/main" id="{E9444F4E-A30E-18F6-DB9B-25707AEC2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5" y="4858097"/>
              <a:ext cx="73025" cy="84138"/>
            </a:xfrm>
            <a:custGeom>
              <a:avLst/>
              <a:gdLst>
                <a:gd name="T0" fmla="*/ 2147483647 w 46"/>
                <a:gd name="T1" fmla="*/ 2147483647 h 53"/>
                <a:gd name="T2" fmla="*/ 2147483647 w 46"/>
                <a:gd name="T3" fmla="*/ 2147483647 h 53"/>
                <a:gd name="T4" fmla="*/ 2147483647 w 46"/>
                <a:gd name="T5" fmla="*/ 2147483647 h 53"/>
                <a:gd name="T6" fmla="*/ 2147483647 w 46"/>
                <a:gd name="T7" fmla="*/ 2147483647 h 53"/>
                <a:gd name="T8" fmla="*/ 2147483647 w 46"/>
                <a:gd name="T9" fmla="*/ 2147483647 h 53"/>
                <a:gd name="T10" fmla="*/ 2147483647 w 46"/>
                <a:gd name="T11" fmla="*/ 2147483647 h 53"/>
                <a:gd name="T12" fmla="*/ 2147483647 w 46"/>
                <a:gd name="T13" fmla="*/ 2147483647 h 53"/>
                <a:gd name="T14" fmla="*/ 2147483647 w 46"/>
                <a:gd name="T15" fmla="*/ 2147483647 h 53"/>
                <a:gd name="T16" fmla="*/ 2147483647 w 46"/>
                <a:gd name="T17" fmla="*/ 2147483647 h 53"/>
                <a:gd name="T18" fmla="*/ 2147483647 w 46"/>
                <a:gd name="T19" fmla="*/ 2147483647 h 53"/>
                <a:gd name="T20" fmla="*/ 2147483647 w 46"/>
                <a:gd name="T21" fmla="*/ 2147483647 h 53"/>
                <a:gd name="T22" fmla="*/ 2147483647 w 46"/>
                <a:gd name="T23" fmla="*/ 2147483647 h 53"/>
                <a:gd name="T24" fmla="*/ 2147483647 w 46"/>
                <a:gd name="T25" fmla="*/ 2147483647 h 53"/>
                <a:gd name="T26" fmla="*/ 2147483647 w 46"/>
                <a:gd name="T27" fmla="*/ 2147483647 h 53"/>
                <a:gd name="T28" fmla="*/ 2147483647 w 46"/>
                <a:gd name="T29" fmla="*/ 2147483647 h 53"/>
                <a:gd name="T30" fmla="*/ 2147483647 w 46"/>
                <a:gd name="T31" fmla="*/ 2147483647 h 53"/>
                <a:gd name="T32" fmla="*/ 2147483647 w 46"/>
                <a:gd name="T33" fmla="*/ 2147483647 h 53"/>
                <a:gd name="T34" fmla="*/ 2147483647 w 46"/>
                <a:gd name="T35" fmla="*/ 2147483647 h 53"/>
                <a:gd name="T36" fmla="*/ 2147483647 w 46"/>
                <a:gd name="T37" fmla="*/ 2147483647 h 53"/>
                <a:gd name="T38" fmla="*/ 2147483647 w 46"/>
                <a:gd name="T39" fmla="*/ 2147483647 h 53"/>
                <a:gd name="T40" fmla="*/ 2147483647 w 46"/>
                <a:gd name="T41" fmla="*/ 2147483647 h 53"/>
                <a:gd name="T42" fmla="*/ 2147483647 w 46"/>
                <a:gd name="T43" fmla="*/ 2147483647 h 53"/>
                <a:gd name="T44" fmla="*/ 2147483647 w 46"/>
                <a:gd name="T45" fmla="*/ 2147483647 h 53"/>
                <a:gd name="T46" fmla="*/ 2147483647 w 46"/>
                <a:gd name="T47" fmla="*/ 2147483647 h 53"/>
                <a:gd name="T48" fmla="*/ 2147483647 w 46"/>
                <a:gd name="T49" fmla="*/ 2147483647 h 53"/>
                <a:gd name="T50" fmla="*/ 2147483647 w 46"/>
                <a:gd name="T51" fmla="*/ 2147483647 h 53"/>
                <a:gd name="T52" fmla="*/ 2147483647 w 46"/>
                <a:gd name="T53" fmla="*/ 2147483647 h 53"/>
                <a:gd name="T54" fmla="*/ 2147483647 w 46"/>
                <a:gd name="T55" fmla="*/ 2147483647 h 53"/>
                <a:gd name="T56" fmla="*/ 2147483647 w 46"/>
                <a:gd name="T57" fmla="*/ 2147483647 h 53"/>
                <a:gd name="T58" fmla="*/ 2147483647 w 46"/>
                <a:gd name="T59" fmla="*/ 2147483647 h 53"/>
                <a:gd name="T60" fmla="*/ 2147483647 w 46"/>
                <a:gd name="T61" fmla="*/ 2147483647 h 53"/>
                <a:gd name="T62" fmla="*/ 2147483647 w 46"/>
                <a:gd name="T63" fmla="*/ 2147483647 h 53"/>
                <a:gd name="T64" fmla="*/ 2147483647 w 46"/>
                <a:gd name="T65" fmla="*/ 2147483647 h 53"/>
                <a:gd name="T66" fmla="*/ 2147483647 w 46"/>
                <a:gd name="T67" fmla="*/ 2147483647 h 53"/>
                <a:gd name="T68" fmla="*/ 2147483647 w 46"/>
                <a:gd name="T69" fmla="*/ 2147483647 h 53"/>
                <a:gd name="T70" fmla="*/ 0 w 46"/>
                <a:gd name="T71" fmla="*/ 2147483647 h 53"/>
                <a:gd name="T72" fmla="*/ 0 w 46"/>
                <a:gd name="T73" fmla="*/ 2147483647 h 53"/>
                <a:gd name="T74" fmla="*/ 0 w 46"/>
                <a:gd name="T75" fmla="*/ 2147483647 h 53"/>
                <a:gd name="T76" fmla="*/ 2147483647 w 46"/>
                <a:gd name="T77" fmla="*/ 2147483647 h 53"/>
                <a:gd name="T78" fmla="*/ 2147483647 w 46"/>
                <a:gd name="T79" fmla="*/ 2147483647 h 53"/>
                <a:gd name="T80" fmla="*/ 2147483647 w 46"/>
                <a:gd name="T81" fmla="*/ 2147483647 h 53"/>
                <a:gd name="T82" fmla="*/ 2147483647 w 46"/>
                <a:gd name="T83" fmla="*/ 0 h 53"/>
                <a:gd name="T84" fmla="*/ 2147483647 w 46"/>
                <a:gd name="T85" fmla="*/ 0 h 53"/>
                <a:gd name="T86" fmla="*/ 2147483647 w 46"/>
                <a:gd name="T87" fmla="*/ 0 h 53"/>
                <a:gd name="T88" fmla="*/ 2147483647 w 46"/>
                <a:gd name="T89" fmla="*/ 2147483647 h 53"/>
                <a:gd name="T90" fmla="*/ 2147483647 w 46"/>
                <a:gd name="T91" fmla="*/ 2147483647 h 53"/>
                <a:gd name="T92" fmla="*/ 2147483647 w 46"/>
                <a:gd name="T93" fmla="*/ 2147483647 h 53"/>
                <a:gd name="T94" fmla="*/ 2147483647 w 46"/>
                <a:gd name="T95" fmla="*/ 2147483647 h 53"/>
                <a:gd name="T96" fmla="*/ 2147483647 w 46"/>
                <a:gd name="T97" fmla="*/ 2147483647 h 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3"/>
                <a:gd name="T149" fmla="*/ 46 w 46"/>
                <a:gd name="T150" fmla="*/ 53 h 5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3">
                  <a:moveTo>
                    <a:pt x="38" y="23"/>
                  </a:moveTo>
                  <a:lnTo>
                    <a:pt x="31" y="8"/>
                  </a:lnTo>
                  <a:lnTo>
                    <a:pt x="31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8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1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1" y="46"/>
                  </a:lnTo>
                  <a:lnTo>
                    <a:pt x="15" y="53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15" y="0"/>
                  </a:lnTo>
                  <a:lnTo>
                    <a:pt x="31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4" name="Freeform 184">
              <a:extLst>
                <a:ext uri="{FF2B5EF4-FFF2-40B4-BE49-F238E27FC236}">
                  <a16:creationId xmlns:a16="http://schemas.microsoft.com/office/drawing/2014/main" id="{5BFD8443-E8BE-D70A-7F8C-A5A0E2CA9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7350" y="4894609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5" name="Rectangle 185">
              <a:extLst>
                <a:ext uri="{FF2B5EF4-FFF2-40B4-BE49-F238E27FC236}">
                  <a16:creationId xmlns:a16="http://schemas.microsoft.com/office/drawing/2014/main" id="{2C50DCE0-2D04-A5B6-788B-2AE4E536D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67684"/>
              <a:ext cx="20161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6" name="Rectangle 186">
              <a:extLst>
                <a:ext uri="{FF2B5EF4-FFF2-40B4-BE49-F238E27FC236}">
                  <a16:creationId xmlns:a16="http://schemas.microsoft.com/office/drawing/2014/main" id="{D1094803-BCD9-1B16-4E43-8DD455311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7" name="Freeform 187">
              <a:extLst>
                <a:ext uri="{FF2B5EF4-FFF2-40B4-BE49-F238E27FC236}">
                  <a16:creationId xmlns:a16="http://schemas.microsoft.com/office/drawing/2014/main" id="{8C133012-8349-8DAE-560A-57112B41B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7925" y="5088284"/>
              <a:ext cx="71438" cy="85725"/>
            </a:xfrm>
            <a:custGeom>
              <a:avLst/>
              <a:gdLst>
                <a:gd name="T0" fmla="*/ 2147483647 w 45"/>
                <a:gd name="T1" fmla="*/ 2147483647 h 54"/>
                <a:gd name="T2" fmla="*/ 2147483647 w 45"/>
                <a:gd name="T3" fmla="*/ 2147483647 h 54"/>
                <a:gd name="T4" fmla="*/ 2147483647 w 45"/>
                <a:gd name="T5" fmla="*/ 2147483647 h 54"/>
                <a:gd name="T6" fmla="*/ 2147483647 w 45"/>
                <a:gd name="T7" fmla="*/ 2147483647 h 54"/>
                <a:gd name="T8" fmla="*/ 2147483647 w 45"/>
                <a:gd name="T9" fmla="*/ 2147483647 h 54"/>
                <a:gd name="T10" fmla="*/ 2147483647 w 45"/>
                <a:gd name="T11" fmla="*/ 2147483647 h 54"/>
                <a:gd name="T12" fmla="*/ 2147483647 w 45"/>
                <a:gd name="T13" fmla="*/ 2147483647 h 54"/>
                <a:gd name="T14" fmla="*/ 2147483647 w 45"/>
                <a:gd name="T15" fmla="*/ 2147483647 h 54"/>
                <a:gd name="T16" fmla="*/ 2147483647 w 45"/>
                <a:gd name="T17" fmla="*/ 2147483647 h 54"/>
                <a:gd name="T18" fmla="*/ 2147483647 w 45"/>
                <a:gd name="T19" fmla="*/ 2147483647 h 54"/>
                <a:gd name="T20" fmla="*/ 2147483647 w 45"/>
                <a:gd name="T21" fmla="*/ 2147483647 h 54"/>
                <a:gd name="T22" fmla="*/ 2147483647 w 45"/>
                <a:gd name="T23" fmla="*/ 2147483647 h 54"/>
                <a:gd name="T24" fmla="*/ 2147483647 w 45"/>
                <a:gd name="T25" fmla="*/ 2147483647 h 54"/>
                <a:gd name="T26" fmla="*/ 2147483647 w 45"/>
                <a:gd name="T27" fmla="*/ 2147483647 h 54"/>
                <a:gd name="T28" fmla="*/ 2147483647 w 45"/>
                <a:gd name="T29" fmla="*/ 2147483647 h 54"/>
                <a:gd name="T30" fmla="*/ 2147483647 w 45"/>
                <a:gd name="T31" fmla="*/ 2147483647 h 54"/>
                <a:gd name="T32" fmla="*/ 2147483647 w 45"/>
                <a:gd name="T33" fmla="*/ 2147483647 h 54"/>
                <a:gd name="T34" fmla="*/ 2147483647 w 45"/>
                <a:gd name="T35" fmla="*/ 2147483647 h 54"/>
                <a:gd name="T36" fmla="*/ 2147483647 w 45"/>
                <a:gd name="T37" fmla="*/ 2147483647 h 54"/>
                <a:gd name="T38" fmla="*/ 2147483647 w 45"/>
                <a:gd name="T39" fmla="*/ 2147483647 h 54"/>
                <a:gd name="T40" fmla="*/ 2147483647 w 45"/>
                <a:gd name="T41" fmla="*/ 2147483647 h 54"/>
                <a:gd name="T42" fmla="*/ 2147483647 w 45"/>
                <a:gd name="T43" fmla="*/ 2147483647 h 54"/>
                <a:gd name="T44" fmla="*/ 2147483647 w 45"/>
                <a:gd name="T45" fmla="*/ 2147483647 h 54"/>
                <a:gd name="T46" fmla="*/ 2147483647 w 45"/>
                <a:gd name="T47" fmla="*/ 2147483647 h 54"/>
                <a:gd name="T48" fmla="*/ 2147483647 w 45"/>
                <a:gd name="T49" fmla="*/ 2147483647 h 54"/>
                <a:gd name="T50" fmla="*/ 2147483647 w 45"/>
                <a:gd name="T51" fmla="*/ 2147483647 h 54"/>
                <a:gd name="T52" fmla="*/ 2147483647 w 45"/>
                <a:gd name="T53" fmla="*/ 2147483647 h 54"/>
                <a:gd name="T54" fmla="*/ 2147483647 w 45"/>
                <a:gd name="T55" fmla="*/ 2147483647 h 54"/>
                <a:gd name="T56" fmla="*/ 2147483647 w 45"/>
                <a:gd name="T57" fmla="*/ 2147483647 h 54"/>
                <a:gd name="T58" fmla="*/ 2147483647 w 45"/>
                <a:gd name="T59" fmla="*/ 2147483647 h 54"/>
                <a:gd name="T60" fmla="*/ 2147483647 w 45"/>
                <a:gd name="T61" fmla="*/ 2147483647 h 54"/>
                <a:gd name="T62" fmla="*/ 2147483647 w 45"/>
                <a:gd name="T63" fmla="*/ 2147483647 h 54"/>
                <a:gd name="T64" fmla="*/ 2147483647 w 45"/>
                <a:gd name="T65" fmla="*/ 2147483647 h 54"/>
                <a:gd name="T66" fmla="*/ 2147483647 w 45"/>
                <a:gd name="T67" fmla="*/ 2147483647 h 54"/>
                <a:gd name="T68" fmla="*/ 2147483647 w 45"/>
                <a:gd name="T69" fmla="*/ 2147483647 h 54"/>
                <a:gd name="T70" fmla="*/ 0 w 45"/>
                <a:gd name="T71" fmla="*/ 2147483647 h 54"/>
                <a:gd name="T72" fmla="*/ 0 w 45"/>
                <a:gd name="T73" fmla="*/ 2147483647 h 54"/>
                <a:gd name="T74" fmla="*/ 0 w 45"/>
                <a:gd name="T75" fmla="*/ 2147483647 h 54"/>
                <a:gd name="T76" fmla="*/ 2147483647 w 45"/>
                <a:gd name="T77" fmla="*/ 2147483647 h 54"/>
                <a:gd name="T78" fmla="*/ 2147483647 w 45"/>
                <a:gd name="T79" fmla="*/ 2147483647 h 54"/>
                <a:gd name="T80" fmla="*/ 2147483647 w 45"/>
                <a:gd name="T81" fmla="*/ 2147483647 h 54"/>
                <a:gd name="T82" fmla="*/ 2147483647 w 45"/>
                <a:gd name="T83" fmla="*/ 0 h 54"/>
                <a:gd name="T84" fmla="*/ 2147483647 w 45"/>
                <a:gd name="T85" fmla="*/ 0 h 54"/>
                <a:gd name="T86" fmla="*/ 2147483647 w 45"/>
                <a:gd name="T87" fmla="*/ 0 h 54"/>
                <a:gd name="T88" fmla="*/ 2147483647 w 45"/>
                <a:gd name="T89" fmla="*/ 2147483647 h 54"/>
                <a:gd name="T90" fmla="*/ 2147483647 w 45"/>
                <a:gd name="T91" fmla="*/ 2147483647 h 54"/>
                <a:gd name="T92" fmla="*/ 2147483647 w 45"/>
                <a:gd name="T93" fmla="*/ 2147483647 h 54"/>
                <a:gd name="T94" fmla="*/ 2147483647 w 45"/>
                <a:gd name="T95" fmla="*/ 2147483647 h 54"/>
                <a:gd name="T96" fmla="*/ 2147483647 w 45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54"/>
                <a:gd name="T149" fmla="*/ 45 w 45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7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5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7" y="46"/>
                  </a:lnTo>
                  <a:lnTo>
                    <a:pt x="7" y="38"/>
                  </a:lnTo>
                  <a:lnTo>
                    <a:pt x="0" y="23"/>
                  </a:lnTo>
                  <a:lnTo>
                    <a:pt x="7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5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8" name="Freeform 188">
              <a:extLst>
                <a:ext uri="{FF2B5EF4-FFF2-40B4-BE49-F238E27FC236}">
                  <a16:creationId xmlns:a16="http://schemas.microsoft.com/office/drawing/2014/main" id="{BD66D6E1-0734-2FE0-17EF-8B283A2A5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8250" y="5124797"/>
              <a:ext cx="11113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0 w 7"/>
                <a:gd name="T5" fmla="*/ 0 h 1"/>
                <a:gd name="T6" fmla="*/ 2147483647 w 7"/>
                <a:gd name="T7" fmla="*/ 0 h 1"/>
                <a:gd name="T8" fmla="*/ 2147483647 w 7"/>
                <a:gd name="T9" fmla="*/ 0 h 1"/>
                <a:gd name="T10" fmla="*/ 2147483647 w 7"/>
                <a:gd name="T11" fmla="*/ 0 h 1"/>
                <a:gd name="T12" fmla="*/ 0 w 7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"/>
                <a:gd name="T23" fmla="*/ 7 w 7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9" name="Rectangle 189">
              <a:extLst>
                <a:ext uri="{FF2B5EF4-FFF2-40B4-BE49-F238E27FC236}">
                  <a16:creationId xmlns:a16="http://schemas.microsoft.com/office/drawing/2014/main" id="{98C1B919-0081-74D7-C9F6-79B203D8C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2063" y="5124797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0" name="Rectangle 190">
              <a:extLst>
                <a:ext uri="{FF2B5EF4-FFF2-40B4-BE49-F238E27FC236}">
                  <a16:creationId xmlns:a16="http://schemas.microsoft.com/office/drawing/2014/main" id="{0A63B55F-5044-BBB3-31C8-7A4EFDD05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5200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1" name="Freeform 191">
              <a:extLst>
                <a:ext uri="{FF2B5EF4-FFF2-40B4-BE49-F238E27FC236}">
                  <a16:creationId xmlns:a16="http://schemas.microsoft.com/office/drawing/2014/main" id="{59F42B83-F177-28A4-8FD3-26A979898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5088284"/>
              <a:ext cx="73025" cy="85725"/>
            </a:xfrm>
            <a:custGeom>
              <a:avLst/>
              <a:gdLst>
                <a:gd name="T0" fmla="*/ 2147483647 w 46"/>
                <a:gd name="T1" fmla="*/ 2147483647 h 54"/>
                <a:gd name="T2" fmla="*/ 2147483647 w 46"/>
                <a:gd name="T3" fmla="*/ 2147483647 h 54"/>
                <a:gd name="T4" fmla="*/ 2147483647 w 46"/>
                <a:gd name="T5" fmla="*/ 2147483647 h 54"/>
                <a:gd name="T6" fmla="*/ 2147483647 w 46"/>
                <a:gd name="T7" fmla="*/ 2147483647 h 54"/>
                <a:gd name="T8" fmla="*/ 2147483647 w 46"/>
                <a:gd name="T9" fmla="*/ 2147483647 h 54"/>
                <a:gd name="T10" fmla="*/ 2147483647 w 46"/>
                <a:gd name="T11" fmla="*/ 2147483647 h 54"/>
                <a:gd name="T12" fmla="*/ 2147483647 w 46"/>
                <a:gd name="T13" fmla="*/ 2147483647 h 54"/>
                <a:gd name="T14" fmla="*/ 0 w 46"/>
                <a:gd name="T15" fmla="*/ 2147483647 h 54"/>
                <a:gd name="T16" fmla="*/ 2147483647 w 46"/>
                <a:gd name="T17" fmla="*/ 2147483647 h 54"/>
                <a:gd name="T18" fmla="*/ 2147483647 w 46"/>
                <a:gd name="T19" fmla="*/ 2147483647 h 54"/>
                <a:gd name="T20" fmla="*/ 2147483647 w 46"/>
                <a:gd name="T21" fmla="*/ 2147483647 h 54"/>
                <a:gd name="T22" fmla="*/ 2147483647 w 46"/>
                <a:gd name="T23" fmla="*/ 2147483647 h 54"/>
                <a:gd name="T24" fmla="*/ 2147483647 w 46"/>
                <a:gd name="T25" fmla="*/ 2147483647 h 54"/>
                <a:gd name="T26" fmla="*/ 2147483647 w 46"/>
                <a:gd name="T27" fmla="*/ 2147483647 h 54"/>
                <a:gd name="T28" fmla="*/ 0 w 46"/>
                <a:gd name="T29" fmla="*/ 2147483647 h 54"/>
                <a:gd name="T30" fmla="*/ 0 w 46"/>
                <a:gd name="T31" fmla="*/ 2147483647 h 54"/>
                <a:gd name="T32" fmla="*/ 2147483647 w 46"/>
                <a:gd name="T33" fmla="*/ 2147483647 h 54"/>
                <a:gd name="T34" fmla="*/ 2147483647 w 46"/>
                <a:gd name="T35" fmla="*/ 2147483647 h 54"/>
                <a:gd name="T36" fmla="*/ 2147483647 w 46"/>
                <a:gd name="T37" fmla="*/ 2147483647 h 54"/>
                <a:gd name="T38" fmla="*/ 2147483647 w 46"/>
                <a:gd name="T39" fmla="*/ 2147483647 h 54"/>
                <a:gd name="T40" fmla="*/ 2147483647 w 46"/>
                <a:gd name="T41" fmla="*/ 2147483647 h 54"/>
                <a:gd name="T42" fmla="*/ 2147483647 w 46"/>
                <a:gd name="T43" fmla="*/ 2147483647 h 54"/>
                <a:gd name="T44" fmla="*/ 2147483647 w 46"/>
                <a:gd name="T45" fmla="*/ 2147483647 h 54"/>
                <a:gd name="T46" fmla="*/ 2147483647 w 46"/>
                <a:gd name="T47" fmla="*/ 2147483647 h 54"/>
                <a:gd name="T48" fmla="*/ 2147483647 w 46"/>
                <a:gd name="T49" fmla="*/ 2147483647 h 54"/>
                <a:gd name="T50" fmla="*/ 2147483647 w 46"/>
                <a:gd name="T51" fmla="*/ 2147483647 h 54"/>
                <a:gd name="T52" fmla="*/ 2147483647 w 46"/>
                <a:gd name="T53" fmla="*/ 2147483647 h 54"/>
                <a:gd name="T54" fmla="*/ 2147483647 w 46"/>
                <a:gd name="T55" fmla="*/ 2147483647 h 54"/>
                <a:gd name="T56" fmla="*/ 2147483647 w 46"/>
                <a:gd name="T57" fmla="*/ 2147483647 h 54"/>
                <a:gd name="T58" fmla="*/ 2147483647 w 46"/>
                <a:gd name="T59" fmla="*/ 2147483647 h 54"/>
                <a:gd name="T60" fmla="*/ 2147483647 w 46"/>
                <a:gd name="T61" fmla="*/ 2147483647 h 54"/>
                <a:gd name="T62" fmla="*/ 2147483647 w 46"/>
                <a:gd name="T63" fmla="*/ 2147483647 h 54"/>
                <a:gd name="T64" fmla="*/ 0 w 46"/>
                <a:gd name="T65" fmla="*/ 2147483647 h 54"/>
                <a:gd name="T66" fmla="*/ 0 w 46"/>
                <a:gd name="T67" fmla="*/ 2147483647 h 54"/>
                <a:gd name="T68" fmla="*/ 0 w 46"/>
                <a:gd name="T69" fmla="*/ 2147483647 h 54"/>
                <a:gd name="T70" fmla="*/ 0 w 46"/>
                <a:gd name="T71" fmla="*/ 2147483647 h 54"/>
                <a:gd name="T72" fmla="*/ 0 w 46"/>
                <a:gd name="T73" fmla="*/ 2147483647 h 54"/>
                <a:gd name="T74" fmla="*/ 0 w 46"/>
                <a:gd name="T75" fmla="*/ 2147483647 h 54"/>
                <a:gd name="T76" fmla="*/ 0 w 46"/>
                <a:gd name="T77" fmla="*/ 2147483647 h 54"/>
                <a:gd name="T78" fmla="*/ 0 w 46"/>
                <a:gd name="T79" fmla="*/ 2147483647 h 54"/>
                <a:gd name="T80" fmla="*/ 0 w 46"/>
                <a:gd name="T81" fmla="*/ 2147483647 h 54"/>
                <a:gd name="T82" fmla="*/ 2147483647 w 46"/>
                <a:gd name="T83" fmla="*/ 0 h 54"/>
                <a:gd name="T84" fmla="*/ 2147483647 w 46"/>
                <a:gd name="T85" fmla="*/ 0 h 54"/>
                <a:gd name="T86" fmla="*/ 2147483647 w 46"/>
                <a:gd name="T87" fmla="*/ 0 h 54"/>
                <a:gd name="T88" fmla="*/ 2147483647 w 46"/>
                <a:gd name="T89" fmla="*/ 2147483647 h 54"/>
                <a:gd name="T90" fmla="*/ 2147483647 w 46"/>
                <a:gd name="T91" fmla="*/ 2147483647 h 54"/>
                <a:gd name="T92" fmla="*/ 2147483647 w 46"/>
                <a:gd name="T93" fmla="*/ 2147483647 h 54"/>
                <a:gd name="T94" fmla="*/ 2147483647 w 46"/>
                <a:gd name="T95" fmla="*/ 2147483647 h 54"/>
                <a:gd name="T96" fmla="*/ 2147483647 w 46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4"/>
                <a:gd name="T149" fmla="*/ 46 w 46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0" y="15"/>
                  </a:lnTo>
                  <a:lnTo>
                    <a:pt x="7" y="8"/>
                  </a:lnTo>
                  <a:lnTo>
                    <a:pt x="7" y="23"/>
                  </a:lnTo>
                  <a:lnTo>
                    <a:pt x="7" y="38"/>
                  </a:lnTo>
                  <a:lnTo>
                    <a:pt x="0" y="38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0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2" name="Freeform 192">
              <a:extLst>
                <a:ext uri="{FF2B5EF4-FFF2-40B4-BE49-F238E27FC236}">
                  <a16:creationId xmlns:a16="http://schemas.microsoft.com/office/drawing/2014/main" id="{D4F7B049-A228-B72A-7A90-4D23C46C1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512479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3" name="Rectangle 193">
              <a:extLst>
                <a:ext uri="{FF2B5EF4-FFF2-40B4-BE49-F238E27FC236}">
                  <a16:creationId xmlns:a16="http://schemas.microsoft.com/office/drawing/2014/main" id="{DAD0BACF-46AE-475A-E7B0-F61F00F9D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578697"/>
              <a:ext cx="12700" cy="3159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4" name="Rectangle 194">
              <a:extLst>
                <a:ext uri="{FF2B5EF4-FFF2-40B4-BE49-F238E27FC236}">
                  <a16:creationId xmlns:a16="http://schemas.microsoft.com/office/drawing/2014/main" id="{D14C1A38-B5EA-139A-CBC7-74C408395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8453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5" name="Rectangle 195">
              <a:extLst>
                <a:ext uri="{FF2B5EF4-FFF2-40B4-BE49-F238E27FC236}">
                  <a16:creationId xmlns:a16="http://schemas.microsoft.com/office/drawing/2014/main" id="{BAB12886-E730-DFA6-B101-19C47C1B5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6" name="Rectangle 196">
              <a:extLst>
                <a:ext uri="{FF2B5EF4-FFF2-40B4-BE49-F238E27FC236}">
                  <a16:creationId xmlns:a16="http://schemas.microsoft.com/office/drawing/2014/main" id="{2AB0D179-D894-CABE-E88E-B0D6361E1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7" name="Rectangle 197">
              <a:extLst>
                <a:ext uri="{FF2B5EF4-FFF2-40B4-BE49-F238E27FC236}">
                  <a16:creationId xmlns:a16="http://schemas.microsoft.com/office/drawing/2014/main" id="{130931A2-071A-1667-5B63-883F92AFD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518372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8" name="Rectangle 198">
              <a:extLst>
                <a:ext uri="{FF2B5EF4-FFF2-40B4-BE49-F238E27FC236}">
                  <a16:creationId xmlns:a16="http://schemas.microsoft.com/office/drawing/2014/main" id="{DF550920-9325-9EF5-6C5A-BE45C4F12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845397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9" name="Rectangle 199">
              <a:extLst>
                <a:ext uri="{FF2B5EF4-FFF2-40B4-BE49-F238E27FC236}">
                  <a16:creationId xmlns:a16="http://schemas.microsoft.com/office/drawing/2014/main" id="{D70123D5-0E61-D74C-29AA-4B60A92B2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0" name="Rectangle 200">
              <a:extLst>
                <a:ext uri="{FF2B5EF4-FFF2-40B4-BE49-F238E27FC236}">
                  <a16:creationId xmlns:a16="http://schemas.microsoft.com/office/drawing/2014/main" id="{5FEF0003-DE5F-36AB-18A5-45066C591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550" y="4748559"/>
              <a:ext cx="968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1" name="Rectangle 201">
              <a:extLst>
                <a:ext uri="{FF2B5EF4-FFF2-40B4-BE49-F238E27FC236}">
                  <a16:creationId xmlns:a16="http://schemas.microsoft.com/office/drawing/2014/main" id="{59E3A6F0-5AAF-632E-EC1C-CAB2CA13E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3984972"/>
              <a:ext cx="12700" cy="3143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2" name="Rectangle 202">
              <a:extLst>
                <a:ext uri="{FF2B5EF4-FFF2-40B4-BE49-F238E27FC236}">
                  <a16:creationId xmlns:a16="http://schemas.microsoft.com/office/drawing/2014/main" id="{5CD549CD-8D02-F462-04FB-3DD806B25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251672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3" name="Rectangle 203">
              <a:extLst>
                <a:ext uri="{FF2B5EF4-FFF2-40B4-BE49-F238E27FC236}">
                  <a16:creationId xmlns:a16="http://schemas.microsoft.com/office/drawing/2014/main" id="{25222CA8-746C-BEFA-1146-1AAD69769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4" name="Rectangle 204">
              <a:extLst>
                <a:ext uri="{FF2B5EF4-FFF2-40B4-BE49-F238E27FC236}">
                  <a16:creationId xmlns:a16="http://schemas.microsoft.com/office/drawing/2014/main" id="{0C4C7D7D-C4DD-D76E-4BC8-864E64A7A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5" name="Rectangle 205">
              <a:extLst>
                <a:ext uri="{FF2B5EF4-FFF2-40B4-BE49-F238E27FC236}">
                  <a16:creationId xmlns:a16="http://schemas.microsoft.com/office/drawing/2014/main" id="{3CF5A5CC-1552-D726-CB4A-24C59C08C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923059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6" name="Rectangle 206">
              <a:extLst>
                <a:ext uri="{FF2B5EF4-FFF2-40B4-BE49-F238E27FC236}">
                  <a16:creationId xmlns:a16="http://schemas.microsoft.com/office/drawing/2014/main" id="{3775A989-B39A-1DBA-7C7F-A8CE2E4DF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251672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7" name="Rectangle 207">
              <a:extLst>
                <a:ext uri="{FF2B5EF4-FFF2-40B4-BE49-F238E27FC236}">
                  <a16:creationId xmlns:a16="http://schemas.microsoft.com/office/drawing/2014/main" id="{9B13B87A-18AA-C660-4F0C-9B73E8946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8" name="Freeform 208">
              <a:extLst>
                <a:ext uri="{FF2B5EF4-FFF2-40B4-BE49-F238E27FC236}">
                  <a16:creationId xmlns:a16="http://schemas.microsoft.com/office/drawing/2014/main" id="{20A49202-9309-7B80-48CE-CF1D61F9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363" y="4105622"/>
              <a:ext cx="85725" cy="85725"/>
            </a:xfrm>
            <a:custGeom>
              <a:avLst/>
              <a:gdLst>
                <a:gd name="T0" fmla="*/ 2147483647 w 54"/>
                <a:gd name="T1" fmla="*/ 2147483647 h 54"/>
                <a:gd name="T2" fmla="*/ 2147483647 w 54"/>
                <a:gd name="T3" fmla="*/ 2147483647 h 54"/>
                <a:gd name="T4" fmla="*/ 2147483647 w 54"/>
                <a:gd name="T5" fmla="*/ 2147483647 h 54"/>
                <a:gd name="T6" fmla="*/ 2147483647 w 54"/>
                <a:gd name="T7" fmla="*/ 2147483647 h 54"/>
                <a:gd name="T8" fmla="*/ 2147483647 w 54"/>
                <a:gd name="T9" fmla="*/ 2147483647 h 54"/>
                <a:gd name="T10" fmla="*/ 2147483647 w 54"/>
                <a:gd name="T11" fmla="*/ 2147483647 h 54"/>
                <a:gd name="T12" fmla="*/ 2147483647 w 54"/>
                <a:gd name="T13" fmla="*/ 2147483647 h 54"/>
                <a:gd name="T14" fmla="*/ 2147483647 w 54"/>
                <a:gd name="T15" fmla="*/ 2147483647 h 54"/>
                <a:gd name="T16" fmla="*/ 2147483647 w 54"/>
                <a:gd name="T17" fmla="*/ 2147483647 h 54"/>
                <a:gd name="T18" fmla="*/ 2147483647 w 54"/>
                <a:gd name="T19" fmla="*/ 2147483647 h 54"/>
                <a:gd name="T20" fmla="*/ 2147483647 w 54"/>
                <a:gd name="T21" fmla="*/ 2147483647 h 54"/>
                <a:gd name="T22" fmla="*/ 2147483647 w 54"/>
                <a:gd name="T23" fmla="*/ 2147483647 h 54"/>
                <a:gd name="T24" fmla="*/ 2147483647 w 54"/>
                <a:gd name="T25" fmla="*/ 2147483647 h 54"/>
                <a:gd name="T26" fmla="*/ 2147483647 w 54"/>
                <a:gd name="T27" fmla="*/ 2147483647 h 54"/>
                <a:gd name="T28" fmla="*/ 2147483647 w 54"/>
                <a:gd name="T29" fmla="*/ 2147483647 h 54"/>
                <a:gd name="T30" fmla="*/ 2147483647 w 54"/>
                <a:gd name="T31" fmla="*/ 2147483647 h 54"/>
                <a:gd name="T32" fmla="*/ 2147483647 w 54"/>
                <a:gd name="T33" fmla="*/ 2147483647 h 54"/>
                <a:gd name="T34" fmla="*/ 2147483647 w 54"/>
                <a:gd name="T35" fmla="*/ 2147483647 h 54"/>
                <a:gd name="T36" fmla="*/ 2147483647 w 54"/>
                <a:gd name="T37" fmla="*/ 2147483647 h 54"/>
                <a:gd name="T38" fmla="*/ 2147483647 w 54"/>
                <a:gd name="T39" fmla="*/ 2147483647 h 54"/>
                <a:gd name="T40" fmla="*/ 2147483647 w 54"/>
                <a:gd name="T41" fmla="*/ 2147483647 h 54"/>
                <a:gd name="T42" fmla="*/ 2147483647 w 54"/>
                <a:gd name="T43" fmla="*/ 2147483647 h 54"/>
                <a:gd name="T44" fmla="*/ 2147483647 w 54"/>
                <a:gd name="T45" fmla="*/ 2147483647 h 54"/>
                <a:gd name="T46" fmla="*/ 2147483647 w 54"/>
                <a:gd name="T47" fmla="*/ 2147483647 h 54"/>
                <a:gd name="T48" fmla="*/ 2147483647 w 54"/>
                <a:gd name="T49" fmla="*/ 2147483647 h 54"/>
                <a:gd name="T50" fmla="*/ 2147483647 w 54"/>
                <a:gd name="T51" fmla="*/ 2147483647 h 54"/>
                <a:gd name="T52" fmla="*/ 2147483647 w 54"/>
                <a:gd name="T53" fmla="*/ 2147483647 h 54"/>
                <a:gd name="T54" fmla="*/ 2147483647 w 54"/>
                <a:gd name="T55" fmla="*/ 2147483647 h 54"/>
                <a:gd name="T56" fmla="*/ 2147483647 w 54"/>
                <a:gd name="T57" fmla="*/ 2147483647 h 54"/>
                <a:gd name="T58" fmla="*/ 2147483647 w 54"/>
                <a:gd name="T59" fmla="*/ 2147483647 h 54"/>
                <a:gd name="T60" fmla="*/ 2147483647 w 54"/>
                <a:gd name="T61" fmla="*/ 2147483647 h 54"/>
                <a:gd name="T62" fmla="*/ 2147483647 w 54"/>
                <a:gd name="T63" fmla="*/ 2147483647 h 54"/>
                <a:gd name="T64" fmla="*/ 2147483647 w 54"/>
                <a:gd name="T65" fmla="*/ 2147483647 h 54"/>
                <a:gd name="T66" fmla="*/ 2147483647 w 54"/>
                <a:gd name="T67" fmla="*/ 2147483647 h 54"/>
                <a:gd name="T68" fmla="*/ 2147483647 w 54"/>
                <a:gd name="T69" fmla="*/ 2147483647 h 54"/>
                <a:gd name="T70" fmla="*/ 0 w 54"/>
                <a:gd name="T71" fmla="*/ 2147483647 h 54"/>
                <a:gd name="T72" fmla="*/ 0 w 54"/>
                <a:gd name="T73" fmla="*/ 2147483647 h 54"/>
                <a:gd name="T74" fmla="*/ 0 w 54"/>
                <a:gd name="T75" fmla="*/ 2147483647 h 54"/>
                <a:gd name="T76" fmla="*/ 2147483647 w 54"/>
                <a:gd name="T77" fmla="*/ 2147483647 h 54"/>
                <a:gd name="T78" fmla="*/ 2147483647 w 54"/>
                <a:gd name="T79" fmla="*/ 2147483647 h 54"/>
                <a:gd name="T80" fmla="*/ 2147483647 w 54"/>
                <a:gd name="T81" fmla="*/ 2147483647 h 54"/>
                <a:gd name="T82" fmla="*/ 2147483647 w 54"/>
                <a:gd name="T83" fmla="*/ 0 h 54"/>
                <a:gd name="T84" fmla="*/ 2147483647 w 54"/>
                <a:gd name="T85" fmla="*/ 0 h 54"/>
                <a:gd name="T86" fmla="*/ 2147483647 w 54"/>
                <a:gd name="T87" fmla="*/ 0 h 54"/>
                <a:gd name="T88" fmla="*/ 2147483647 w 54"/>
                <a:gd name="T89" fmla="*/ 2147483647 h 54"/>
                <a:gd name="T90" fmla="*/ 2147483647 w 54"/>
                <a:gd name="T91" fmla="*/ 2147483647 h 54"/>
                <a:gd name="T92" fmla="*/ 2147483647 w 54"/>
                <a:gd name="T93" fmla="*/ 2147483647 h 54"/>
                <a:gd name="T94" fmla="*/ 2147483647 w 54"/>
                <a:gd name="T95" fmla="*/ 2147483647 h 54"/>
                <a:gd name="T96" fmla="*/ 2147483647 w 54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4"/>
                <a:gd name="T148" fmla="*/ 0 h 54"/>
                <a:gd name="T149" fmla="*/ 54 w 54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4" h="54">
                  <a:moveTo>
                    <a:pt x="46" y="23"/>
                  </a:moveTo>
                  <a:lnTo>
                    <a:pt x="39" y="8"/>
                  </a:lnTo>
                  <a:lnTo>
                    <a:pt x="39" y="15"/>
                  </a:lnTo>
                  <a:lnTo>
                    <a:pt x="23" y="8"/>
                  </a:lnTo>
                  <a:lnTo>
                    <a:pt x="8" y="15"/>
                  </a:lnTo>
                  <a:lnTo>
                    <a:pt x="16" y="8"/>
                  </a:lnTo>
                  <a:lnTo>
                    <a:pt x="8" y="23"/>
                  </a:lnTo>
                  <a:lnTo>
                    <a:pt x="16" y="38"/>
                  </a:lnTo>
                  <a:lnTo>
                    <a:pt x="8" y="38"/>
                  </a:lnTo>
                  <a:lnTo>
                    <a:pt x="23" y="46"/>
                  </a:lnTo>
                  <a:lnTo>
                    <a:pt x="39" y="38"/>
                  </a:lnTo>
                  <a:lnTo>
                    <a:pt x="46" y="23"/>
                  </a:lnTo>
                  <a:lnTo>
                    <a:pt x="54" y="23"/>
                  </a:lnTo>
                  <a:lnTo>
                    <a:pt x="46" y="38"/>
                  </a:lnTo>
                  <a:lnTo>
                    <a:pt x="39" y="46"/>
                  </a:lnTo>
                  <a:lnTo>
                    <a:pt x="23" y="54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23" y="0"/>
                  </a:lnTo>
                  <a:lnTo>
                    <a:pt x="39" y="8"/>
                  </a:lnTo>
                  <a:lnTo>
                    <a:pt x="46" y="8"/>
                  </a:lnTo>
                  <a:lnTo>
                    <a:pt x="54" y="23"/>
                  </a:lnTo>
                  <a:lnTo>
                    <a:pt x="46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09" name="Freeform 209">
              <a:extLst>
                <a:ext uri="{FF2B5EF4-FFF2-40B4-BE49-F238E27FC236}">
                  <a16:creationId xmlns:a16="http://schemas.microsoft.com/office/drawing/2014/main" id="{29481BE3-E120-CBFD-C550-F0F2F290B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4142134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0" name="Rectangle 210">
              <a:extLst>
                <a:ext uri="{FF2B5EF4-FFF2-40B4-BE49-F238E27FC236}">
                  <a16:creationId xmlns:a16="http://schemas.microsoft.com/office/drawing/2014/main" id="{E8DB627B-649E-62F8-A3AA-8FF67874D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714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1" name="Rectangle 211">
              <a:extLst>
                <a:ext uri="{FF2B5EF4-FFF2-40B4-BE49-F238E27FC236}">
                  <a16:creationId xmlns:a16="http://schemas.microsoft.com/office/drawing/2014/main" id="{C6A84464-4723-9674-90DA-D445E9A4F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57869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2" name="Rectangle 212">
              <a:extLst>
                <a:ext uri="{FF2B5EF4-FFF2-40B4-BE49-F238E27FC236}">
                  <a16:creationId xmlns:a16="http://schemas.microsoft.com/office/drawing/2014/main" id="{EB8D9FE4-C771-FAD2-ED6B-50C36AF96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213" y="4578697"/>
              <a:ext cx="2174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3" name="Rectangle 213">
              <a:extLst>
                <a:ext uri="{FF2B5EF4-FFF2-40B4-BE49-F238E27FC236}">
                  <a16:creationId xmlns:a16="http://schemas.microsoft.com/office/drawing/2014/main" id="{19E9A578-784B-6A3F-E7F1-EA5F6C97E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44534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4" name="Freeform 214">
              <a:extLst>
                <a:ext uri="{FF2B5EF4-FFF2-40B4-BE49-F238E27FC236}">
                  <a16:creationId xmlns:a16="http://schemas.microsoft.com/office/drawing/2014/main" id="{A29FB6F9-3681-4B68-EF15-95A1E2C3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275" y="5015259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5" name="Freeform 215">
              <a:extLst>
                <a:ext uri="{FF2B5EF4-FFF2-40B4-BE49-F238E27FC236}">
                  <a16:creationId xmlns:a16="http://schemas.microsoft.com/office/drawing/2014/main" id="{C5516545-0FAD-5846-6530-9F6E8530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325" y="50152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6" name="Rectangle 216">
              <a:extLst>
                <a:ext uri="{FF2B5EF4-FFF2-40B4-BE49-F238E27FC236}">
                  <a16:creationId xmlns:a16="http://schemas.microsoft.com/office/drawing/2014/main" id="{B52B4C45-88C9-0037-FE2E-A7EB40041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5015259"/>
              <a:ext cx="1079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7" name="Freeform 217">
              <a:extLst>
                <a:ext uri="{FF2B5EF4-FFF2-40B4-BE49-F238E27FC236}">
                  <a16:creationId xmlns:a16="http://schemas.microsoft.com/office/drawing/2014/main" id="{6E870F27-15A8-5168-3A43-783EB3BE5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188" y="49787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8" name="Freeform 218">
              <a:extLst>
                <a:ext uri="{FF2B5EF4-FFF2-40B4-BE49-F238E27FC236}">
                  <a16:creationId xmlns:a16="http://schemas.microsoft.com/office/drawing/2014/main" id="{6FCC7D09-3305-B67C-2D3B-6222DC8C2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113" y="49787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9" name="Rectangle 219">
              <a:extLst>
                <a:ext uri="{FF2B5EF4-FFF2-40B4-BE49-F238E27FC236}">
                  <a16:creationId xmlns:a16="http://schemas.microsoft.com/office/drawing/2014/main" id="{DD73633F-4076-E8B3-EBFB-D67E6786E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3" y="4978747"/>
              <a:ext cx="219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0" name="Freeform 220">
              <a:extLst>
                <a:ext uri="{FF2B5EF4-FFF2-40B4-BE49-F238E27FC236}">
                  <a16:creationId xmlns:a16="http://schemas.microsoft.com/office/drawing/2014/main" id="{646881EA-AAB2-6CAE-42D9-EF10DC3A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942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1" name="Freeform 221">
              <a:extLst>
                <a:ext uri="{FF2B5EF4-FFF2-40B4-BE49-F238E27FC236}">
                  <a16:creationId xmlns:a16="http://schemas.microsoft.com/office/drawing/2014/main" id="{D7CFD349-0465-B67C-EFB9-2575D16E8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788" y="4942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2" name="Rectangle 222">
              <a:extLst>
                <a:ext uri="{FF2B5EF4-FFF2-40B4-BE49-F238E27FC236}">
                  <a16:creationId xmlns:a16="http://schemas.microsoft.com/office/drawing/2014/main" id="{39B2159E-B469-C8CF-8193-02161D44A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788" y="4942234"/>
              <a:ext cx="3270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3" name="Freeform 223">
              <a:extLst>
                <a:ext uri="{FF2B5EF4-FFF2-40B4-BE49-F238E27FC236}">
                  <a16:creationId xmlns:a16="http://schemas.microsoft.com/office/drawing/2014/main" id="{ED4CFDB4-0AB5-064B-63E8-BEF81A3BD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75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4" name="Freeform 224">
              <a:extLst>
                <a:ext uri="{FF2B5EF4-FFF2-40B4-BE49-F238E27FC236}">
                  <a16:creationId xmlns:a16="http://schemas.microsoft.com/office/drawing/2014/main" id="{B2DF9277-CD42-B202-DBEE-8F5A8221F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538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5" name="Rectangle 225">
              <a:extLst>
                <a:ext uri="{FF2B5EF4-FFF2-40B4-BE49-F238E27FC236}">
                  <a16:creationId xmlns:a16="http://schemas.microsoft.com/office/drawing/2014/main" id="{43388F8A-9506-F36A-7951-CC22FDDCC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4737447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6" name="Freeform 226">
              <a:extLst>
                <a:ext uri="{FF2B5EF4-FFF2-40B4-BE49-F238E27FC236}">
                  <a16:creationId xmlns:a16="http://schemas.microsoft.com/office/drawing/2014/main" id="{4E13D582-15B5-8BA2-4009-420367DB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47120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7" name="Freeform 227">
              <a:extLst>
                <a:ext uri="{FF2B5EF4-FFF2-40B4-BE49-F238E27FC236}">
                  <a16:creationId xmlns:a16="http://schemas.microsoft.com/office/drawing/2014/main" id="{1EEDE1AC-01A1-DB4C-9A5F-20BF92C01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7120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8" name="Rectangle 228">
              <a:extLst>
                <a:ext uri="{FF2B5EF4-FFF2-40B4-BE49-F238E27FC236}">
                  <a16:creationId xmlns:a16="http://schemas.microsoft.com/office/drawing/2014/main" id="{DA194EE8-5A07-F2A2-1FCC-B5FF7AA3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025" y="4712047"/>
              <a:ext cx="1825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9" name="Freeform 229">
              <a:extLst>
                <a:ext uri="{FF2B5EF4-FFF2-40B4-BE49-F238E27FC236}">
                  <a16:creationId xmlns:a16="http://schemas.microsoft.com/office/drawing/2014/main" id="{1D2B6AA7-E6BF-80A3-0B3D-10DAC954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0" y="4688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0" name="Freeform 230">
              <a:extLst>
                <a:ext uri="{FF2B5EF4-FFF2-40B4-BE49-F238E27FC236}">
                  <a16:creationId xmlns:a16="http://schemas.microsoft.com/office/drawing/2014/main" id="{ED64D6FB-1C42-0038-9FAE-D2E852C1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688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1" name="Rectangle 231">
              <a:extLst>
                <a:ext uri="{FF2B5EF4-FFF2-40B4-BE49-F238E27FC236}">
                  <a16:creationId xmlns:a16="http://schemas.microsoft.com/office/drawing/2014/main" id="{D59A5967-BC5A-35D8-8309-BB2CEAAA9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813" y="4688234"/>
              <a:ext cx="2682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2" name="Rectangle 232">
              <a:extLst>
                <a:ext uri="{FF2B5EF4-FFF2-40B4-BE49-F238E27FC236}">
                  <a16:creationId xmlns:a16="http://schemas.microsoft.com/office/drawing/2014/main" id="{22B7297E-8B05-0DBE-9141-146B6A3E3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445347"/>
              <a:ext cx="473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3" name="Rectangle 233">
              <a:extLst>
                <a:ext uri="{FF2B5EF4-FFF2-40B4-BE49-F238E27FC236}">
                  <a16:creationId xmlns:a16="http://schemas.microsoft.com/office/drawing/2014/main" id="{80385791-BAFC-292C-1EF9-BD0ADD8C0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335809"/>
              <a:ext cx="11113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4" name="Rectangle 234">
              <a:extLst>
                <a:ext uri="{FF2B5EF4-FFF2-40B4-BE49-F238E27FC236}">
                  <a16:creationId xmlns:a16="http://schemas.microsoft.com/office/drawing/2014/main" id="{E96369C2-7CDF-9B8B-E118-036AEA93F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7485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5" name="Rectangle 235">
              <a:extLst>
                <a:ext uri="{FF2B5EF4-FFF2-40B4-BE49-F238E27FC236}">
                  <a16:creationId xmlns:a16="http://schemas.microsoft.com/office/drawing/2014/main" id="{E2F61627-BEC6-C561-41EA-A3BC2AAD8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11113" cy="6064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6" name="Rectangle 236">
              <a:extLst>
                <a:ext uri="{FF2B5EF4-FFF2-40B4-BE49-F238E27FC236}">
                  <a16:creationId xmlns:a16="http://schemas.microsoft.com/office/drawing/2014/main" id="{AB9245B7-F72D-AFE8-1117-0C0AAC3A1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663" y="4445347"/>
              <a:ext cx="1952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7" name="Rectangle 237">
              <a:extLst>
                <a:ext uri="{FF2B5EF4-FFF2-40B4-BE49-F238E27FC236}">
                  <a16:creationId xmlns:a16="http://schemas.microsoft.com/office/drawing/2014/main" id="{CC92F154-4C6E-8F39-7C0B-8C67626F4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5" y="3923059"/>
              <a:ext cx="1571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8" name="Freeform 238">
              <a:extLst>
                <a:ext uri="{FF2B5EF4-FFF2-40B4-BE49-F238E27FC236}">
                  <a16:creationId xmlns:a16="http://schemas.microsoft.com/office/drawing/2014/main" id="{36AC1265-C7C5-D860-D567-F566302D1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9" name="Freeform 239">
              <a:extLst>
                <a:ext uri="{FF2B5EF4-FFF2-40B4-BE49-F238E27FC236}">
                  <a16:creationId xmlns:a16="http://schemas.microsoft.com/office/drawing/2014/main" id="{8ECB073B-4830-EAB1-0AFA-F2AD57BF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0" name="Freeform 240">
              <a:extLst>
                <a:ext uri="{FF2B5EF4-FFF2-40B4-BE49-F238E27FC236}">
                  <a16:creationId xmlns:a16="http://schemas.microsoft.com/office/drawing/2014/main" id="{7E120F8D-A2CE-C4E8-9B90-0573EAD0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1" name="Freeform 241">
              <a:extLst>
                <a:ext uri="{FF2B5EF4-FFF2-40B4-BE49-F238E27FC236}">
                  <a16:creationId xmlns:a16="http://schemas.microsoft.com/office/drawing/2014/main" id="{900AE9F7-0F41-0CA8-71AF-06CE0EE4F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2" name="Freeform 242">
              <a:extLst>
                <a:ext uri="{FF2B5EF4-FFF2-40B4-BE49-F238E27FC236}">
                  <a16:creationId xmlns:a16="http://schemas.microsoft.com/office/drawing/2014/main" id="{1DEB92A2-B83F-B8C4-7975-9596F614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3" name="Freeform 243">
              <a:extLst>
                <a:ext uri="{FF2B5EF4-FFF2-40B4-BE49-F238E27FC236}">
                  <a16:creationId xmlns:a16="http://schemas.microsoft.com/office/drawing/2014/main" id="{1F300B09-1CBE-5515-61A4-DE262D5A1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038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4" name="Freeform 244">
              <a:extLst>
                <a:ext uri="{FF2B5EF4-FFF2-40B4-BE49-F238E27FC236}">
                  <a16:creationId xmlns:a16="http://schemas.microsoft.com/office/drawing/2014/main" id="{02ED39D2-5996-1C74-4780-56CC38A9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5" name="Freeform 245">
              <a:extLst>
                <a:ext uri="{FF2B5EF4-FFF2-40B4-BE49-F238E27FC236}">
                  <a16:creationId xmlns:a16="http://schemas.microsoft.com/office/drawing/2014/main" id="{B0A39F1A-7E68-06BD-AF5C-F0380335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6" name="Freeform 246">
              <a:extLst>
                <a:ext uri="{FF2B5EF4-FFF2-40B4-BE49-F238E27FC236}">
                  <a16:creationId xmlns:a16="http://schemas.microsoft.com/office/drawing/2014/main" id="{57D47BAC-F50A-AD2B-9E0C-DD57F9514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8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7" name="Freeform 247">
              <a:extLst>
                <a:ext uri="{FF2B5EF4-FFF2-40B4-BE49-F238E27FC236}">
                  <a16:creationId xmlns:a16="http://schemas.microsoft.com/office/drawing/2014/main" id="{2437B7B7-72F4-9850-4002-14DB30A94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25400" cy="25400"/>
            </a:xfrm>
            <a:custGeom>
              <a:avLst/>
              <a:gdLst>
                <a:gd name="T0" fmla="*/ 2147483647 w 16"/>
                <a:gd name="T1" fmla="*/ 2147483647 h 16"/>
                <a:gd name="T2" fmla="*/ 2147483647 w 16"/>
                <a:gd name="T3" fmla="*/ 2147483647 h 16"/>
                <a:gd name="T4" fmla="*/ 2147483647 w 16"/>
                <a:gd name="T5" fmla="*/ 0 h 16"/>
                <a:gd name="T6" fmla="*/ 0 w 16"/>
                <a:gd name="T7" fmla="*/ 2147483647 h 16"/>
                <a:gd name="T8" fmla="*/ 0 w 16"/>
                <a:gd name="T9" fmla="*/ 2147483647 h 16"/>
                <a:gd name="T10" fmla="*/ 0 w 16"/>
                <a:gd name="T11" fmla="*/ 2147483647 h 16"/>
                <a:gd name="T12" fmla="*/ 2147483647 w 16"/>
                <a:gd name="T13" fmla="*/ 2147483647 h 16"/>
                <a:gd name="T14" fmla="*/ 2147483647 w 16"/>
                <a:gd name="T15" fmla="*/ 2147483647 h 16"/>
                <a:gd name="T16" fmla="*/ 2147483647 w 16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16"/>
                <a:gd name="T29" fmla="*/ 16 w 16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16">
                  <a:moveTo>
                    <a:pt x="16" y="8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8" name="Freeform 248">
              <a:extLst>
                <a:ext uri="{FF2B5EF4-FFF2-40B4-BE49-F238E27FC236}">
                  <a16:creationId xmlns:a16="http://schemas.microsoft.com/office/drawing/2014/main" id="{D0BA7C70-6CE3-47F1-682B-BB0D0A4C6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0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16" y="16"/>
                  </a:moveTo>
                  <a:lnTo>
                    <a:pt x="8" y="16"/>
                  </a:lnTo>
                  <a:lnTo>
                    <a:pt x="8" y="8"/>
                  </a:lnTo>
                  <a:lnTo>
                    <a:pt x="8" y="0"/>
                  </a:lnTo>
                  <a:lnTo>
                    <a:pt x="16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23" y="16"/>
                  </a:lnTo>
                  <a:lnTo>
                    <a:pt x="16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6" y="0"/>
                  </a:lnTo>
                  <a:lnTo>
                    <a:pt x="16" y="8"/>
                  </a:lnTo>
                  <a:lnTo>
                    <a:pt x="8" y="8"/>
                  </a:lnTo>
                  <a:lnTo>
                    <a:pt x="16" y="8"/>
                  </a:lnTo>
                  <a:lnTo>
                    <a:pt x="16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9" name="Freeform 249">
              <a:extLst>
                <a:ext uri="{FF2B5EF4-FFF2-40B4-BE49-F238E27FC236}">
                  <a16:creationId xmlns:a16="http://schemas.microsoft.com/office/drawing/2014/main" id="{9791C6C2-3864-9D06-2E7B-1C585572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125" y="4445347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0 w 7"/>
                <a:gd name="T5" fmla="*/ 2147483647 h 8"/>
                <a:gd name="T6" fmla="*/ 0 w 7"/>
                <a:gd name="T7" fmla="*/ 0 h 8"/>
                <a:gd name="T8" fmla="*/ 2147483647 w 7"/>
                <a:gd name="T9" fmla="*/ 2147483647 h 8"/>
                <a:gd name="T10" fmla="*/ 2147483647 w 7"/>
                <a:gd name="T11" fmla="*/ 2147483647 h 8"/>
                <a:gd name="T12" fmla="*/ 0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0" name="Freeform 250">
              <a:extLst>
                <a:ext uri="{FF2B5EF4-FFF2-40B4-BE49-F238E27FC236}">
                  <a16:creationId xmlns:a16="http://schemas.microsoft.com/office/drawing/2014/main" id="{982EB242-6490-F457-5FE4-3B54EEE9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1" name="Freeform 251">
              <a:extLst>
                <a:ext uri="{FF2B5EF4-FFF2-40B4-BE49-F238E27FC236}">
                  <a16:creationId xmlns:a16="http://schemas.microsoft.com/office/drawing/2014/main" id="{4A836191-D794-3A7C-F378-DAC30A00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2" name="Rectangle 252">
              <a:extLst>
                <a:ext uri="{FF2B5EF4-FFF2-40B4-BE49-F238E27FC236}">
                  <a16:creationId xmlns:a16="http://schemas.microsoft.com/office/drawing/2014/main" id="{99484AA0-9251-B73C-A43B-FE785E3E1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3" name="Freeform 253">
              <a:extLst>
                <a:ext uri="{FF2B5EF4-FFF2-40B4-BE49-F238E27FC236}">
                  <a16:creationId xmlns:a16="http://schemas.microsoft.com/office/drawing/2014/main" id="{2B584935-458D-DE4D-7FD6-801A45881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49263" cy="642938"/>
            </a:xfrm>
            <a:custGeom>
              <a:avLst/>
              <a:gdLst>
                <a:gd name="T0" fmla="*/ 0 w 283"/>
                <a:gd name="T1" fmla="*/ 0 h 405"/>
                <a:gd name="T2" fmla="*/ 2147483647 w 283"/>
                <a:gd name="T3" fmla="*/ 2147483647 h 405"/>
                <a:gd name="T4" fmla="*/ 2147483647 w 283"/>
                <a:gd name="T5" fmla="*/ 2147483647 h 405"/>
                <a:gd name="T6" fmla="*/ 2147483647 w 283"/>
                <a:gd name="T7" fmla="*/ 2147483647 h 405"/>
                <a:gd name="T8" fmla="*/ 2147483647 w 283"/>
                <a:gd name="T9" fmla="*/ 2147483647 h 405"/>
                <a:gd name="T10" fmla="*/ 2147483647 w 283"/>
                <a:gd name="T11" fmla="*/ 2147483647 h 405"/>
                <a:gd name="T12" fmla="*/ 2147483647 w 283"/>
                <a:gd name="T13" fmla="*/ 2147483647 h 405"/>
                <a:gd name="T14" fmla="*/ 2147483647 w 283"/>
                <a:gd name="T15" fmla="*/ 2147483647 h 405"/>
                <a:gd name="T16" fmla="*/ 2147483647 w 283"/>
                <a:gd name="T17" fmla="*/ 2147483647 h 405"/>
                <a:gd name="T18" fmla="*/ 2147483647 w 283"/>
                <a:gd name="T19" fmla="*/ 2147483647 h 405"/>
                <a:gd name="T20" fmla="*/ 0 w 283"/>
                <a:gd name="T21" fmla="*/ 2147483647 h 405"/>
                <a:gd name="T22" fmla="*/ 0 w 283"/>
                <a:gd name="T23" fmla="*/ 0 h 4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3"/>
                <a:gd name="T37" fmla="*/ 0 h 405"/>
                <a:gd name="T38" fmla="*/ 283 w 283"/>
                <a:gd name="T39" fmla="*/ 405 h 40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3" h="40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37" y="69"/>
                  </a:lnTo>
                  <a:lnTo>
                    <a:pt x="268" y="99"/>
                  </a:lnTo>
                  <a:lnTo>
                    <a:pt x="283" y="206"/>
                  </a:lnTo>
                  <a:lnTo>
                    <a:pt x="268" y="306"/>
                  </a:lnTo>
                  <a:lnTo>
                    <a:pt x="237" y="344"/>
                  </a:lnTo>
                  <a:lnTo>
                    <a:pt x="207" y="367"/>
                  </a:lnTo>
                  <a:lnTo>
                    <a:pt x="122" y="397"/>
                  </a:lnTo>
                  <a:lnTo>
                    <a:pt x="0" y="405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4" name="Freeform 254">
              <a:extLst>
                <a:ext uri="{FF2B5EF4-FFF2-40B4-BE49-F238E27FC236}">
                  <a16:creationId xmlns:a16="http://schemas.microsoft.com/office/drawing/2014/main" id="{50365859-DB33-11DF-4858-0E74CB56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61963" cy="595313"/>
            </a:xfrm>
            <a:custGeom>
              <a:avLst/>
              <a:gdLst>
                <a:gd name="T0" fmla="*/ 0 w 291"/>
                <a:gd name="T1" fmla="*/ 0 h 375"/>
                <a:gd name="T2" fmla="*/ 2147483647 w 291"/>
                <a:gd name="T3" fmla="*/ 2147483647 h 375"/>
                <a:gd name="T4" fmla="*/ 2147483647 w 291"/>
                <a:gd name="T5" fmla="*/ 2147483647 h 375"/>
                <a:gd name="T6" fmla="*/ 2147483647 w 291"/>
                <a:gd name="T7" fmla="*/ 2147483647 h 375"/>
                <a:gd name="T8" fmla="*/ 2147483647 w 291"/>
                <a:gd name="T9" fmla="*/ 2147483647 h 375"/>
                <a:gd name="T10" fmla="*/ 2147483647 w 291"/>
                <a:gd name="T11" fmla="*/ 2147483647 h 375"/>
                <a:gd name="T12" fmla="*/ 2147483647 w 291"/>
                <a:gd name="T13" fmla="*/ 2147483647 h 375"/>
                <a:gd name="T14" fmla="*/ 2147483647 w 291"/>
                <a:gd name="T15" fmla="*/ 2147483647 h 375"/>
                <a:gd name="T16" fmla="*/ 2147483647 w 291"/>
                <a:gd name="T17" fmla="*/ 2147483647 h 375"/>
                <a:gd name="T18" fmla="*/ 2147483647 w 291"/>
                <a:gd name="T19" fmla="*/ 2147483647 h 375"/>
                <a:gd name="T20" fmla="*/ 2147483647 w 291"/>
                <a:gd name="T21" fmla="*/ 2147483647 h 375"/>
                <a:gd name="T22" fmla="*/ 2147483647 w 291"/>
                <a:gd name="T23" fmla="*/ 2147483647 h 375"/>
                <a:gd name="T24" fmla="*/ 2147483647 w 291"/>
                <a:gd name="T25" fmla="*/ 2147483647 h 375"/>
                <a:gd name="T26" fmla="*/ 2147483647 w 291"/>
                <a:gd name="T27" fmla="*/ 2147483647 h 375"/>
                <a:gd name="T28" fmla="*/ 2147483647 w 291"/>
                <a:gd name="T29" fmla="*/ 2147483647 h 375"/>
                <a:gd name="T30" fmla="*/ 2147483647 w 291"/>
                <a:gd name="T31" fmla="*/ 2147483647 h 375"/>
                <a:gd name="T32" fmla="*/ 2147483647 w 291"/>
                <a:gd name="T33" fmla="*/ 2147483647 h 375"/>
                <a:gd name="T34" fmla="*/ 2147483647 w 291"/>
                <a:gd name="T35" fmla="*/ 2147483647 h 375"/>
                <a:gd name="T36" fmla="*/ 2147483647 w 291"/>
                <a:gd name="T37" fmla="*/ 2147483647 h 375"/>
                <a:gd name="T38" fmla="*/ 2147483647 w 291"/>
                <a:gd name="T39" fmla="*/ 2147483647 h 375"/>
                <a:gd name="T40" fmla="*/ 2147483647 w 291"/>
                <a:gd name="T41" fmla="*/ 2147483647 h 375"/>
                <a:gd name="T42" fmla="*/ 2147483647 w 291"/>
                <a:gd name="T43" fmla="*/ 2147483647 h 375"/>
                <a:gd name="T44" fmla="*/ 2147483647 w 291"/>
                <a:gd name="T45" fmla="*/ 2147483647 h 375"/>
                <a:gd name="T46" fmla="*/ 2147483647 w 291"/>
                <a:gd name="T47" fmla="*/ 2147483647 h 375"/>
                <a:gd name="T48" fmla="*/ 2147483647 w 291"/>
                <a:gd name="T49" fmla="*/ 2147483647 h 375"/>
                <a:gd name="T50" fmla="*/ 2147483647 w 291"/>
                <a:gd name="T51" fmla="*/ 2147483647 h 375"/>
                <a:gd name="T52" fmla="*/ 2147483647 w 291"/>
                <a:gd name="T53" fmla="*/ 2147483647 h 375"/>
                <a:gd name="T54" fmla="*/ 2147483647 w 291"/>
                <a:gd name="T55" fmla="*/ 2147483647 h 375"/>
                <a:gd name="T56" fmla="*/ 2147483647 w 291"/>
                <a:gd name="T57" fmla="*/ 2147483647 h 375"/>
                <a:gd name="T58" fmla="*/ 2147483647 w 291"/>
                <a:gd name="T59" fmla="*/ 2147483647 h 375"/>
                <a:gd name="T60" fmla="*/ 2147483647 w 291"/>
                <a:gd name="T61" fmla="*/ 2147483647 h 375"/>
                <a:gd name="T62" fmla="*/ 2147483647 w 291"/>
                <a:gd name="T63" fmla="*/ 2147483647 h 375"/>
                <a:gd name="T64" fmla="*/ 2147483647 w 291"/>
                <a:gd name="T65" fmla="*/ 2147483647 h 375"/>
                <a:gd name="T66" fmla="*/ 2147483647 w 291"/>
                <a:gd name="T67" fmla="*/ 2147483647 h 375"/>
                <a:gd name="T68" fmla="*/ 2147483647 w 291"/>
                <a:gd name="T69" fmla="*/ 2147483647 h 375"/>
                <a:gd name="T70" fmla="*/ 2147483647 w 291"/>
                <a:gd name="T71" fmla="*/ 2147483647 h 375"/>
                <a:gd name="T72" fmla="*/ 2147483647 w 291"/>
                <a:gd name="T73" fmla="*/ 2147483647 h 375"/>
                <a:gd name="T74" fmla="*/ 2147483647 w 291"/>
                <a:gd name="T75" fmla="*/ 2147483647 h 375"/>
                <a:gd name="T76" fmla="*/ 2147483647 w 291"/>
                <a:gd name="T77" fmla="*/ 2147483647 h 375"/>
                <a:gd name="T78" fmla="*/ 2147483647 w 291"/>
                <a:gd name="T79" fmla="*/ 2147483647 h 375"/>
                <a:gd name="T80" fmla="*/ 2147483647 w 291"/>
                <a:gd name="T81" fmla="*/ 2147483647 h 375"/>
                <a:gd name="T82" fmla="*/ 2147483647 w 291"/>
                <a:gd name="T83" fmla="*/ 2147483647 h 375"/>
                <a:gd name="T84" fmla="*/ 2147483647 w 291"/>
                <a:gd name="T85" fmla="*/ 2147483647 h 375"/>
                <a:gd name="T86" fmla="*/ 2147483647 w 291"/>
                <a:gd name="T87" fmla="*/ 2147483647 h 375"/>
                <a:gd name="T88" fmla="*/ 2147483647 w 291"/>
                <a:gd name="T89" fmla="*/ 2147483647 h 375"/>
                <a:gd name="T90" fmla="*/ 2147483647 w 291"/>
                <a:gd name="T91" fmla="*/ 2147483647 h 375"/>
                <a:gd name="T92" fmla="*/ 2147483647 w 291"/>
                <a:gd name="T93" fmla="*/ 2147483647 h 375"/>
                <a:gd name="T94" fmla="*/ 0 w 291"/>
                <a:gd name="T95" fmla="*/ 2147483647 h 375"/>
                <a:gd name="T96" fmla="*/ 0 w 291"/>
                <a:gd name="T97" fmla="*/ 0 h 3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1"/>
                <a:gd name="T148" fmla="*/ 0 h 375"/>
                <a:gd name="T149" fmla="*/ 291 w 291"/>
                <a:gd name="T150" fmla="*/ 375 h 3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1" h="37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14" y="38"/>
                  </a:lnTo>
                  <a:lnTo>
                    <a:pt x="245" y="69"/>
                  </a:lnTo>
                  <a:lnTo>
                    <a:pt x="275" y="99"/>
                  </a:lnTo>
                  <a:lnTo>
                    <a:pt x="291" y="206"/>
                  </a:lnTo>
                  <a:lnTo>
                    <a:pt x="275" y="306"/>
                  </a:lnTo>
                  <a:lnTo>
                    <a:pt x="275" y="313"/>
                  </a:lnTo>
                  <a:lnTo>
                    <a:pt x="245" y="352"/>
                  </a:lnTo>
                  <a:lnTo>
                    <a:pt x="214" y="375"/>
                  </a:lnTo>
                  <a:lnTo>
                    <a:pt x="207" y="375"/>
                  </a:lnTo>
                  <a:lnTo>
                    <a:pt x="207" y="367"/>
                  </a:lnTo>
                  <a:lnTo>
                    <a:pt x="237" y="344"/>
                  </a:lnTo>
                  <a:lnTo>
                    <a:pt x="268" y="306"/>
                  </a:lnTo>
                  <a:lnTo>
                    <a:pt x="283" y="206"/>
                  </a:lnTo>
                  <a:lnTo>
                    <a:pt x="268" y="99"/>
                  </a:lnTo>
                  <a:lnTo>
                    <a:pt x="268" y="107"/>
                  </a:lnTo>
                  <a:lnTo>
                    <a:pt x="237" y="76"/>
                  </a:lnTo>
                  <a:lnTo>
                    <a:pt x="207" y="46"/>
                  </a:lnTo>
                  <a:lnTo>
                    <a:pt x="122" y="15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5" name="Freeform 255">
              <a:extLst>
                <a:ext uri="{FF2B5EF4-FFF2-40B4-BE49-F238E27FC236}">
                  <a16:creationId xmlns:a16="http://schemas.microsoft.com/office/drawing/2014/main" id="{057BAE72-BA65-A850-E83B-35ED0FFD3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4008784"/>
              <a:ext cx="134938" cy="60325"/>
            </a:xfrm>
            <a:custGeom>
              <a:avLst/>
              <a:gdLst>
                <a:gd name="T0" fmla="*/ 2147483647 w 85"/>
                <a:gd name="T1" fmla="*/ 2147483647 h 38"/>
                <a:gd name="T2" fmla="*/ 0 w 85"/>
                <a:gd name="T3" fmla="*/ 2147483647 h 38"/>
                <a:gd name="T4" fmla="*/ 0 w 85"/>
                <a:gd name="T5" fmla="*/ 2147483647 h 38"/>
                <a:gd name="T6" fmla="*/ 0 w 85"/>
                <a:gd name="T7" fmla="*/ 2147483647 h 38"/>
                <a:gd name="T8" fmla="*/ 0 w 85"/>
                <a:gd name="T9" fmla="*/ 2147483647 h 38"/>
                <a:gd name="T10" fmla="*/ 2147483647 w 85"/>
                <a:gd name="T11" fmla="*/ 0 h 38"/>
                <a:gd name="T12" fmla="*/ 2147483647 w 85"/>
                <a:gd name="T13" fmla="*/ 21474836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38"/>
                <a:gd name="T23" fmla="*/ 85 w 85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38">
                  <a:moveTo>
                    <a:pt x="85" y="8"/>
                  </a:moveTo>
                  <a:lnTo>
                    <a:pt x="0" y="38"/>
                  </a:lnTo>
                  <a:lnTo>
                    <a:pt x="0" y="30"/>
                  </a:lnTo>
                  <a:lnTo>
                    <a:pt x="85" y="0"/>
                  </a:lnTo>
                  <a:lnTo>
                    <a:pt x="8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6" name="Freeform 256">
              <a:extLst>
                <a:ext uri="{FF2B5EF4-FFF2-40B4-BE49-F238E27FC236}">
                  <a16:creationId xmlns:a16="http://schemas.microsoft.com/office/drawing/2014/main" id="{C28ABFD9-01DD-7F56-5257-00C65EBC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4056409"/>
              <a:ext cx="193675" cy="25400"/>
            </a:xfrm>
            <a:custGeom>
              <a:avLst/>
              <a:gdLst>
                <a:gd name="T0" fmla="*/ 2147483647 w 122"/>
                <a:gd name="T1" fmla="*/ 2147483647 h 16"/>
                <a:gd name="T2" fmla="*/ 2147483647 w 122"/>
                <a:gd name="T3" fmla="*/ 0 h 16"/>
                <a:gd name="T4" fmla="*/ 0 w 122"/>
                <a:gd name="T5" fmla="*/ 2147483647 h 16"/>
                <a:gd name="T6" fmla="*/ 0 w 122"/>
                <a:gd name="T7" fmla="*/ 2147483647 h 16"/>
                <a:gd name="T8" fmla="*/ 2147483647 w 122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2"/>
                <a:gd name="T16" fmla="*/ 0 h 16"/>
                <a:gd name="T17" fmla="*/ 122 w 122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2" h="16">
                  <a:moveTo>
                    <a:pt x="122" y="8"/>
                  </a:moveTo>
                  <a:lnTo>
                    <a:pt x="122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122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7" name="Rectangle 257">
              <a:extLst>
                <a:ext uri="{FF2B5EF4-FFF2-40B4-BE49-F238E27FC236}">
                  <a16:creationId xmlns:a16="http://schemas.microsoft.com/office/drawing/2014/main" id="{F7E7FF7A-CEB8-3001-824A-F5CFC0EF0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499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8" name="Rectangle 258">
              <a:extLst>
                <a:ext uri="{FF2B5EF4-FFF2-40B4-BE49-F238E27FC236}">
                  <a16:creationId xmlns:a16="http://schemas.microsoft.com/office/drawing/2014/main" id="{044E602C-F253-5B7C-4F84-44F1F00D9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63254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9" name="Rectangle 259">
              <a:extLst>
                <a:ext uri="{FF2B5EF4-FFF2-40B4-BE49-F238E27FC236}">
                  <a16:creationId xmlns:a16="http://schemas.microsoft.com/office/drawing/2014/main" id="{42C322BF-8861-37B8-60BC-808E08A48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753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0" name="Rectangle 260">
              <a:extLst>
                <a:ext uri="{FF2B5EF4-FFF2-40B4-BE49-F238E27FC236}">
                  <a16:creationId xmlns:a16="http://schemas.microsoft.com/office/drawing/2014/main" id="{7BEEA3E6-9DB1-7193-06B7-04FCF182A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89924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1" name="Rectangle 261">
              <a:extLst>
                <a:ext uri="{FF2B5EF4-FFF2-40B4-BE49-F238E27FC236}">
                  <a16:creationId xmlns:a16="http://schemas.microsoft.com/office/drawing/2014/main" id="{F164711F-CCB0-4A4B-941F-F334D8448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263" y="3742084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2" name="Rectangle 262">
              <a:extLst>
                <a:ext uri="{FF2B5EF4-FFF2-40B4-BE49-F238E27FC236}">
                  <a16:creationId xmlns:a16="http://schemas.microsoft.com/office/drawing/2014/main" id="{F1C5E757-B02C-9949-FA17-AF113BE4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3" name="Rectangle 263">
              <a:extLst>
                <a:ext uri="{FF2B5EF4-FFF2-40B4-BE49-F238E27FC236}">
                  <a16:creationId xmlns:a16="http://schemas.microsoft.com/office/drawing/2014/main" id="{B944F376-BC4F-AE67-8308-B60A24FBA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8988" y="4700934"/>
              <a:ext cx="6397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DEVICE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4" name="Rectangle 264">
              <a:extLst>
                <a:ext uri="{FF2B5EF4-FFF2-40B4-BE49-F238E27FC236}">
                  <a16:creationId xmlns:a16="http://schemas.microsoft.com/office/drawing/2014/main" id="{6B5971B3-C04B-A714-F665-72545B9DB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3263" y="3886547"/>
              <a:ext cx="712788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CIRCUIT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5" name="Rectangle 265">
              <a:extLst>
                <a:ext uri="{FF2B5EF4-FFF2-40B4-BE49-F238E27FC236}">
                  <a16:creationId xmlns:a16="http://schemas.microsoft.com/office/drawing/2014/main" id="{3B0C912A-30BC-C5D4-7A7E-2F3DD221F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9963" y="3269009"/>
              <a:ext cx="4667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GATE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6" name="Rectangle 266">
              <a:extLst>
                <a:ext uri="{FF2B5EF4-FFF2-40B4-BE49-F238E27FC236}">
                  <a16:creationId xmlns:a16="http://schemas.microsoft.com/office/drawing/2014/main" id="{DB6DB829-E619-ADFC-7F02-16D23C7EA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450" y="2430809"/>
              <a:ext cx="7413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MODULE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7" name="Freeform 267">
              <a:extLst>
                <a:ext uri="{FF2B5EF4-FFF2-40B4-BE49-F238E27FC236}">
                  <a16:creationId xmlns:a16="http://schemas.microsoft.com/office/drawing/2014/main" id="{BD00EA38-1531-995F-C9F6-1F6732407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837084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3"/>
                  </a:lnTo>
                  <a:lnTo>
                    <a:pt x="16" y="61"/>
                  </a:lnTo>
                  <a:lnTo>
                    <a:pt x="16" y="107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0" y="53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8" name="Freeform 268">
              <a:extLst>
                <a:ext uri="{FF2B5EF4-FFF2-40B4-BE49-F238E27FC236}">
                  <a16:creationId xmlns:a16="http://schemas.microsoft.com/office/drawing/2014/main" id="{31F83ADE-D7C8-B7A2-D06A-2D682E281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1837084"/>
              <a:ext cx="23813" cy="107950"/>
            </a:xfrm>
            <a:custGeom>
              <a:avLst/>
              <a:gdLst>
                <a:gd name="T0" fmla="*/ 2147483647 w 15"/>
                <a:gd name="T1" fmla="*/ 0 h 68"/>
                <a:gd name="T2" fmla="*/ 2147483647 w 15"/>
                <a:gd name="T3" fmla="*/ 2147483647 h 68"/>
                <a:gd name="T4" fmla="*/ 2147483647 w 15"/>
                <a:gd name="T5" fmla="*/ 2147483647 h 68"/>
                <a:gd name="T6" fmla="*/ 2147483647 w 15"/>
                <a:gd name="T7" fmla="*/ 2147483647 h 68"/>
                <a:gd name="T8" fmla="*/ 2147483647 w 15"/>
                <a:gd name="T9" fmla="*/ 2147483647 h 68"/>
                <a:gd name="T10" fmla="*/ 0 w 15"/>
                <a:gd name="T11" fmla="*/ 2147483647 h 68"/>
                <a:gd name="T12" fmla="*/ 0 w 15"/>
                <a:gd name="T13" fmla="*/ 2147483647 h 68"/>
                <a:gd name="T14" fmla="*/ 0 w 15"/>
                <a:gd name="T15" fmla="*/ 2147483647 h 68"/>
                <a:gd name="T16" fmla="*/ 2147483647 w 15"/>
                <a:gd name="T17" fmla="*/ 2147483647 h 68"/>
                <a:gd name="T18" fmla="*/ 2147483647 w 15"/>
                <a:gd name="T19" fmla="*/ 2147483647 h 68"/>
                <a:gd name="T20" fmla="*/ 2147483647 w 15"/>
                <a:gd name="T21" fmla="*/ 2147483647 h 68"/>
                <a:gd name="T22" fmla="*/ 2147483647 w 15"/>
                <a:gd name="T23" fmla="*/ 0 h 68"/>
                <a:gd name="T24" fmla="*/ 2147483647 w 15"/>
                <a:gd name="T25" fmla="*/ 0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8"/>
                <a:gd name="T41" fmla="*/ 15 w 15"/>
                <a:gd name="T42" fmla="*/ 68 h 6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8">
                  <a:moveTo>
                    <a:pt x="15" y="0"/>
                  </a:moveTo>
                  <a:lnTo>
                    <a:pt x="15" y="53"/>
                  </a:lnTo>
                  <a:lnTo>
                    <a:pt x="15" y="61"/>
                  </a:lnTo>
                  <a:lnTo>
                    <a:pt x="7" y="68"/>
                  </a:lnTo>
                  <a:lnTo>
                    <a:pt x="0" y="61"/>
                  </a:lnTo>
                  <a:lnTo>
                    <a:pt x="7" y="53"/>
                  </a:lnTo>
                  <a:lnTo>
                    <a:pt x="15" y="61"/>
                  </a:lnTo>
                  <a:lnTo>
                    <a:pt x="7" y="53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9" name="Rectangle 269">
              <a:extLst>
                <a:ext uri="{FF2B5EF4-FFF2-40B4-BE49-F238E27FC236}">
                  <a16:creationId xmlns:a16="http://schemas.microsoft.com/office/drawing/2014/main" id="{2B347E38-185C-691A-C010-00967A414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638" y="1933922"/>
              <a:ext cx="11113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0" name="Rectangle 270">
              <a:extLst>
                <a:ext uri="{FF2B5EF4-FFF2-40B4-BE49-F238E27FC236}">
                  <a16:creationId xmlns:a16="http://schemas.microsoft.com/office/drawing/2014/main" id="{E59D2756-C5DB-D055-4CA8-C5BDC3262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938" y="2006947"/>
              <a:ext cx="1270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1" name="Freeform 271">
              <a:extLst>
                <a:ext uri="{FF2B5EF4-FFF2-40B4-BE49-F238E27FC236}">
                  <a16:creationId xmlns:a16="http://schemas.microsoft.com/office/drawing/2014/main" id="{41A779DE-E512-7C49-2986-CA15DCA2D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921222"/>
              <a:ext cx="25400" cy="85725"/>
            </a:xfrm>
            <a:custGeom>
              <a:avLst/>
              <a:gdLst>
                <a:gd name="T0" fmla="*/ 2147483647 w 16"/>
                <a:gd name="T1" fmla="*/ 2147483647 h 54"/>
                <a:gd name="T2" fmla="*/ 2147483647 w 16"/>
                <a:gd name="T3" fmla="*/ 2147483647 h 54"/>
                <a:gd name="T4" fmla="*/ 2147483647 w 16"/>
                <a:gd name="T5" fmla="*/ 2147483647 h 54"/>
                <a:gd name="T6" fmla="*/ 2147483647 w 16"/>
                <a:gd name="T7" fmla="*/ 2147483647 h 54"/>
                <a:gd name="T8" fmla="*/ 0 w 16"/>
                <a:gd name="T9" fmla="*/ 2147483647 h 54"/>
                <a:gd name="T10" fmla="*/ 0 w 16"/>
                <a:gd name="T11" fmla="*/ 2147483647 h 54"/>
                <a:gd name="T12" fmla="*/ 0 w 16"/>
                <a:gd name="T13" fmla="*/ 0 h 54"/>
                <a:gd name="T14" fmla="*/ 2147483647 w 16"/>
                <a:gd name="T15" fmla="*/ 0 h 54"/>
                <a:gd name="T16" fmla="*/ 2147483647 w 16"/>
                <a:gd name="T17" fmla="*/ 2147483647 h 54"/>
                <a:gd name="T18" fmla="*/ 2147483647 w 16"/>
                <a:gd name="T19" fmla="*/ 2147483647 h 54"/>
                <a:gd name="T20" fmla="*/ 2147483647 w 16"/>
                <a:gd name="T21" fmla="*/ 2147483647 h 54"/>
                <a:gd name="T22" fmla="*/ 2147483647 w 16"/>
                <a:gd name="T23" fmla="*/ 2147483647 h 54"/>
                <a:gd name="T24" fmla="*/ 2147483647 w 16"/>
                <a:gd name="T25" fmla="*/ 2147483647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4"/>
                <a:gd name="T41" fmla="*/ 16 w 16"/>
                <a:gd name="T42" fmla="*/ 54 h 5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4">
                  <a:moveTo>
                    <a:pt x="8" y="54"/>
                  </a:moveTo>
                  <a:lnTo>
                    <a:pt x="8" y="8"/>
                  </a:lnTo>
                  <a:lnTo>
                    <a:pt x="16" y="8"/>
                  </a:lnTo>
                  <a:lnTo>
                    <a:pt x="8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8"/>
                  </a:lnTo>
                  <a:lnTo>
                    <a:pt x="16" y="54"/>
                  </a:lnTo>
                  <a:lnTo>
                    <a:pt x="8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2" name="Rectangle 272">
              <a:extLst>
                <a:ext uri="{FF2B5EF4-FFF2-40B4-BE49-F238E27FC236}">
                  <a16:creationId xmlns:a16="http://schemas.microsoft.com/office/drawing/2014/main" id="{F8E3AC5E-0AD8-320A-91C4-34EB86AC8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1837084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3" name="Freeform 273">
              <a:extLst>
                <a:ext uri="{FF2B5EF4-FFF2-40B4-BE49-F238E27FC236}">
                  <a16:creationId xmlns:a16="http://schemas.microsoft.com/office/drawing/2014/main" id="{5F1E3816-E1D8-0C96-2E70-1BC2334E6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4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4" name="Rectangle 274">
              <a:extLst>
                <a:ext uri="{FF2B5EF4-FFF2-40B4-BE49-F238E27FC236}">
                  <a16:creationId xmlns:a16="http://schemas.microsoft.com/office/drawing/2014/main" id="{D68DF273-3A44-F413-B8D3-413EA894E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492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5" name="Freeform 275">
              <a:extLst>
                <a:ext uri="{FF2B5EF4-FFF2-40B4-BE49-F238E27FC236}">
                  <a16:creationId xmlns:a16="http://schemas.microsoft.com/office/drawing/2014/main" id="{47773577-121E-BB37-871D-D2203034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49213" cy="169863"/>
            </a:xfrm>
            <a:custGeom>
              <a:avLst/>
              <a:gdLst>
                <a:gd name="T0" fmla="*/ 2147483647 w 31"/>
                <a:gd name="T1" fmla="*/ 0 h 107"/>
                <a:gd name="T2" fmla="*/ 2147483647 w 31"/>
                <a:gd name="T3" fmla="*/ 2147483647 h 107"/>
                <a:gd name="T4" fmla="*/ 2147483647 w 31"/>
                <a:gd name="T5" fmla="*/ 2147483647 h 107"/>
                <a:gd name="T6" fmla="*/ 2147483647 w 31"/>
                <a:gd name="T7" fmla="*/ 2147483647 h 107"/>
                <a:gd name="T8" fmla="*/ 2147483647 w 31"/>
                <a:gd name="T9" fmla="*/ 2147483647 h 107"/>
                <a:gd name="T10" fmla="*/ 2147483647 w 31"/>
                <a:gd name="T11" fmla="*/ 2147483647 h 107"/>
                <a:gd name="T12" fmla="*/ 2147483647 w 31"/>
                <a:gd name="T13" fmla="*/ 2147483647 h 107"/>
                <a:gd name="T14" fmla="*/ 2147483647 w 31"/>
                <a:gd name="T15" fmla="*/ 2147483647 h 107"/>
                <a:gd name="T16" fmla="*/ 2147483647 w 31"/>
                <a:gd name="T17" fmla="*/ 2147483647 h 107"/>
                <a:gd name="T18" fmla="*/ 2147483647 w 31"/>
                <a:gd name="T19" fmla="*/ 2147483647 h 107"/>
                <a:gd name="T20" fmla="*/ 2147483647 w 31"/>
                <a:gd name="T21" fmla="*/ 2147483647 h 107"/>
                <a:gd name="T22" fmla="*/ 2147483647 w 31"/>
                <a:gd name="T23" fmla="*/ 2147483647 h 107"/>
                <a:gd name="T24" fmla="*/ 2147483647 w 31"/>
                <a:gd name="T25" fmla="*/ 2147483647 h 107"/>
                <a:gd name="T26" fmla="*/ 0 w 31"/>
                <a:gd name="T27" fmla="*/ 2147483647 h 107"/>
                <a:gd name="T28" fmla="*/ 0 w 31"/>
                <a:gd name="T29" fmla="*/ 2147483647 h 107"/>
                <a:gd name="T30" fmla="*/ 0 w 31"/>
                <a:gd name="T31" fmla="*/ 2147483647 h 107"/>
                <a:gd name="T32" fmla="*/ 2147483647 w 31"/>
                <a:gd name="T33" fmla="*/ 2147483647 h 107"/>
                <a:gd name="T34" fmla="*/ 2147483647 w 31"/>
                <a:gd name="T35" fmla="*/ 2147483647 h 107"/>
                <a:gd name="T36" fmla="*/ 2147483647 w 31"/>
                <a:gd name="T37" fmla="*/ 2147483647 h 107"/>
                <a:gd name="T38" fmla="*/ 2147483647 w 31"/>
                <a:gd name="T39" fmla="*/ 2147483647 h 107"/>
                <a:gd name="T40" fmla="*/ 2147483647 w 31"/>
                <a:gd name="T41" fmla="*/ 2147483647 h 107"/>
                <a:gd name="T42" fmla="*/ 2147483647 w 31"/>
                <a:gd name="T43" fmla="*/ 2147483647 h 107"/>
                <a:gd name="T44" fmla="*/ 2147483647 w 31"/>
                <a:gd name="T45" fmla="*/ 2147483647 h 107"/>
                <a:gd name="T46" fmla="*/ 2147483647 w 31"/>
                <a:gd name="T47" fmla="*/ 2147483647 h 107"/>
                <a:gd name="T48" fmla="*/ 2147483647 w 31"/>
                <a:gd name="T49" fmla="*/ 2147483647 h 107"/>
                <a:gd name="T50" fmla="*/ 2147483647 w 31"/>
                <a:gd name="T51" fmla="*/ 2147483647 h 107"/>
                <a:gd name="T52" fmla="*/ 2147483647 w 31"/>
                <a:gd name="T53" fmla="*/ 2147483647 h 107"/>
                <a:gd name="T54" fmla="*/ 2147483647 w 31"/>
                <a:gd name="T55" fmla="*/ 2147483647 h 107"/>
                <a:gd name="T56" fmla="*/ 2147483647 w 31"/>
                <a:gd name="T57" fmla="*/ 2147483647 h 107"/>
                <a:gd name="T58" fmla="*/ 2147483647 w 31"/>
                <a:gd name="T59" fmla="*/ 0 h 107"/>
                <a:gd name="T60" fmla="*/ 2147483647 w 31"/>
                <a:gd name="T61" fmla="*/ 0 h 10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"/>
                <a:gd name="T94" fmla="*/ 0 h 107"/>
                <a:gd name="T95" fmla="*/ 31 w 31"/>
                <a:gd name="T96" fmla="*/ 107 h 10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" h="107">
                  <a:moveTo>
                    <a:pt x="31" y="0"/>
                  </a:moveTo>
                  <a:lnTo>
                    <a:pt x="31" y="54"/>
                  </a:lnTo>
                  <a:lnTo>
                    <a:pt x="31" y="61"/>
                  </a:lnTo>
                  <a:lnTo>
                    <a:pt x="23" y="69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9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8" y="54"/>
                  </a:lnTo>
                  <a:lnTo>
                    <a:pt x="15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23" y="54"/>
                  </a:lnTo>
                  <a:lnTo>
                    <a:pt x="31" y="61"/>
                  </a:lnTo>
                  <a:lnTo>
                    <a:pt x="23" y="54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6" name="Rectangle 276">
              <a:extLst>
                <a:ext uri="{FF2B5EF4-FFF2-40B4-BE49-F238E27FC236}">
                  <a16:creationId xmlns:a16="http://schemas.microsoft.com/office/drawing/2014/main" id="{974CEBD1-D65E-AAC7-D5D7-F464E8E7D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7" name="Freeform 277">
              <a:extLst>
                <a:ext uri="{FF2B5EF4-FFF2-40B4-BE49-F238E27FC236}">
                  <a16:creationId xmlns:a16="http://schemas.microsoft.com/office/drawing/2014/main" id="{50D3A813-7172-A20D-3027-07A07EE18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47625" cy="169863"/>
            </a:xfrm>
            <a:custGeom>
              <a:avLst/>
              <a:gdLst>
                <a:gd name="T0" fmla="*/ 0 w 30"/>
                <a:gd name="T1" fmla="*/ 0 h 107"/>
                <a:gd name="T2" fmla="*/ 2147483647 w 30"/>
                <a:gd name="T3" fmla="*/ 0 h 107"/>
                <a:gd name="T4" fmla="*/ 2147483647 w 30"/>
                <a:gd name="T5" fmla="*/ 2147483647 h 107"/>
                <a:gd name="T6" fmla="*/ 2147483647 w 30"/>
                <a:gd name="T7" fmla="*/ 2147483647 h 107"/>
                <a:gd name="T8" fmla="*/ 2147483647 w 30"/>
                <a:gd name="T9" fmla="*/ 2147483647 h 107"/>
                <a:gd name="T10" fmla="*/ 2147483647 w 30"/>
                <a:gd name="T11" fmla="*/ 2147483647 h 107"/>
                <a:gd name="T12" fmla="*/ 2147483647 w 30"/>
                <a:gd name="T13" fmla="*/ 2147483647 h 107"/>
                <a:gd name="T14" fmla="*/ 2147483647 w 30"/>
                <a:gd name="T15" fmla="*/ 2147483647 h 107"/>
                <a:gd name="T16" fmla="*/ 2147483647 w 30"/>
                <a:gd name="T17" fmla="*/ 0 h 107"/>
                <a:gd name="T18" fmla="*/ 0 w 30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107"/>
                <a:gd name="T32" fmla="*/ 30 w 30"/>
                <a:gd name="T33" fmla="*/ 107 h 1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107">
                  <a:moveTo>
                    <a:pt x="0" y="0"/>
                  </a:moveTo>
                  <a:lnTo>
                    <a:pt x="30" y="0"/>
                  </a:lnTo>
                  <a:lnTo>
                    <a:pt x="30" y="54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8" name="Rectangle 278">
              <a:extLst>
                <a:ext uri="{FF2B5EF4-FFF2-40B4-BE49-F238E27FC236}">
                  <a16:creationId xmlns:a16="http://schemas.microsoft.com/office/drawing/2014/main" id="{ABD7C9CF-FBA3-44DE-7B6E-C00DB09F5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500" y="17513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9" name="Freeform 279">
              <a:extLst>
                <a:ext uri="{FF2B5EF4-FFF2-40B4-BE49-F238E27FC236}">
                  <a16:creationId xmlns:a16="http://schemas.microsoft.com/office/drawing/2014/main" id="{8E8062DE-414C-4EB8-2033-165F8DEF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1751359"/>
              <a:ext cx="23813" cy="109538"/>
            </a:xfrm>
            <a:custGeom>
              <a:avLst/>
              <a:gdLst>
                <a:gd name="T0" fmla="*/ 2147483647 w 15"/>
                <a:gd name="T1" fmla="*/ 0 h 69"/>
                <a:gd name="T2" fmla="*/ 2147483647 w 15"/>
                <a:gd name="T3" fmla="*/ 2147483647 h 69"/>
                <a:gd name="T4" fmla="*/ 2147483647 w 15"/>
                <a:gd name="T5" fmla="*/ 2147483647 h 69"/>
                <a:gd name="T6" fmla="*/ 2147483647 w 15"/>
                <a:gd name="T7" fmla="*/ 2147483647 h 69"/>
                <a:gd name="T8" fmla="*/ 2147483647 w 15"/>
                <a:gd name="T9" fmla="*/ 2147483647 h 69"/>
                <a:gd name="T10" fmla="*/ 0 w 15"/>
                <a:gd name="T11" fmla="*/ 2147483647 h 69"/>
                <a:gd name="T12" fmla="*/ 0 w 15"/>
                <a:gd name="T13" fmla="*/ 2147483647 h 69"/>
                <a:gd name="T14" fmla="*/ 0 w 15"/>
                <a:gd name="T15" fmla="*/ 2147483647 h 69"/>
                <a:gd name="T16" fmla="*/ 2147483647 w 15"/>
                <a:gd name="T17" fmla="*/ 2147483647 h 69"/>
                <a:gd name="T18" fmla="*/ 2147483647 w 15"/>
                <a:gd name="T19" fmla="*/ 2147483647 h 69"/>
                <a:gd name="T20" fmla="*/ 2147483647 w 15"/>
                <a:gd name="T21" fmla="*/ 2147483647 h 69"/>
                <a:gd name="T22" fmla="*/ 2147483647 w 15"/>
                <a:gd name="T23" fmla="*/ 0 h 69"/>
                <a:gd name="T24" fmla="*/ 2147483647 w 15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9"/>
                <a:gd name="T41" fmla="*/ 15 w 15"/>
                <a:gd name="T42" fmla="*/ 69 h 6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9">
                  <a:moveTo>
                    <a:pt x="15" y="0"/>
                  </a:moveTo>
                  <a:lnTo>
                    <a:pt x="15" y="54"/>
                  </a:lnTo>
                  <a:lnTo>
                    <a:pt x="15" y="61"/>
                  </a:lnTo>
                  <a:lnTo>
                    <a:pt x="7" y="69"/>
                  </a:lnTo>
                  <a:lnTo>
                    <a:pt x="0" y="61"/>
                  </a:lnTo>
                  <a:lnTo>
                    <a:pt x="7" y="54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0" name="Rectangle 280">
              <a:extLst>
                <a:ext uri="{FF2B5EF4-FFF2-40B4-BE49-F238E27FC236}">
                  <a16:creationId xmlns:a16="http://schemas.microsoft.com/office/drawing/2014/main" id="{F8CF77F2-4D90-428F-838A-25073BE91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313" y="1921222"/>
              <a:ext cx="127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1" name="Freeform 281">
              <a:extLst>
                <a:ext uri="{FF2B5EF4-FFF2-40B4-BE49-F238E27FC236}">
                  <a16:creationId xmlns:a16="http://schemas.microsoft.com/office/drawing/2014/main" id="{9C141E6C-08FE-2640-E5C5-46A1322EF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837084"/>
              <a:ext cx="25400" cy="84138"/>
            </a:xfrm>
            <a:custGeom>
              <a:avLst/>
              <a:gdLst>
                <a:gd name="T0" fmla="*/ 2147483647 w 16"/>
                <a:gd name="T1" fmla="*/ 2147483647 h 53"/>
                <a:gd name="T2" fmla="*/ 2147483647 w 16"/>
                <a:gd name="T3" fmla="*/ 2147483647 h 53"/>
                <a:gd name="T4" fmla="*/ 2147483647 w 16"/>
                <a:gd name="T5" fmla="*/ 2147483647 h 53"/>
                <a:gd name="T6" fmla="*/ 2147483647 w 16"/>
                <a:gd name="T7" fmla="*/ 2147483647 h 53"/>
                <a:gd name="T8" fmla="*/ 0 w 16"/>
                <a:gd name="T9" fmla="*/ 2147483647 h 53"/>
                <a:gd name="T10" fmla="*/ 0 w 16"/>
                <a:gd name="T11" fmla="*/ 2147483647 h 53"/>
                <a:gd name="T12" fmla="*/ 0 w 16"/>
                <a:gd name="T13" fmla="*/ 0 h 53"/>
                <a:gd name="T14" fmla="*/ 2147483647 w 16"/>
                <a:gd name="T15" fmla="*/ 0 h 53"/>
                <a:gd name="T16" fmla="*/ 2147483647 w 16"/>
                <a:gd name="T17" fmla="*/ 2147483647 h 53"/>
                <a:gd name="T18" fmla="*/ 2147483647 w 16"/>
                <a:gd name="T19" fmla="*/ 2147483647 h 53"/>
                <a:gd name="T20" fmla="*/ 2147483647 w 16"/>
                <a:gd name="T21" fmla="*/ 2147483647 h 53"/>
                <a:gd name="T22" fmla="*/ 2147483647 w 16"/>
                <a:gd name="T23" fmla="*/ 2147483647 h 53"/>
                <a:gd name="T24" fmla="*/ 2147483647 w 16"/>
                <a:gd name="T25" fmla="*/ 2147483647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3"/>
                <a:gd name="T41" fmla="*/ 16 w 16"/>
                <a:gd name="T42" fmla="*/ 53 h 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3">
                  <a:moveTo>
                    <a:pt x="8" y="53"/>
                  </a:moveTo>
                  <a:lnTo>
                    <a:pt x="8" y="7"/>
                  </a:lnTo>
                  <a:lnTo>
                    <a:pt x="16" y="7"/>
                  </a:lnTo>
                  <a:lnTo>
                    <a:pt x="8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7"/>
                  </a:lnTo>
                  <a:lnTo>
                    <a:pt x="16" y="53"/>
                  </a:lnTo>
                  <a:lnTo>
                    <a:pt x="8" y="5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2" name="Rectangle 282">
              <a:extLst>
                <a:ext uri="{FF2B5EF4-FFF2-40B4-BE49-F238E27FC236}">
                  <a16:creationId xmlns:a16="http://schemas.microsoft.com/office/drawing/2014/main" id="{C42CBE33-E5DA-7483-2E5A-4AB5DF980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613" y="175135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3" name="Freeform 283">
              <a:extLst>
                <a:ext uri="{FF2B5EF4-FFF2-40B4-BE49-F238E27FC236}">
                  <a16:creationId xmlns:a16="http://schemas.microsoft.com/office/drawing/2014/main" id="{1D0BE46F-EDFF-0F5F-269F-545A8D43C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0 w 7"/>
                <a:gd name="T3" fmla="*/ 2147483647 h 8"/>
                <a:gd name="T4" fmla="*/ 0 w 7"/>
                <a:gd name="T5" fmla="*/ 0 h 8"/>
                <a:gd name="T6" fmla="*/ 0 w 7"/>
                <a:gd name="T7" fmla="*/ 2147483647 h 8"/>
                <a:gd name="T8" fmla="*/ 0 w 7"/>
                <a:gd name="T9" fmla="*/ 0 h 8"/>
                <a:gd name="T10" fmla="*/ 2147483647 w 7"/>
                <a:gd name="T11" fmla="*/ 0 h 8"/>
                <a:gd name="T12" fmla="*/ 2147483647 w 7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7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4" name="Freeform 284">
              <a:extLst>
                <a:ext uri="{FF2B5EF4-FFF2-40B4-BE49-F238E27FC236}">
                  <a16:creationId xmlns:a16="http://schemas.microsoft.com/office/drawing/2014/main" id="{174460AD-1E5D-E947-A70D-DE9B9B08C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49213" cy="180975"/>
            </a:xfrm>
            <a:custGeom>
              <a:avLst/>
              <a:gdLst>
                <a:gd name="T0" fmla="*/ 0 w 31"/>
                <a:gd name="T1" fmla="*/ 0 h 114"/>
                <a:gd name="T2" fmla="*/ 2147483647 w 31"/>
                <a:gd name="T3" fmla="*/ 0 h 114"/>
                <a:gd name="T4" fmla="*/ 2147483647 w 31"/>
                <a:gd name="T5" fmla="*/ 2147483647 h 114"/>
                <a:gd name="T6" fmla="*/ 2147483647 w 31"/>
                <a:gd name="T7" fmla="*/ 2147483647 h 114"/>
                <a:gd name="T8" fmla="*/ 2147483647 w 31"/>
                <a:gd name="T9" fmla="*/ 2147483647 h 114"/>
                <a:gd name="T10" fmla="*/ 2147483647 w 31"/>
                <a:gd name="T11" fmla="*/ 2147483647 h 114"/>
                <a:gd name="T12" fmla="*/ 2147483647 w 31"/>
                <a:gd name="T13" fmla="*/ 2147483647 h 114"/>
                <a:gd name="T14" fmla="*/ 2147483647 w 31"/>
                <a:gd name="T15" fmla="*/ 2147483647 h 114"/>
                <a:gd name="T16" fmla="*/ 2147483647 w 31"/>
                <a:gd name="T17" fmla="*/ 0 h 114"/>
                <a:gd name="T18" fmla="*/ 0 w 31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1"/>
                <a:gd name="T31" fmla="*/ 0 h 114"/>
                <a:gd name="T32" fmla="*/ 31 w 31"/>
                <a:gd name="T33" fmla="*/ 114 h 1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1" h="114">
                  <a:moveTo>
                    <a:pt x="0" y="0"/>
                  </a:moveTo>
                  <a:lnTo>
                    <a:pt x="31" y="0"/>
                  </a:lnTo>
                  <a:lnTo>
                    <a:pt x="31" y="53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16" y="107"/>
                  </a:lnTo>
                  <a:lnTo>
                    <a:pt x="16" y="61"/>
                  </a:lnTo>
                  <a:lnTo>
                    <a:pt x="8" y="53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5" name="Rectangle 285">
              <a:extLst>
                <a:ext uri="{FF2B5EF4-FFF2-40B4-BE49-F238E27FC236}">
                  <a16:creationId xmlns:a16="http://schemas.microsoft.com/office/drawing/2014/main" id="{FE235F15-BC5D-39BE-C3D1-F1939A1A7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788" y="2006947"/>
              <a:ext cx="61913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6" name="Freeform 286">
              <a:extLst>
                <a:ext uri="{FF2B5EF4-FFF2-40B4-BE49-F238E27FC236}">
                  <a16:creationId xmlns:a16="http://schemas.microsoft.com/office/drawing/2014/main" id="{55DE13CC-8F96-2472-5C9D-069B63BC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006947"/>
              <a:ext cx="49213" cy="206375"/>
            </a:xfrm>
            <a:custGeom>
              <a:avLst/>
              <a:gdLst>
                <a:gd name="T0" fmla="*/ 2147483647 w 31"/>
                <a:gd name="T1" fmla="*/ 0 h 130"/>
                <a:gd name="T2" fmla="*/ 2147483647 w 31"/>
                <a:gd name="T3" fmla="*/ 2147483647 h 130"/>
                <a:gd name="T4" fmla="*/ 2147483647 w 31"/>
                <a:gd name="T5" fmla="*/ 2147483647 h 130"/>
                <a:gd name="T6" fmla="*/ 2147483647 w 31"/>
                <a:gd name="T7" fmla="*/ 2147483647 h 130"/>
                <a:gd name="T8" fmla="*/ 2147483647 w 31"/>
                <a:gd name="T9" fmla="*/ 2147483647 h 130"/>
                <a:gd name="T10" fmla="*/ 2147483647 w 31"/>
                <a:gd name="T11" fmla="*/ 2147483647 h 130"/>
                <a:gd name="T12" fmla="*/ 2147483647 w 31"/>
                <a:gd name="T13" fmla="*/ 2147483647 h 130"/>
                <a:gd name="T14" fmla="*/ 2147483647 w 31"/>
                <a:gd name="T15" fmla="*/ 2147483647 h 130"/>
                <a:gd name="T16" fmla="*/ 2147483647 w 31"/>
                <a:gd name="T17" fmla="*/ 2147483647 h 130"/>
                <a:gd name="T18" fmla="*/ 2147483647 w 31"/>
                <a:gd name="T19" fmla="*/ 2147483647 h 130"/>
                <a:gd name="T20" fmla="*/ 2147483647 w 31"/>
                <a:gd name="T21" fmla="*/ 2147483647 h 130"/>
                <a:gd name="T22" fmla="*/ 2147483647 w 31"/>
                <a:gd name="T23" fmla="*/ 2147483647 h 130"/>
                <a:gd name="T24" fmla="*/ 2147483647 w 31"/>
                <a:gd name="T25" fmla="*/ 2147483647 h 130"/>
                <a:gd name="T26" fmla="*/ 2147483647 w 31"/>
                <a:gd name="T27" fmla="*/ 2147483647 h 130"/>
                <a:gd name="T28" fmla="*/ 2147483647 w 31"/>
                <a:gd name="T29" fmla="*/ 2147483647 h 130"/>
                <a:gd name="T30" fmla="*/ 2147483647 w 31"/>
                <a:gd name="T31" fmla="*/ 2147483647 h 130"/>
                <a:gd name="T32" fmla="*/ 0 w 31"/>
                <a:gd name="T33" fmla="*/ 2147483647 h 130"/>
                <a:gd name="T34" fmla="*/ 0 w 31"/>
                <a:gd name="T35" fmla="*/ 2147483647 h 130"/>
                <a:gd name="T36" fmla="*/ 0 w 31"/>
                <a:gd name="T37" fmla="*/ 2147483647 h 130"/>
                <a:gd name="T38" fmla="*/ 2147483647 w 31"/>
                <a:gd name="T39" fmla="*/ 2147483647 h 130"/>
                <a:gd name="T40" fmla="*/ 2147483647 w 31"/>
                <a:gd name="T41" fmla="*/ 2147483647 h 130"/>
                <a:gd name="T42" fmla="*/ 2147483647 w 31"/>
                <a:gd name="T43" fmla="*/ 2147483647 h 130"/>
                <a:gd name="T44" fmla="*/ 2147483647 w 31"/>
                <a:gd name="T45" fmla="*/ 2147483647 h 130"/>
                <a:gd name="T46" fmla="*/ 2147483647 w 31"/>
                <a:gd name="T47" fmla="*/ 2147483647 h 130"/>
                <a:gd name="T48" fmla="*/ 2147483647 w 31"/>
                <a:gd name="T49" fmla="*/ 2147483647 h 130"/>
                <a:gd name="T50" fmla="*/ 2147483647 w 31"/>
                <a:gd name="T51" fmla="*/ 2147483647 h 130"/>
                <a:gd name="T52" fmla="*/ 2147483647 w 31"/>
                <a:gd name="T53" fmla="*/ 2147483647 h 130"/>
                <a:gd name="T54" fmla="*/ 2147483647 w 31"/>
                <a:gd name="T55" fmla="*/ 2147483647 h 130"/>
                <a:gd name="T56" fmla="*/ 2147483647 w 31"/>
                <a:gd name="T57" fmla="*/ 2147483647 h 130"/>
                <a:gd name="T58" fmla="*/ 2147483647 w 31"/>
                <a:gd name="T59" fmla="*/ 2147483647 h 130"/>
                <a:gd name="T60" fmla="*/ 2147483647 w 31"/>
                <a:gd name="T61" fmla="*/ 2147483647 h 130"/>
                <a:gd name="T62" fmla="*/ 2147483647 w 31"/>
                <a:gd name="T63" fmla="*/ 2147483647 h 130"/>
                <a:gd name="T64" fmla="*/ 2147483647 w 31"/>
                <a:gd name="T65" fmla="*/ 2147483647 h 130"/>
                <a:gd name="T66" fmla="*/ 2147483647 w 31"/>
                <a:gd name="T67" fmla="*/ 2147483647 h 130"/>
                <a:gd name="T68" fmla="*/ 2147483647 w 31"/>
                <a:gd name="T69" fmla="*/ 2147483647 h 130"/>
                <a:gd name="T70" fmla="*/ 2147483647 w 31"/>
                <a:gd name="T71" fmla="*/ 0 h 130"/>
                <a:gd name="T72" fmla="*/ 2147483647 w 31"/>
                <a:gd name="T73" fmla="*/ 0 h 1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"/>
                <a:gd name="T112" fmla="*/ 0 h 130"/>
                <a:gd name="T113" fmla="*/ 31 w 31"/>
                <a:gd name="T114" fmla="*/ 130 h 13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" h="130">
                  <a:moveTo>
                    <a:pt x="31" y="0"/>
                  </a:moveTo>
                  <a:lnTo>
                    <a:pt x="31" y="53"/>
                  </a:lnTo>
                  <a:lnTo>
                    <a:pt x="31" y="61"/>
                  </a:lnTo>
                  <a:lnTo>
                    <a:pt x="23" y="68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23" y="130"/>
                  </a:lnTo>
                  <a:lnTo>
                    <a:pt x="15" y="122"/>
                  </a:lnTo>
                  <a:lnTo>
                    <a:pt x="8" y="114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8" y="53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107"/>
                  </a:lnTo>
                  <a:lnTo>
                    <a:pt x="15" y="107"/>
                  </a:lnTo>
                  <a:lnTo>
                    <a:pt x="23" y="114"/>
                  </a:lnTo>
                  <a:lnTo>
                    <a:pt x="15" y="122"/>
                  </a:lnTo>
                  <a:lnTo>
                    <a:pt x="15" y="114"/>
                  </a:lnTo>
                  <a:lnTo>
                    <a:pt x="15" y="61"/>
                  </a:lnTo>
                  <a:lnTo>
                    <a:pt x="23" y="53"/>
                  </a:lnTo>
                  <a:lnTo>
                    <a:pt x="31" y="61"/>
                  </a:lnTo>
                  <a:lnTo>
                    <a:pt x="23" y="53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7" name="Rectangle 287">
              <a:extLst>
                <a:ext uri="{FF2B5EF4-FFF2-40B4-BE49-F238E27FC236}">
                  <a16:creationId xmlns:a16="http://schemas.microsoft.com/office/drawing/2014/main" id="{B8E34E95-AE84-785A-BC4E-0FF68A61F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2006947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8" name="Freeform 288">
              <a:extLst>
                <a:ext uri="{FF2B5EF4-FFF2-40B4-BE49-F238E27FC236}">
                  <a16:creationId xmlns:a16="http://schemas.microsoft.com/office/drawing/2014/main" id="{85E88DB6-F822-B9B4-F3FF-BFB5B32D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0 w 8"/>
                <a:gd name="T3" fmla="*/ 2147483647 h 7"/>
                <a:gd name="T4" fmla="*/ 0 w 8"/>
                <a:gd name="T5" fmla="*/ 0 h 7"/>
                <a:gd name="T6" fmla="*/ 0 w 8"/>
                <a:gd name="T7" fmla="*/ 2147483647 h 7"/>
                <a:gd name="T8" fmla="*/ 0 w 8"/>
                <a:gd name="T9" fmla="*/ 0 h 7"/>
                <a:gd name="T10" fmla="*/ 2147483647 w 8"/>
                <a:gd name="T11" fmla="*/ 0 h 7"/>
                <a:gd name="T12" fmla="*/ 2147483647 w 8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7"/>
                <a:gd name="T23" fmla="*/ 8 w 8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7">
                  <a:moveTo>
                    <a:pt x="8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9" name="Freeform 289">
              <a:extLst>
                <a:ext uri="{FF2B5EF4-FFF2-40B4-BE49-F238E27FC236}">
                  <a16:creationId xmlns:a16="http://schemas.microsoft.com/office/drawing/2014/main" id="{3AAC1402-04BB-3202-0E2F-120399B2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50950" cy="436563"/>
            </a:xfrm>
            <a:custGeom>
              <a:avLst/>
              <a:gdLst>
                <a:gd name="T0" fmla="*/ 0 w 788"/>
                <a:gd name="T1" fmla="*/ 2147483647 h 275"/>
                <a:gd name="T2" fmla="*/ 2147483647 w 788"/>
                <a:gd name="T3" fmla="*/ 0 h 275"/>
                <a:gd name="T4" fmla="*/ 2147483647 w 788"/>
                <a:gd name="T5" fmla="*/ 2147483647 h 275"/>
                <a:gd name="T6" fmla="*/ 2147483647 w 788"/>
                <a:gd name="T7" fmla="*/ 2147483647 h 275"/>
                <a:gd name="T8" fmla="*/ 0 w 788"/>
                <a:gd name="T9" fmla="*/ 2147483647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8"/>
                <a:gd name="T16" fmla="*/ 0 h 275"/>
                <a:gd name="T17" fmla="*/ 788 w 788"/>
                <a:gd name="T18" fmla="*/ 275 h 2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8" h="275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512" y="275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0" name="Freeform 290">
              <a:extLst>
                <a:ext uri="{FF2B5EF4-FFF2-40B4-BE49-F238E27FC236}">
                  <a16:creationId xmlns:a16="http://schemas.microsoft.com/office/drawing/2014/main" id="{F27944F6-E0BA-E0EB-D63D-7FBD685F2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74763" cy="449263"/>
            </a:xfrm>
            <a:custGeom>
              <a:avLst/>
              <a:gdLst>
                <a:gd name="T0" fmla="*/ 0 w 803"/>
                <a:gd name="T1" fmla="*/ 2147483647 h 283"/>
                <a:gd name="T2" fmla="*/ 2147483647 w 803"/>
                <a:gd name="T3" fmla="*/ 0 h 283"/>
                <a:gd name="T4" fmla="*/ 2147483647 w 803"/>
                <a:gd name="T5" fmla="*/ 0 h 283"/>
                <a:gd name="T6" fmla="*/ 2147483647 w 803"/>
                <a:gd name="T7" fmla="*/ 0 h 283"/>
                <a:gd name="T8" fmla="*/ 2147483647 w 803"/>
                <a:gd name="T9" fmla="*/ 2147483647 h 283"/>
                <a:gd name="T10" fmla="*/ 2147483647 w 803"/>
                <a:gd name="T11" fmla="*/ 2147483647 h 283"/>
                <a:gd name="T12" fmla="*/ 2147483647 w 803"/>
                <a:gd name="T13" fmla="*/ 2147483647 h 283"/>
                <a:gd name="T14" fmla="*/ 2147483647 w 803"/>
                <a:gd name="T15" fmla="*/ 2147483647 h 283"/>
                <a:gd name="T16" fmla="*/ 2147483647 w 803"/>
                <a:gd name="T17" fmla="*/ 2147483647 h 283"/>
                <a:gd name="T18" fmla="*/ 2147483647 w 803"/>
                <a:gd name="T19" fmla="*/ 2147483647 h 283"/>
                <a:gd name="T20" fmla="*/ 2147483647 w 803"/>
                <a:gd name="T21" fmla="*/ 2147483647 h 283"/>
                <a:gd name="T22" fmla="*/ 2147483647 w 803"/>
                <a:gd name="T23" fmla="*/ 2147483647 h 283"/>
                <a:gd name="T24" fmla="*/ 2147483647 w 803"/>
                <a:gd name="T25" fmla="*/ 2147483647 h 283"/>
                <a:gd name="T26" fmla="*/ 2147483647 w 803"/>
                <a:gd name="T27" fmla="*/ 2147483647 h 283"/>
                <a:gd name="T28" fmla="*/ 2147483647 w 803"/>
                <a:gd name="T29" fmla="*/ 2147483647 h 283"/>
                <a:gd name="T30" fmla="*/ 2147483647 w 803"/>
                <a:gd name="T31" fmla="*/ 0 h 283"/>
                <a:gd name="T32" fmla="*/ 2147483647 w 803"/>
                <a:gd name="T33" fmla="*/ 2147483647 h 283"/>
                <a:gd name="T34" fmla="*/ 0 w 803"/>
                <a:gd name="T35" fmla="*/ 2147483647 h 283"/>
                <a:gd name="T36" fmla="*/ 0 w 803"/>
                <a:gd name="T37" fmla="*/ 2147483647 h 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3"/>
                <a:gd name="T58" fmla="*/ 0 h 283"/>
                <a:gd name="T59" fmla="*/ 803 w 803"/>
                <a:gd name="T60" fmla="*/ 283 h 28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3" h="283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803" y="153"/>
                  </a:lnTo>
                  <a:lnTo>
                    <a:pt x="788" y="161"/>
                  </a:lnTo>
                  <a:lnTo>
                    <a:pt x="512" y="283"/>
                  </a:lnTo>
                  <a:lnTo>
                    <a:pt x="512" y="275"/>
                  </a:lnTo>
                  <a:lnTo>
                    <a:pt x="788" y="153"/>
                  </a:lnTo>
                  <a:lnTo>
                    <a:pt x="788" y="161"/>
                  </a:lnTo>
                  <a:lnTo>
                    <a:pt x="290" y="8"/>
                  </a:lnTo>
                  <a:lnTo>
                    <a:pt x="290" y="0"/>
                  </a:lnTo>
                  <a:lnTo>
                    <a:pt x="290" y="8"/>
                  </a:lnTo>
                  <a:lnTo>
                    <a:pt x="0" y="107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1" name="Freeform 291">
              <a:extLst>
                <a:ext uri="{FF2B5EF4-FFF2-40B4-BE49-F238E27FC236}">
                  <a16:creationId xmlns:a16="http://schemas.microsoft.com/office/drawing/2014/main" id="{84CC2AC2-99EE-93B9-612E-A7C6E7E1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641822"/>
              <a:ext cx="812800" cy="292100"/>
            </a:xfrm>
            <a:custGeom>
              <a:avLst/>
              <a:gdLst>
                <a:gd name="T0" fmla="*/ 2147483647 w 512"/>
                <a:gd name="T1" fmla="*/ 2147483647 h 184"/>
                <a:gd name="T2" fmla="*/ 0 w 512"/>
                <a:gd name="T3" fmla="*/ 2147483647 h 184"/>
                <a:gd name="T4" fmla="*/ 0 w 512"/>
                <a:gd name="T5" fmla="*/ 0 h 184"/>
                <a:gd name="T6" fmla="*/ 0 w 512"/>
                <a:gd name="T7" fmla="*/ 0 h 184"/>
                <a:gd name="T8" fmla="*/ 0 w 512"/>
                <a:gd name="T9" fmla="*/ 0 h 184"/>
                <a:gd name="T10" fmla="*/ 2147483647 w 512"/>
                <a:gd name="T11" fmla="*/ 2147483647 h 184"/>
                <a:gd name="T12" fmla="*/ 2147483647 w 512"/>
                <a:gd name="T13" fmla="*/ 2147483647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2"/>
                <a:gd name="T22" fmla="*/ 0 h 184"/>
                <a:gd name="T23" fmla="*/ 512 w 512"/>
                <a:gd name="T24" fmla="*/ 184 h 1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2" h="184">
                  <a:moveTo>
                    <a:pt x="512" y="18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12" y="176"/>
                  </a:lnTo>
                  <a:lnTo>
                    <a:pt x="512" y="1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2" name="Freeform 292">
              <a:extLst>
                <a:ext uri="{FF2B5EF4-FFF2-40B4-BE49-F238E27FC236}">
                  <a16:creationId xmlns:a16="http://schemas.microsoft.com/office/drawing/2014/main" id="{4BB70623-39A1-97BC-70EE-1D7A59D3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12750" cy="303213"/>
            </a:xfrm>
            <a:custGeom>
              <a:avLst/>
              <a:gdLst>
                <a:gd name="T0" fmla="*/ 2147483647 w 260"/>
                <a:gd name="T1" fmla="*/ 0 h 191"/>
                <a:gd name="T2" fmla="*/ 2147483647 w 260"/>
                <a:gd name="T3" fmla="*/ 2147483647 h 191"/>
                <a:gd name="T4" fmla="*/ 0 w 260"/>
                <a:gd name="T5" fmla="*/ 2147483647 h 191"/>
                <a:gd name="T6" fmla="*/ 0 w 260"/>
                <a:gd name="T7" fmla="*/ 2147483647 h 191"/>
                <a:gd name="T8" fmla="*/ 2147483647 w 260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191"/>
                <a:gd name="T17" fmla="*/ 260 w 260"/>
                <a:gd name="T18" fmla="*/ 191 h 1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191">
                  <a:moveTo>
                    <a:pt x="260" y="0"/>
                  </a:moveTo>
                  <a:lnTo>
                    <a:pt x="260" y="6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26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3" name="Freeform 293">
              <a:extLst>
                <a:ext uri="{FF2B5EF4-FFF2-40B4-BE49-F238E27FC236}">
                  <a16:creationId xmlns:a16="http://schemas.microsoft.com/office/drawing/2014/main" id="{6FACB99B-367A-4180-3E83-2C4B9FF1F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315913"/>
            </a:xfrm>
            <a:custGeom>
              <a:avLst/>
              <a:gdLst>
                <a:gd name="T0" fmla="*/ 2147483647 w 268"/>
                <a:gd name="T1" fmla="*/ 0 h 199"/>
                <a:gd name="T2" fmla="*/ 2147483647 w 268"/>
                <a:gd name="T3" fmla="*/ 2147483647 h 199"/>
                <a:gd name="T4" fmla="*/ 2147483647 w 268"/>
                <a:gd name="T5" fmla="*/ 2147483647 h 199"/>
                <a:gd name="T6" fmla="*/ 2147483647 w 268"/>
                <a:gd name="T7" fmla="*/ 2147483647 h 199"/>
                <a:gd name="T8" fmla="*/ 0 w 268"/>
                <a:gd name="T9" fmla="*/ 2147483647 h 199"/>
                <a:gd name="T10" fmla="*/ 0 w 268"/>
                <a:gd name="T11" fmla="*/ 2147483647 h 199"/>
                <a:gd name="T12" fmla="*/ 0 w 268"/>
                <a:gd name="T13" fmla="*/ 2147483647 h 199"/>
                <a:gd name="T14" fmla="*/ 0 w 268"/>
                <a:gd name="T15" fmla="*/ 2147483647 h 199"/>
                <a:gd name="T16" fmla="*/ 0 w 268"/>
                <a:gd name="T17" fmla="*/ 2147483647 h 199"/>
                <a:gd name="T18" fmla="*/ 0 w 268"/>
                <a:gd name="T19" fmla="*/ 2147483647 h 199"/>
                <a:gd name="T20" fmla="*/ 2147483647 w 268"/>
                <a:gd name="T21" fmla="*/ 2147483647 h 199"/>
                <a:gd name="T22" fmla="*/ 2147483647 w 268"/>
                <a:gd name="T23" fmla="*/ 2147483647 h 199"/>
                <a:gd name="T24" fmla="*/ 0 w 268"/>
                <a:gd name="T25" fmla="*/ 2147483647 h 199"/>
                <a:gd name="T26" fmla="*/ 0 w 268"/>
                <a:gd name="T27" fmla="*/ 2147483647 h 199"/>
                <a:gd name="T28" fmla="*/ 2147483647 w 268"/>
                <a:gd name="T29" fmla="*/ 2147483647 h 199"/>
                <a:gd name="T30" fmla="*/ 2147483647 w 268"/>
                <a:gd name="T31" fmla="*/ 2147483647 h 199"/>
                <a:gd name="T32" fmla="*/ 2147483647 w 268"/>
                <a:gd name="T33" fmla="*/ 2147483647 h 199"/>
                <a:gd name="T34" fmla="*/ 2147483647 w 268"/>
                <a:gd name="T35" fmla="*/ 0 h 199"/>
                <a:gd name="T36" fmla="*/ 2147483647 w 268"/>
                <a:gd name="T37" fmla="*/ 0 h 1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68"/>
                <a:gd name="T58" fmla="*/ 0 h 199"/>
                <a:gd name="T59" fmla="*/ 268 w 268"/>
                <a:gd name="T60" fmla="*/ 199 h 1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68" h="199">
                  <a:moveTo>
                    <a:pt x="268" y="0"/>
                  </a:moveTo>
                  <a:lnTo>
                    <a:pt x="268" y="69"/>
                  </a:lnTo>
                  <a:lnTo>
                    <a:pt x="268" y="76"/>
                  </a:lnTo>
                  <a:lnTo>
                    <a:pt x="260" y="76"/>
                  </a:lnTo>
                  <a:lnTo>
                    <a:pt x="0" y="19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8" y="122"/>
                  </a:lnTo>
                  <a:lnTo>
                    <a:pt x="8" y="191"/>
                  </a:lnTo>
                  <a:lnTo>
                    <a:pt x="0" y="191"/>
                  </a:lnTo>
                  <a:lnTo>
                    <a:pt x="260" y="69"/>
                  </a:lnTo>
                  <a:lnTo>
                    <a:pt x="260" y="76"/>
                  </a:lnTo>
                  <a:lnTo>
                    <a:pt x="260" y="69"/>
                  </a:lnTo>
                  <a:lnTo>
                    <a:pt x="260" y="0"/>
                  </a:lnTo>
                  <a:lnTo>
                    <a:pt x="268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4" name="Freeform 294">
              <a:extLst>
                <a:ext uri="{FF2B5EF4-FFF2-40B4-BE49-F238E27FC236}">
                  <a16:creationId xmlns:a16="http://schemas.microsoft.com/office/drawing/2014/main" id="{EC9BA015-7F91-DC98-8F47-0E0CB71A3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206375"/>
            </a:xfrm>
            <a:custGeom>
              <a:avLst/>
              <a:gdLst>
                <a:gd name="T0" fmla="*/ 0 w 268"/>
                <a:gd name="T1" fmla="*/ 2147483647 h 130"/>
                <a:gd name="T2" fmla="*/ 2147483647 w 268"/>
                <a:gd name="T3" fmla="*/ 0 h 130"/>
                <a:gd name="T4" fmla="*/ 2147483647 w 268"/>
                <a:gd name="T5" fmla="*/ 0 h 130"/>
                <a:gd name="T6" fmla="*/ 2147483647 w 268"/>
                <a:gd name="T7" fmla="*/ 0 h 130"/>
                <a:gd name="T8" fmla="*/ 2147483647 w 268"/>
                <a:gd name="T9" fmla="*/ 2147483647 h 130"/>
                <a:gd name="T10" fmla="*/ 0 w 268"/>
                <a:gd name="T11" fmla="*/ 2147483647 h 130"/>
                <a:gd name="T12" fmla="*/ 0 w 268"/>
                <a:gd name="T13" fmla="*/ 21474836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8"/>
                <a:gd name="T22" fmla="*/ 0 h 130"/>
                <a:gd name="T23" fmla="*/ 268 w 268"/>
                <a:gd name="T24" fmla="*/ 130 h 1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8" h="130">
                  <a:moveTo>
                    <a:pt x="0" y="122"/>
                  </a:moveTo>
                  <a:lnTo>
                    <a:pt x="260" y="0"/>
                  </a:lnTo>
                  <a:lnTo>
                    <a:pt x="268" y="0"/>
                  </a:lnTo>
                  <a:lnTo>
                    <a:pt x="260" y="8"/>
                  </a:lnTo>
                  <a:lnTo>
                    <a:pt x="0" y="130"/>
                  </a:lnTo>
                  <a:lnTo>
                    <a:pt x="0" y="12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5" name="Freeform 295">
              <a:extLst>
                <a:ext uri="{FF2B5EF4-FFF2-40B4-BE49-F238E27FC236}">
                  <a16:creationId xmlns:a16="http://schemas.microsoft.com/office/drawing/2014/main" id="{71BF4DA7-04C7-6AB6-5220-FE44E07A9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14388" cy="388938"/>
            </a:xfrm>
            <a:custGeom>
              <a:avLst/>
              <a:gdLst>
                <a:gd name="T0" fmla="*/ 0 w 513"/>
                <a:gd name="T1" fmla="*/ 0 h 245"/>
                <a:gd name="T2" fmla="*/ 2147483647 w 513"/>
                <a:gd name="T3" fmla="*/ 2147483647 h 245"/>
                <a:gd name="T4" fmla="*/ 2147483647 w 513"/>
                <a:gd name="T5" fmla="*/ 2147483647 h 245"/>
                <a:gd name="T6" fmla="*/ 0 w 513"/>
                <a:gd name="T7" fmla="*/ 2147483647 h 245"/>
                <a:gd name="T8" fmla="*/ 0 w 513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3"/>
                <a:gd name="T16" fmla="*/ 0 h 245"/>
                <a:gd name="T17" fmla="*/ 513 w 513"/>
                <a:gd name="T18" fmla="*/ 245 h 2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3" h="245">
                  <a:moveTo>
                    <a:pt x="0" y="0"/>
                  </a:moveTo>
                  <a:lnTo>
                    <a:pt x="513" y="176"/>
                  </a:lnTo>
                  <a:lnTo>
                    <a:pt x="513" y="245"/>
                  </a:lnTo>
                  <a:lnTo>
                    <a:pt x="0" y="62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8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6" name="Freeform 296">
              <a:extLst>
                <a:ext uri="{FF2B5EF4-FFF2-40B4-BE49-F238E27FC236}">
                  <a16:creationId xmlns:a16="http://schemas.microsoft.com/office/drawing/2014/main" id="{50176E46-D824-54D4-8CF9-526C2F173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27088" cy="401638"/>
            </a:xfrm>
            <a:custGeom>
              <a:avLst/>
              <a:gdLst>
                <a:gd name="T0" fmla="*/ 0 w 521"/>
                <a:gd name="T1" fmla="*/ 0 h 253"/>
                <a:gd name="T2" fmla="*/ 2147483647 w 521"/>
                <a:gd name="T3" fmla="*/ 2147483647 h 253"/>
                <a:gd name="T4" fmla="*/ 2147483647 w 521"/>
                <a:gd name="T5" fmla="*/ 2147483647 h 253"/>
                <a:gd name="T6" fmla="*/ 2147483647 w 521"/>
                <a:gd name="T7" fmla="*/ 2147483647 h 253"/>
                <a:gd name="T8" fmla="*/ 2147483647 w 521"/>
                <a:gd name="T9" fmla="*/ 2147483647 h 253"/>
                <a:gd name="T10" fmla="*/ 2147483647 w 521"/>
                <a:gd name="T11" fmla="*/ 2147483647 h 253"/>
                <a:gd name="T12" fmla="*/ 2147483647 w 521"/>
                <a:gd name="T13" fmla="*/ 2147483647 h 253"/>
                <a:gd name="T14" fmla="*/ 0 w 521"/>
                <a:gd name="T15" fmla="*/ 2147483647 h 253"/>
                <a:gd name="T16" fmla="*/ 0 w 521"/>
                <a:gd name="T17" fmla="*/ 2147483647 h 253"/>
                <a:gd name="T18" fmla="*/ 0 w 521"/>
                <a:gd name="T19" fmla="*/ 2147483647 h 253"/>
                <a:gd name="T20" fmla="*/ 0 w 521"/>
                <a:gd name="T21" fmla="*/ 2147483647 h 253"/>
                <a:gd name="T22" fmla="*/ 2147483647 w 521"/>
                <a:gd name="T23" fmla="*/ 2147483647 h 253"/>
                <a:gd name="T24" fmla="*/ 2147483647 w 521"/>
                <a:gd name="T25" fmla="*/ 2147483647 h 253"/>
                <a:gd name="T26" fmla="*/ 2147483647 w 521"/>
                <a:gd name="T27" fmla="*/ 2147483647 h 253"/>
                <a:gd name="T28" fmla="*/ 2147483647 w 521"/>
                <a:gd name="T29" fmla="*/ 2147483647 h 253"/>
                <a:gd name="T30" fmla="*/ 2147483647 w 521"/>
                <a:gd name="T31" fmla="*/ 2147483647 h 253"/>
                <a:gd name="T32" fmla="*/ 2147483647 w 521"/>
                <a:gd name="T33" fmla="*/ 2147483647 h 253"/>
                <a:gd name="T34" fmla="*/ 0 w 521"/>
                <a:gd name="T35" fmla="*/ 2147483647 h 253"/>
                <a:gd name="T36" fmla="*/ 0 w 521"/>
                <a:gd name="T37" fmla="*/ 0 h 2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1"/>
                <a:gd name="T58" fmla="*/ 0 h 253"/>
                <a:gd name="T59" fmla="*/ 521 w 521"/>
                <a:gd name="T60" fmla="*/ 253 h 25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1" h="253">
                  <a:moveTo>
                    <a:pt x="0" y="0"/>
                  </a:moveTo>
                  <a:lnTo>
                    <a:pt x="513" y="176"/>
                  </a:lnTo>
                  <a:lnTo>
                    <a:pt x="521" y="176"/>
                  </a:lnTo>
                  <a:lnTo>
                    <a:pt x="521" y="245"/>
                  </a:lnTo>
                  <a:lnTo>
                    <a:pt x="521" y="253"/>
                  </a:lnTo>
                  <a:lnTo>
                    <a:pt x="513" y="253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513" y="245"/>
                  </a:lnTo>
                  <a:lnTo>
                    <a:pt x="513" y="253"/>
                  </a:lnTo>
                  <a:lnTo>
                    <a:pt x="513" y="245"/>
                  </a:lnTo>
                  <a:lnTo>
                    <a:pt x="513" y="176"/>
                  </a:lnTo>
                  <a:lnTo>
                    <a:pt x="521" y="176"/>
                  </a:lnTo>
                  <a:lnTo>
                    <a:pt x="513" y="184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7" name="Freeform 297">
              <a:extLst>
                <a:ext uri="{FF2B5EF4-FFF2-40B4-BE49-F238E27FC236}">
                  <a16:creationId xmlns:a16="http://schemas.microsoft.com/office/drawing/2014/main" id="{D5915A0F-7784-9EBC-A6D6-0BAC301F8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12700" cy="98425"/>
            </a:xfrm>
            <a:custGeom>
              <a:avLst/>
              <a:gdLst>
                <a:gd name="T0" fmla="*/ 0 w 8"/>
                <a:gd name="T1" fmla="*/ 2147483647 h 62"/>
                <a:gd name="T2" fmla="*/ 0 w 8"/>
                <a:gd name="T3" fmla="*/ 0 h 62"/>
                <a:gd name="T4" fmla="*/ 0 w 8"/>
                <a:gd name="T5" fmla="*/ 0 h 62"/>
                <a:gd name="T6" fmla="*/ 0 w 8"/>
                <a:gd name="T7" fmla="*/ 0 h 62"/>
                <a:gd name="T8" fmla="*/ 2147483647 w 8"/>
                <a:gd name="T9" fmla="*/ 0 h 62"/>
                <a:gd name="T10" fmla="*/ 2147483647 w 8"/>
                <a:gd name="T11" fmla="*/ 2147483647 h 62"/>
                <a:gd name="T12" fmla="*/ 0 w 8"/>
                <a:gd name="T13" fmla="*/ 214748364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62"/>
                <a:gd name="T23" fmla="*/ 8 w 8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62">
                  <a:moveTo>
                    <a:pt x="0" y="62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62"/>
                  </a:lnTo>
                  <a:lnTo>
                    <a:pt x="0" y="6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8" name="Freeform 298">
              <a:extLst>
                <a:ext uri="{FF2B5EF4-FFF2-40B4-BE49-F238E27FC236}">
                  <a16:creationId xmlns:a16="http://schemas.microsoft.com/office/drawing/2014/main" id="{DC479368-1DE3-5446-6427-33B9E93B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498475" cy="182563"/>
            </a:xfrm>
            <a:custGeom>
              <a:avLst/>
              <a:gdLst>
                <a:gd name="T0" fmla="*/ 0 w 314"/>
                <a:gd name="T1" fmla="*/ 2147483647 h 115"/>
                <a:gd name="T2" fmla="*/ 2147483647 w 314"/>
                <a:gd name="T3" fmla="*/ 0 h 115"/>
                <a:gd name="T4" fmla="*/ 2147483647 w 314"/>
                <a:gd name="T5" fmla="*/ 2147483647 h 115"/>
                <a:gd name="T6" fmla="*/ 2147483647 w 314"/>
                <a:gd name="T7" fmla="*/ 2147483647 h 115"/>
                <a:gd name="T8" fmla="*/ 0 w 314"/>
                <a:gd name="T9" fmla="*/ 214748364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15"/>
                <a:gd name="T17" fmla="*/ 314 w 314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15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207" y="115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9" name="Freeform 299">
              <a:extLst>
                <a:ext uri="{FF2B5EF4-FFF2-40B4-BE49-F238E27FC236}">
                  <a16:creationId xmlns:a16="http://schemas.microsoft.com/office/drawing/2014/main" id="{247BB2C8-C57C-CC6C-5BE8-303E73C91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522288" cy="195263"/>
            </a:xfrm>
            <a:custGeom>
              <a:avLst/>
              <a:gdLst>
                <a:gd name="T0" fmla="*/ 0 w 329"/>
                <a:gd name="T1" fmla="*/ 2147483647 h 123"/>
                <a:gd name="T2" fmla="*/ 2147483647 w 329"/>
                <a:gd name="T3" fmla="*/ 0 h 123"/>
                <a:gd name="T4" fmla="*/ 2147483647 w 329"/>
                <a:gd name="T5" fmla="*/ 0 h 123"/>
                <a:gd name="T6" fmla="*/ 2147483647 w 329"/>
                <a:gd name="T7" fmla="*/ 0 h 123"/>
                <a:gd name="T8" fmla="*/ 2147483647 w 329"/>
                <a:gd name="T9" fmla="*/ 2147483647 h 123"/>
                <a:gd name="T10" fmla="*/ 2147483647 w 329"/>
                <a:gd name="T11" fmla="*/ 2147483647 h 123"/>
                <a:gd name="T12" fmla="*/ 2147483647 w 329"/>
                <a:gd name="T13" fmla="*/ 2147483647 h 123"/>
                <a:gd name="T14" fmla="*/ 2147483647 w 329"/>
                <a:gd name="T15" fmla="*/ 2147483647 h 123"/>
                <a:gd name="T16" fmla="*/ 2147483647 w 329"/>
                <a:gd name="T17" fmla="*/ 2147483647 h 123"/>
                <a:gd name="T18" fmla="*/ 2147483647 w 329"/>
                <a:gd name="T19" fmla="*/ 2147483647 h 123"/>
                <a:gd name="T20" fmla="*/ 2147483647 w 329"/>
                <a:gd name="T21" fmla="*/ 2147483647 h 123"/>
                <a:gd name="T22" fmla="*/ 2147483647 w 329"/>
                <a:gd name="T23" fmla="*/ 2147483647 h 123"/>
                <a:gd name="T24" fmla="*/ 2147483647 w 329"/>
                <a:gd name="T25" fmla="*/ 2147483647 h 123"/>
                <a:gd name="T26" fmla="*/ 2147483647 w 329"/>
                <a:gd name="T27" fmla="*/ 2147483647 h 123"/>
                <a:gd name="T28" fmla="*/ 2147483647 w 329"/>
                <a:gd name="T29" fmla="*/ 2147483647 h 123"/>
                <a:gd name="T30" fmla="*/ 2147483647 w 329"/>
                <a:gd name="T31" fmla="*/ 0 h 123"/>
                <a:gd name="T32" fmla="*/ 2147483647 w 329"/>
                <a:gd name="T33" fmla="*/ 2147483647 h 123"/>
                <a:gd name="T34" fmla="*/ 0 w 329"/>
                <a:gd name="T35" fmla="*/ 2147483647 h 123"/>
                <a:gd name="T36" fmla="*/ 0 w 329"/>
                <a:gd name="T37" fmla="*/ 214748364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123"/>
                <a:gd name="T59" fmla="*/ 329 w 329"/>
                <a:gd name="T60" fmla="*/ 123 h 12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123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329" y="62"/>
                  </a:lnTo>
                  <a:lnTo>
                    <a:pt x="314" y="69"/>
                  </a:lnTo>
                  <a:lnTo>
                    <a:pt x="207" y="123"/>
                  </a:lnTo>
                  <a:lnTo>
                    <a:pt x="207" y="115"/>
                  </a:lnTo>
                  <a:lnTo>
                    <a:pt x="314" y="62"/>
                  </a:lnTo>
                  <a:lnTo>
                    <a:pt x="314" y="69"/>
                  </a:lnTo>
                  <a:lnTo>
                    <a:pt x="115" y="8"/>
                  </a:lnTo>
                  <a:lnTo>
                    <a:pt x="115" y="0"/>
                  </a:lnTo>
                  <a:lnTo>
                    <a:pt x="115" y="8"/>
                  </a:lnTo>
                  <a:lnTo>
                    <a:pt x="0" y="46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0" name="Freeform 300">
              <a:extLst>
                <a:ext uri="{FF2B5EF4-FFF2-40B4-BE49-F238E27FC236}">
                  <a16:creationId xmlns:a16="http://schemas.microsoft.com/office/drawing/2014/main" id="{119E4C46-F7BC-5A41-BEFD-03068FD5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67222"/>
              <a:ext cx="328613" cy="133350"/>
            </a:xfrm>
            <a:custGeom>
              <a:avLst/>
              <a:gdLst>
                <a:gd name="T0" fmla="*/ 2147483647 w 207"/>
                <a:gd name="T1" fmla="*/ 2147483647 h 84"/>
                <a:gd name="T2" fmla="*/ 0 w 207"/>
                <a:gd name="T3" fmla="*/ 2147483647 h 84"/>
                <a:gd name="T4" fmla="*/ 0 w 207"/>
                <a:gd name="T5" fmla="*/ 0 h 84"/>
                <a:gd name="T6" fmla="*/ 0 w 207"/>
                <a:gd name="T7" fmla="*/ 0 h 84"/>
                <a:gd name="T8" fmla="*/ 0 w 207"/>
                <a:gd name="T9" fmla="*/ 0 h 84"/>
                <a:gd name="T10" fmla="*/ 2147483647 w 207"/>
                <a:gd name="T11" fmla="*/ 2147483647 h 84"/>
                <a:gd name="T12" fmla="*/ 2147483647 w 207"/>
                <a:gd name="T13" fmla="*/ 214748364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7"/>
                <a:gd name="T22" fmla="*/ 0 h 84"/>
                <a:gd name="T23" fmla="*/ 207 w 207"/>
                <a:gd name="T24" fmla="*/ 84 h 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7" h="84">
                  <a:moveTo>
                    <a:pt x="207" y="84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07" y="76"/>
                  </a:lnTo>
                  <a:lnTo>
                    <a:pt x="207" y="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1" name="Freeform 301">
              <a:extLst>
                <a:ext uri="{FF2B5EF4-FFF2-40B4-BE49-F238E27FC236}">
                  <a16:creationId xmlns:a16="http://schemas.microsoft.com/office/drawing/2014/main" id="{41C343FB-7FC8-85E2-4EFA-39AA10AB5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290513" cy="109538"/>
            </a:xfrm>
            <a:custGeom>
              <a:avLst/>
              <a:gdLst>
                <a:gd name="T0" fmla="*/ 0 w 183"/>
                <a:gd name="T1" fmla="*/ 2147483647 h 69"/>
                <a:gd name="T2" fmla="*/ 2147483647 w 183"/>
                <a:gd name="T3" fmla="*/ 0 h 69"/>
                <a:gd name="T4" fmla="*/ 2147483647 w 183"/>
                <a:gd name="T5" fmla="*/ 2147483647 h 69"/>
                <a:gd name="T6" fmla="*/ 2147483647 w 183"/>
                <a:gd name="T7" fmla="*/ 2147483647 h 69"/>
                <a:gd name="T8" fmla="*/ 0 w 183"/>
                <a:gd name="T9" fmla="*/ 214748364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3"/>
                <a:gd name="T16" fmla="*/ 0 h 69"/>
                <a:gd name="T17" fmla="*/ 183 w 183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3" h="69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22" y="69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9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2" name="Freeform 302">
              <a:extLst>
                <a:ext uri="{FF2B5EF4-FFF2-40B4-BE49-F238E27FC236}">
                  <a16:creationId xmlns:a16="http://schemas.microsoft.com/office/drawing/2014/main" id="{7B76DB6A-F503-F768-345F-EDCC0B48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315913" cy="122238"/>
            </a:xfrm>
            <a:custGeom>
              <a:avLst/>
              <a:gdLst>
                <a:gd name="T0" fmla="*/ 0 w 199"/>
                <a:gd name="T1" fmla="*/ 2147483647 h 77"/>
                <a:gd name="T2" fmla="*/ 2147483647 w 199"/>
                <a:gd name="T3" fmla="*/ 0 h 77"/>
                <a:gd name="T4" fmla="*/ 2147483647 w 199"/>
                <a:gd name="T5" fmla="*/ 0 h 77"/>
                <a:gd name="T6" fmla="*/ 2147483647 w 199"/>
                <a:gd name="T7" fmla="*/ 0 h 77"/>
                <a:gd name="T8" fmla="*/ 2147483647 w 199"/>
                <a:gd name="T9" fmla="*/ 2147483647 h 77"/>
                <a:gd name="T10" fmla="*/ 2147483647 w 199"/>
                <a:gd name="T11" fmla="*/ 2147483647 h 77"/>
                <a:gd name="T12" fmla="*/ 2147483647 w 199"/>
                <a:gd name="T13" fmla="*/ 2147483647 h 77"/>
                <a:gd name="T14" fmla="*/ 2147483647 w 199"/>
                <a:gd name="T15" fmla="*/ 2147483647 h 77"/>
                <a:gd name="T16" fmla="*/ 2147483647 w 199"/>
                <a:gd name="T17" fmla="*/ 2147483647 h 77"/>
                <a:gd name="T18" fmla="*/ 2147483647 w 199"/>
                <a:gd name="T19" fmla="*/ 2147483647 h 77"/>
                <a:gd name="T20" fmla="*/ 2147483647 w 199"/>
                <a:gd name="T21" fmla="*/ 2147483647 h 77"/>
                <a:gd name="T22" fmla="*/ 2147483647 w 199"/>
                <a:gd name="T23" fmla="*/ 2147483647 h 77"/>
                <a:gd name="T24" fmla="*/ 2147483647 w 199"/>
                <a:gd name="T25" fmla="*/ 2147483647 h 77"/>
                <a:gd name="T26" fmla="*/ 2147483647 w 199"/>
                <a:gd name="T27" fmla="*/ 2147483647 h 77"/>
                <a:gd name="T28" fmla="*/ 2147483647 w 199"/>
                <a:gd name="T29" fmla="*/ 2147483647 h 77"/>
                <a:gd name="T30" fmla="*/ 2147483647 w 199"/>
                <a:gd name="T31" fmla="*/ 0 h 77"/>
                <a:gd name="T32" fmla="*/ 2147483647 w 199"/>
                <a:gd name="T33" fmla="*/ 2147483647 h 77"/>
                <a:gd name="T34" fmla="*/ 0 w 199"/>
                <a:gd name="T35" fmla="*/ 2147483647 h 77"/>
                <a:gd name="T36" fmla="*/ 0 w 199"/>
                <a:gd name="T37" fmla="*/ 2147483647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"/>
                <a:gd name="T58" fmla="*/ 0 h 77"/>
                <a:gd name="T59" fmla="*/ 199 w 199"/>
                <a:gd name="T60" fmla="*/ 77 h 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" h="77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99" y="39"/>
                  </a:lnTo>
                  <a:lnTo>
                    <a:pt x="183" y="46"/>
                  </a:lnTo>
                  <a:lnTo>
                    <a:pt x="122" y="77"/>
                  </a:lnTo>
                  <a:lnTo>
                    <a:pt x="122" y="69"/>
                  </a:lnTo>
                  <a:lnTo>
                    <a:pt x="183" y="39"/>
                  </a:lnTo>
                  <a:lnTo>
                    <a:pt x="183" y="46"/>
                  </a:lnTo>
                  <a:lnTo>
                    <a:pt x="69" y="8"/>
                  </a:lnTo>
                  <a:lnTo>
                    <a:pt x="69" y="0"/>
                  </a:lnTo>
                  <a:lnTo>
                    <a:pt x="69" y="8"/>
                  </a:lnTo>
                  <a:lnTo>
                    <a:pt x="0" y="31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3" name="Freeform 303">
              <a:extLst>
                <a:ext uri="{FF2B5EF4-FFF2-40B4-BE49-F238E27FC236}">
                  <a16:creationId xmlns:a16="http://schemas.microsoft.com/office/drawing/2014/main" id="{84480570-00B0-A142-9BD8-74D564C9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193675" cy="85725"/>
            </a:xfrm>
            <a:custGeom>
              <a:avLst/>
              <a:gdLst>
                <a:gd name="T0" fmla="*/ 2147483647 w 122"/>
                <a:gd name="T1" fmla="*/ 2147483647 h 54"/>
                <a:gd name="T2" fmla="*/ 0 w 122"/>
                <a:gd name="T3" fmla="*/ 2147483647 h 54"/>
                <a:gd name="T4" fmla="*/ 0 w 122"/>
                <a:gd name="T5" fmla="*/ 0 h 54"/>
                <a:gd name="T6" fmla="*/ 0 w 122"/>
                <a:gd name="T7" fmla="*/ 0 h 54"/>
                <a:gd name="T8" fmla="*/ 0 w 122"/>
                <a:gd name="T9" fmla="*/ 0 h 54"/>
                <a:gd name="T10" fmla="*/ 2147483647 w 122"/>
                <a:gd name="T11" fmla="*/ 2147483647 h 54"/>
                <a:gd name="T12" fmla="*/ 2147483647 w 122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"/>
                <a:gd name="T22" fmla="*/ 0 h 54"/>
                <a:gd name="T23" fmla="*/ 122 w 122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" h="54">
                  <a:moveTo>
                    <a:pt x="122" y="5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122" y="46"/>
                  </a:lnTo>
                  <a:lnTo>
                    <a:pt x="122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4" name="Freeform 304">
              <a:extLst>
                <a:ext uri="{FF2B5EF4-FFF2-40B4-BE49-F238E27FC236}">
                  <a16:creationId xmlns:a16="http://schemas.microsoft.com/office/drawing/2014/main" id="{1C2DA80A-A658-F4BA-8BA9-EB5AA582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46050" cy="85725"/>
            </a:xfrm>
            <a:custGeom>
              <a:avLst/>
              <a:gdLst>
                <a:gd name="T0" fmla="*/ 2147483647 w 92"/>
                <a:gd name="T1" fmla="*/ 0 h 54"/>
                <a:gd name="T2" fmla="*/ 2147483647 w 92"/>
                <a:gd name="T3" fmla="*/ 2147483647 h 54"/>
                <a:gd name="T4" fmla="*/ 2147483647 w 92"/>
                <a:gd name="T5" fmla="*/ 2147483647 h 54"/>
                <a:gd name="T6" fmla="*/ 0 w 92"/>
                <a:gd name="T7" fmla="*/ 2147483647 h 54"/>
                <a:gd name="T8" fmla="*/ 2147483647 w 9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54"/>
                <a:gd name="T17" fmla="*/ 92 w 92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54">
                  <a:moveTo>
                    <a:pt x="77" y="0"/>
                  </a:moveTo>
                  <a:lnTo>
                    <a:pt x="92" y="8"/>
                  </a:lnTo>
                  <a:lnTo>
                    <a:pt x="31" y="54"/>
                  </a:lnTo>
                  <a:lnTo>
                    <a:pt x="0" y="46"/>
                  </a:lnTo>
                  <a:lnTo>
                    <a:pt x="7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5" name="Freeform 305">
              <a:extLst>
                <a:ext uri="{FF2B5EF4-FFF2-40B4-BE49-F238E27FC236}">
                  <a16:creationId xmlns:a16="http://schemas.microsoft.com/office/drawing/2014/main" id="{5E590C0F-4606-9816-D80E-EF729246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714847"/>
              <a:ext cx="182563" cy="96838"/>
            </a:xfrm>
            <a:custGeom>
              <a:avLst/>
              <a:gdLst>
                <a:gd name="T0" fmla="*/ 2147483647 w 115"/>
                <a:gd name="T1" fmla="*/ 0 h 61"/>
                <a:gd name="T2" fmla="*/ 2147483647 w 115"/>
                <a:gd name="T3" fmla="*/ 2147483647 h 61"/>
                <a:gd name="T4" fmla="*/ 2147483647 w 115"/>
                <a:gd name="T5" fmla="*/ 2147483647 h 61"/>
                <a:gd name="T6" fmla="*/ 2147483647 w 115"/>
                <a:gd name="T7" fmla="*/ 2147483647 h 61"/>
                <a:gd name="T8" fmla="*/ 2147483647 w 115"/>
                <a:gd name="T9" fmla="*/ 2147483647 h 61"/>
                <a:gd name="T10" fmla="*/ 2147483647 w 115"/>
                <a:gd name="T11" fmla="*/ 2147483647 h 61"/>
                <a:gd name="T12" fmla="*/ 2147483647 w 115"/>
                <a:gd name="T13" fmla="*/ 2147483647 h 61"/>
                <a:gd name="T14" fmla="*/ 2147483647 w 115"/>
                <a:gd name="T15" fmla="*/ 2147483647 h 61"/>
                <a:gd name="T16" fmla="*/ 0 w 115"/>
                <a:gd name="T17" fmla="*/ 2147483647 h 61"/>
                <a:gd name="T18" fmla="*/ 2147483647 w 115"/>
                <a:gd name="T19" fmla="*/ 2147483647 h 61"/>
                <a:gd name="T20" fmla="*/ 2147483647 w 115"/>
                <a:gd name="T21" fmla="*/ 2147483647 h 61"/>
                <a:gd name="T22" fmla="*/ 2147483647 w 115"/>
                <a:gd name="T23" fmla="*/ 2147483647 h 61"/>
                <a:gd name="T24" fmla="*/ 2147483647 w 115"/>
                <a:gd name="T25" fmla="*/ 2147483647 h 61"/>
                <a:gd name="T26" fmla="*/ 2147483647 w 115"/>
                <a:gd name="T27" fmla="*/ 2147483647 h 61"/>
                <a:gd name="T28" fmla="*/ 2147483647 w 115"/>
                <a:gd name="T29" fmla="*/ 2147483647 h 61"/>
                <a:gd name="T30" fmla="*/ 2147483647 w 115"/>
                <a:gd name="T31" fmla="*/ 2147483647 h 61"/>
                <a:gd name="T32" fmla="*/ 2147483647 w 115"/>
                <a:gd name="T33" fmla="*/ 2147483647 h 61"/>
                <a:gd name="T34" fmla="*/ 2147483647 w 115"/>
                <a:gd name="T35" fmla="*/ 2147483647 h 61"/>
                <a:gd name="T36" fmla="*/ 2147483647 w 115"/>
                <a:gd name="T37" fmla="*/ 0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5"/>
                <a:gd name="T58" fmla="*/ 0 h 61"/>
                <a:gd name="T59" fmla="*/ 115 w 115"/>
                <a:gd name="T60" fmla="*/ 61 h 6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5" h="61">
                  <a:moveTo>
                    <a:pt x="92" y="0"/>
                  </a:moveTo>
                  <a:lnTo>
                    <a:pt x="107" y="8"/>
                  </a:lnTo>
                  <a:lnTo>
                    <a:pt x="115" y="16"/>
                  </a:lnTo>
                  <a:lnTo>
                    <a:pt x="54" y="61"/>
                  </a:lnTo>
                  <a:lnTo>
                    <a:pt x="46" y="61"/>
                  </a:lnTo>
                  <a:lnTo>
                    <a:pt x="15" y="54"/>
                  </a:lnTo>
                  <a:lnTo>
                    <a:pt x="0" y="54"/>
                  </a:lnTo>
                  <a:lnTo>
                    <a:pt x="15" y="46"/>
                  </a:lnTo>
                  <a:lnTo>
                    <a:pt x="46" y="54"/>
                  </a:lnTo>
                  <a:lnTo>
                    <a:pt x="46" y="61"/>
                  </a:lnTo>
                  <a:lnTo>
                    <a:pt x="46" y="54"/>
                  </a:lnTo>
                  <a:lnTo>
                    <a:pt x="107" y="8"/>
                  </a:lnTo>
                  <a:lnTo>
                    <a:pt x="115" y="16"/>
                  </a:lnTo>
                  <a:lnTo>
                    <a:pt x="107" y="16"/>
                  </a:lnTo>
                  <a:lnTo>
                    <a:pt x="92" y="8"/>
                  </a:lnTo>
                  <a:lnTo>
                    <a:pt x="92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6" name="Freeform 306">
              <a:extLst>
                <a:ext uri="{FF2B5EF4-FFF2-40B4-BE49-F238E27FC236}">
                  <a16:creationId xmlns:a16="http://schemas.microsoft.com/office/drawing/2014/main" id="{0946F4E5-12E0-A3A9-1D41-3EEE8BF3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34938" cy="85725"/>
            </a:xfrm>
            <a:custGeom>
              <a:avLst/>
              <a:gdLst>
                <a:gd name="T0" fmla="*/ 0 w 85"/>
                <a:gd name="T1" fmla="*/ 2147483647 h 54"/>
                <a:gd name="T2" fmla="*/ 2147483647 w 85"/>
                <a:gd name="T3" fmla="*/ 0 h 54"/>
                <a:gd name="T4" fmla="*/ 2147483647 w 85"/>
                <a:gd name="T5" fmla="*/ 0 h 54"/>
                <a:gd name="T6" fmla="*/ 2147483647 w 85"/>
                <a:gd name="T7" fmla="*/ 0 h 54"/>
                <a:gd name="T8" fmla="*/ 2147483647 w 85"/>
                <a:gd name="T9" fmla="*/ 2147483647 h 54"/>
                <a:gd name="T10" fmla="*/ 2147483647 w 85"/>
                <a:gd name="T11" fmla="*/ 2147483647 h 54"/>
                <a:gd name="T12" fmla="*/ 0 w 85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54"/>
                <a:gd name="T23" fmla="*/ 85 w 85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54">
                  <a:moveTo>
                    <a:pt x="0" y="46"/>
                  </a:moveTo>
                  <a:lnTo>
                    <a:pt x="77" y="0"/>
                  </a:lnTo>
                  <a:lnTo>
                    <a:pt x="85" y="8"/>
                  </a:lnTo>
                  <a:lnTo>
                    <a:pt x="8" y="54"/>
                  </a:lnTo>
                  <a:lnTo>
                    <a:pt x="0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7" name="Freeform 307">
              <a:extLst>
                <a:ext uri="{FF2B5EF4-FFF2-40B4-BE49-F238E27FC236}">
                  <a16:creationId xmlns:a16="http://schemas.microsoft.com/office/drawing/2014/main" id="{3913B008-E4C1-D3D6-B453-829D463E8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401638" cy="36513"/>
            </a:xfrm>
            <a:custGeom>
              <a:avLst/>
              <a:gdLst>
                <a:gd name="T0" fmla="*/ 2147483647 w 253"/>
                <a:gd name="T1" fmla="*/ 2147483647 h 23"/>
                <a:gd name="T2" fmla="*/ 0 w 253"/>
                <a:gd name="T3" fmla="*/ 0 h 23"/>
                <a:gd name="T4" fmla="*/ 2147483647 w 253"/>
                <a:gd name="T5" fmla="*/ 2147483647 h 23"/>
                <a:gd name="T6" fmla="*/ 2147483647 w 253"/>
                <a:gd name="T7" fmla="*/ 2147483647 h 23"/>
                <a:gd name="T8" fmla="*/ 2147483647 w 253"/>
                <a:gd name="T9" fmla="*/ 2147483647 h 23"/>
                <a:gd name="T10" fmla="*/ 2147483647 w 253"/>
                <a:gd name="T11" fmla="*/ 214748364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"/>
                <a:gd name="T19" fmla="*/ 0 h 23"/>
                <a:gd name="T20" fmla="*/ 253 w 253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" h="23">
                  <a:moveTo>
                    <a:pt x="237" y="15"/>
                  </a:moveTo>
                  <a:lnTo>
                    <a:pt x="0" y="0"/>
                  </a:lnTo>
                  <a:lnTo>
                    <a:pt x="54" y="23"/>
                  </a:lnTo>
                  <a:lnTo>
                    <a:pt x="253" y="23"/>
                  </a:lnTo>
                  <a:lnTo>
                    <a:pt x="230" y="8"/>
                  </a:lnTo>
                  <a:lnTo>
                    <a:pt x="237" y="15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8" name="Freeform 308">
              <a:extLst>
                <a:ext uri="{FF2B5EF4-FFF2-40B4-BE49-F238E27FC236}">
                  <a16:creationId xmlns:a16="http://schemas.microsoft.com/office/drawing/2014/main" id="{F9989816-4C91-7939-446A-885F704E3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376238" cy="49213"/>
            </a:xfrm>
            <a:custGeom>
              <a:avLst/>
              <a:gdLst>
                <a:gd name="T0" fmla="*/ 2147483647 w 237"/>
                <a:gd name="T1" fmla="*/ 2147483647 h 31"/>
                <a:gd name="T2" fmla="*/ 0 w 237"/>
                <a:gd name="T3" fmla="*/ 2147483647 h 31"/>
                <a:gd name="T4" fmla="*/ 0 w 237"/>
                <a:gd name="T5" fmla="*/ 0 h 31"/>
                <a:gd name="T6" fmla="*/ 0 w 237"/>
                <a:gd name="T7" fmla="*/ 0 h 31"/>
                <a:gd name="T8" fmla="*/ 2147483647 w 237"/>
                <a:gd name="T9" fmla="*/ 2147483647 h 31"/>
                <a:gd name="T10" fmla="*/ 2147483647 w 237"/>
                <a:gd name="T11" fmla="*/ 2147483647 h 31"/>
                <a:gd name="T12" fmla="*/ 2147483647 w 237"/>
                <a:gd name="T13" fmla="*/ 2147483647 h 31"/>
                <a:gd name="T14" fmla="*/ 2147483647 w 237"/>
                <a:gd name="T15" fmla="*/ 2147483647 h 31"/>
                <a:gd name="T16" fmla="*/ 0 w 237"/>
                <a:gd name="T17" fmla="*/ 2147483647 h 31"/>
                <a:gd name="T18" fmla="*/ 0 w 237"/>
                <a:gd name="T19" fmla="*/ 2147483647 h 31"/>
                <a:gd name="T20" fmla="*/ 0 w 237"/>
                <a:gd name="T21" fmla="*/ 0 h 31"/>
                <a:gd name="T22" fmla="*/ 2147483647 w 237"/>
                <a:gd name="T23" fmla="*/ 2147483647 h 31"/>
                <a:gd name="T24" fmla="*/ 2147483647 w 237"/>
                <a:gd name="T25" fmla="*/ 214748364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7"/>
                <a:gd name="T40" fmla="*/ 0 h 31"/>
                <a:gd name="T41" fmla="*/ 237 w 237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7" h="31">
                  <a:moveTo>
                    <a:pt x="237" y="23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4" y="23"/>
                  </a:lnTo>
                  <a:lnTo>
                    <a:pt x="54" y="31"/>
                  </a:lnTo>
                  <a:lnTo>
                    <a:pt x="0" y="8"/>
                  </a:lnTo>
                  <a:lnTo>
                    <a:pt x="0" y="0"/>
                  </a:lnTo>
                  <a:lnTo>
                    <a:pt x="237" y="15"/>
                  </a:lnTo>
                  <a:lnTo>
                    <a:pt x="237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9" name="Freeform 309">
              <a:extLst>
                <a:ext uri="{FF2B5EF4-FFF2-40B4-BE49-F238E27FC236}">
                  <a16:creationId xmlns:a16="http://schemas.microsoft.com/office/drawing/2014/main" id="{D644C691-B750-1467-0039-22E19D98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850" y="1691034"/>
              <a:ext cx="352425" cy="12700"/>
            </a:xfrm>
            <a:custGeom>
              <a:avLst/>
              <a:gdLst>
                <a:gd name="T0" fmla="*/ 0 w 222"/>
                <a:gd name="T1" fmla="*/ 0 h 8"/>
                <a:gd name="T2" fmla="*/ 2147483647 w 222"/>
                <a:gd name="T3" fmla="*/ 0 h 8"/>
                <a:gd name="T4" fmla="*/ 2147483647 w 222"/>
                <a:gd name="T5" fmla="*/ 0 h 8"/>
                <a:gd name="T6" fmla="*/ 2147483647 w 222"/>
                <a:gd name="T7" fmla="*/ 2147483647 h 8"/>
                <a:gd name="T8" fmla="*/ 2147483647 w 222"/>
                <a:gd name="T9" fmla="*/ 2147483647 h 8"/>
                <a:gd name="T10" fmla="*/ 0 w 222"/>
                <a:gd name="T11" fmla="*/ 2147483647 h 8"/>
                <a:gd name="T12" fmla="*/ 0 w 22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2"/>
                <a:gd name="T22" fmla="*/ 0 h 8"/>
                <a:gd name="T23" fmla="*/ 222 w 222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2" h="8">
                  <a:moveTo>
                    <a:pt x="0" y="0"/>
                  </a:moveTo>
                  <a:lnTo>
                    <a:pt x="199" y="0"/>
                  </a:lnTo>
                  <a:lnTo>
                    <a:pt x="206" y="0"/>
                  </a:lnTo>
                  <a:lnTo>
                    <a:pt x="222" y="8"/>
                  </a:lnTo>
                  <a:lnTo>
                    <a:pt x="199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0" name="Freeform 310">
              <a:extLst>
                <a:ext uri="{FF2B5EF4-FFF2-40B4-BE49-F238E27FC236}">
                  <a16:creationId xmlns:a16="http://schemas.microsoft.com/office/drawing/2014/main" id="{8DB8216D-10BB-37A3-4B39-5A9B4C0A4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11113" cy="11113"/>
            </a:xfrm>
            <a:custGeom>
              <a:avLst/>
              <a:gdLst>
                <a:gd name="T0" fmla="*/ 0 w 7"/>
                <a:gd name="T1" fmla="*/ 2147483647 h 7"/>
                <a:gd name="T2" fmla="*/ 0 w 7"/>
                <a:gd name="T3" fmla="*/ 2147483647 h 7"/>
                <a:gd name="T4" fmla="*/ 2147483647 w 7"/>
                <a:gd name="T5" fmla="*/ 0 h 7"/>
                <a:gd name="T6" fmla="*/ 2147483647 w 7"/>
                <a:gd name="T7" fmla="*/ 0 h 7"/>
                <a:gd name="T8" fmla="*/ 0 w 7"/>
                <a:gd name="T9" fmla="*/ 214748364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0" y="7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1" name="Freeform 311">
              <a:extLst>
                <a:ext uri="{FF2B5EF4-FFF2-40B4-BE49-F238E27FC236}">
                  <a16:creationId xmlns:a16="http://schemas.microsoft.com/office/drawing/2014/main" id="{A4ACB62D-5BFF-F04F-6248-0C185CEA3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47625" cy="36513"/>
            </a:xfrm>
            <a:custGeom>
              <a:avLst/>
              <a:gdLst>
                <a:gd name="T0" fmla="*/ 2147483647 w 30"/>
                <a:gd name="T1" fmla="*/ 2147483647 h 23"/>
                <a:gd name="T2" fmla="*/ 2147483647 w 30"/>
                <a:gd name="T3" fmla="*/ 2147483647 h 23"/>
                <a:gd name="T4" fmla="*/ 2147483647 w 30"/>
                <a:gd name="T5" fmla="*/ 0 h 23"/>
                <a:gd name="T6" fmla="*/ 0 w 30"/>
                <a:gd name="T7" fmla="*/ 2147483647 h 23"/>
                <a:gd name="T8" fmla="*/ 2147483647 w 30"/>
                <a:gd name="T9" fmla="*/ 214748364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3" y="23"/>
                  </a:moveTo>
                  <a:lnTo>
                    <a:pt x="30" y="15"/>
                  </a:lnTo>
                  <a:lnTo>
                    <a:pt x="7" y="0"/>
                  </a:lnTo>
                  <a:lnTo>
                    <a:pt x="0" y="7"/>
                  </a:lnTo>
                  <a:lnTo>
                    <a:pt x="23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2" name="Freeform 312">
              <a:extLst>
                <a:ext uri="{FF2B5EF4-FFF2-40B4-BE49-F238E27FC236}">
                  <a16:creationId xmlns:a16="http://schemas.microsoft.com/office/drawing/2014/main" id="{85F0F854-DF2E-55D7-7ADC-1A9BCA75B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09538" cy="146050"/>
            </a:xfrm>
            <a:custGeom>
              <a:avLst/>
              <a:gdLst>
                <a:gd name="T0" fmla="*/ 2147483647 w 69"/>
                <a:gd name="T1" fmla="*/ 0 h 92"/>
                <a:gd name="T2" fmla="*/ 2147483647 w 69"/>
                <a:gd name="T3" fmla="*/ 2147483647 h 92"/>
                <a:gd name="T4" fmla="*/ 2147483647 w 69"/>
                <a:gd name="T5" fmla="*/ 2147483647 h 92"/>
                <a:gd name="T6" fmla="*/ 0 w 69"/>
                <a:gd name="T7" fmla="*/ 0 h 92"/>
                <a:gd name="T8" fmla="*/ 2147483647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92"/>
                <a:gd name="T17" fmla="*/ 69 w 69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92">
                  <a:moveTo>
                    <a:pt x="7" y="0"/>
                  </a:moveTo>
                  <a:lnTo>
                    <a:pt x="69" y="92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3" name="Freeform 313">
              <a:extLst>
                <a:ext uri="{FF2B5EF4-FFF2-40B4-BE49-F238E27FC236}">
                  <a16:creationId xmlns:a16="http://schemas.microsoft.com/office/drawing/2014/main" id="{1C3B9DD7-434C-6D2B-0CF9-E6F03F532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20650" cy="158750"/>
            </a:xfrm>
            <a:custGeom>
              <a:avLst/>
              <a:gdLst>
                <a:gd name="T0" fmla="*/ 2147483647 w 76"/>
                <a:gd name="T1" fmla="*/ 0 h 100"/>
                <a:gd name="T2" fmla="*/ 2147483647 w 76"/>
                <a:gd name="T3" fmla="*/ 2147483647 h 100"/>
                <a:gd name="T4" fmla="*/ 2147483647 w 76"/>
                <a:gd name="T5" fmla="*/ 2147483647 h 100"/>
                <a:gd name="T6" fmla="*/ 2147483647 w 76"/>
                <a:gd name="T7" fmla="*/ 2147483647 h 100"/>
                <a:gd name="T8" fmla="*/ 2147483647 w 76"/>
                <a:gd name="T9" fmla="*/ 2147483647 h 100"/>
                <a:gd name="T10" fmla="*/ 2147483647 w 76"/>
                <a:gd name="T11" fmla="*/ 2147483647 h 100"/>
                <a:gd name="T12" fmla="*/ 2147483647 w 76"/>
                <a:gd name="T13" fmla="*/ 2147483647 h 100"/>
                <a:gd name="T14" fmla="*/ 0 w 76"/>
                <a:gd name="T15" fmla="*/ 0 h 100"/>
                <a:gd name="T16" fmla="*/ 0 w 76"/>
                <a:gd name="T17" fmla="*/ 0 h 100"/>
                <a:gd name="T18" fmla="*/ 0 w 76"/>
                <a:gd name="T19" fmla="*/ 0 h 100"/>
                <a:gd name="T20" fmla="*/ 2147483647 w 76"/>
                <a:gd name="T21" fmla="*/ 0 h 100"/>
                <a:gd name="T22" fmla="*/ 2147483647 w 76"/>
                <a:gd name="T23" fmla="*/ 2147483647 h 100"/>
                <a:gd name="T24" fmla="*/ 2147483647 w 76"/>
                <a:gd name="T25" fmla="*/ 2147483647 h 100"/>
                <a:gd name="T26" fmla="*/ 2147483647 w 76"/>
                <a:gd name="T27" fmla="*/ 2147483647 h 100"/>
                <a:gd name="T28" fmla="*/ 2147483647 w 76"/>
                <a:gd name="T29" fmla="*/ 2147483647 h 100"/>
                <a:gd name="T30" fmla="*/ 2147483647 w 76"/>
                <a:gd name="T31" fmla="*/ 2147483647 h 100"/>
                <a:gd name="T32" fmla="*/ 2147483647 w 76"/>
                <a:gd name="T33" fmla="*/ 2147483647 h 100"/>
                <a:gd name="T34" fmla="*/ 2147483647 w 76"/>
                <a:gd name="T35" fmla="*/ 2147483647 h 100"/>
                <a:gd name="T36" fmla="*/ 2147483647 w 76"/>
                <a:gd name="T37" fmla="*/ 0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"/>
                <a:gd name="T58" fmla="*/ 0 h 100"/>
                <a:gd name="T59" fmla="*/ 76 w 76"/>
                <a:gd name="T60" fmla="*/ 100 h 10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" h="100">
                  <a:moveTo>
                    <a:pt x="15" y="0"/>
                  </a:moveTo>
                  <a:lnTo>
                    <a:pt x="76" y="92"/>
                  </a:lnTo>
                  <a:lnTo>
                    <a:pt x="69" y="100"/>
                  </a:lnTo>
                  <a:lnTo>
                    <a:pt x="38" y="85"/>
                  </a:lnTo>
                  <a:lnTo>
                    <a:pt x="46" y="85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lnTo>
                    <a:pt x="46" y="77"/>
                  </a:lnTo>
                  <a:lnTo>
                    <a:pt x="38" y="77"/>
                  </a:lnTo>
                  <a:lnTo>
                    <a:pt x="69" y="92"/>
                  </a:lnTo>
                  <a:lnTo>
                    <a:pt x="69" y="100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4" name="Freeform 314">
              <a:extLst>
                <a:ext uri="{FF2B5EF4-FFF2-40B4-BE49-F238E27FC236}">
                  <a16:creationId xmlns:a16="http://schemas.microsoft.com/office/drawing/2014/main" id="{BE5925D2-67B5-6712-BDAE-828043C0D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2147483647 w 15"/>
                <a:gd name="T3" fmla="*/ 0 h 8"/>
                <a:gd name="T4" fmla="*/ 2147483647 w 15"/>
                <a:gd name="T5" fmla="*/ 0 h 8"/>
                <a:gd name="T6" fmla="*/ 2147483647 w 15"/>
                <a:gd name="T7" fmla="*/ 0 h 8"/>
                <a:gd name="T8" fmla="*/ 2147483647 w 15"/>
                <a:gd name="T9" fmla="*/ 2147483647 h 8"/>
                <a:gd name="T10" fmla="*/ 0 w 15"/>
                <a:gd name="T11" fmla="*/ 2147483647 h 8"/>
                <a:gd name="T12" fmla="*/ 0 w 1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8"/>
                <a:gd name="T23" fmla="*/ 15 w 15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5" y="0"/>
                  </a:lnTo>
                  <a:lnTo>
                    <a:pt x="7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5" name="Freeform 315">
              <a:extLst>
                <a:ext uri="{FF2B5EF4-FFF2-40B4-BE49-F238E27FC236}">
                  <a16:creationId xmlns:a16="http://schemas.microsoft.com/office/drawing/2014/main" id="{F4A17029-F367-2D35-9E99-F27343FD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23813" cy="25400"/>
            </a:xfrm>
            <a:custGeom>
              <a:avLst/>
              <a:gdLst>
                <a:gd name="T0" fmla="*/ 0 w 15"/>
                <a:gd name="T1" fmla="*/ 2147483647 h 16"/>
                <a:gd name="T2" fmla="*/ 0 w 15"/>
                <a:gd name="T3" fmla="*/ 2147483647 h 16"/>
                <a:gd name="T4" fmla="*/ 2147483647 w 15"/>
                <a:gd name="T5" fmla="*/ 2147483647 h 16"/>
                <a:gd name="T6" fmla="*/ 2147483647 w 15"/>
                <a:gd name="T7" fmla="*/ 0 h 16"/>
                <a:gd name="T8" fmla="*/ 0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0" y="8"/>
                  </a:moveTo>
                  <a:lnTo>
                    <a:pt x="0" y="16"/>
                  </a:lnTo>
                  <a:lnTo>
                    <a:pt x="15" y="8"/>
                  </a:lnTo>
                  <a:lnTo>
                    <a:pt x="15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6" name="Freeform 316">
              <a:extLst>
                <a:ext uri="{FF2B5EF4-FFF2-40B4-BE49-F238E27FC236}">
                  <a16:creationId xmlns:a16="http://schemas.microsoft.com/office/drawing/2014/main" id="{7F94E04F-5730-C8DC-CD25-3E0ADAAF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1618009"/>
              <a:ext cx="73025" cy="73025"/>
            </a:xfrm>
            <a:custGeom>
              <a:avLst/>
              <a:gdLst>
                <a:gd name="T0" fmla="*/ 2147483647 w 46"/>
                <a:gd name="T1" fmla="*/ 2147483647 h 46"/>
                <a:gd name="T2" fmla="*/ 2147483647 w 46"/>
                <a:gd name="T3" fmla="*/ 2147483647 h 46"/>
                <a:gd name="T4" fmla="*/ 2147483647 w 46"/>
                <a:gd name="T5" fmla="*/ 2147483647 h 46"/>
                <a:gd name="T6" fmla="*/ 2147483647 w 46"/>
                <a:gd name="T7" fmla="*/ 2147483647 h 46"/>
                <a:gd name="T8" fmla="*/ 0 w 46"/>
                <a:gd name="T9" fmla="*/ 2147483647 h 46"/>
                <a:gd name="T10" fmla="*/ 2147483647 w 46"/>
                <a:gd name="T11" fmla="*/ 2147483647 h 46"/>
                <a:gd name="T12" fmla="*/ 0 w 46"/>
                <a:gd name="T13" fmla="*/ 0 h 46"/>
                <a:gd name="T14" fmla="*/ 0 w 46"/>
                <a:gd name="T15" fmla="*/ 0 h 46"/>
                <a:gd name="T16" fmla="*/ 2147483647 w 46"/>
                <a:gd name="T17" fmla="*/ 2147483647 h 46"/>
                <a:gd name="T18" fmla="*/ 2147483647 w 46"/>
                <a:gd name="T19" fmla="*/ 2147483647 h 46"/>
                <a:gd name="T20" fmla="*/ 2147483647 w 46"/>
                <a:gd name="T21" fmla="*/ 2147483647 h 46"/>
                <a:gd name="T22" fmla="*/ 2147483647 w 46"/>
                <a:gd name="T23" fmla="*/ 2147483647 h 46"/>
                <a:gd name="T24" fmla="*/ 2147483647 w 46"/>
                <a:gd name="T25" fmla="*/ 2147483647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6"/>
                <a:gd name="T41" fmla="*/ 46 w 46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6">
                  <a:moveTo>
                    <a:pt x="31" y="46"/>
                  </a:moveTo>
                  <a:lnTo>
                    <a:pt x="23" y="23"/>
                  </a:lnTo>
                  <a:lnTo>
                    <a:pt x="31" y="23"/>
                  </a:lnTo>
                  <a:lnTo>
                    <a:pt x="0" y="15"/>
                  </a:lnTo>
                  <a:lnTo>
                    <a:pt x="8" y="15"/>
                  </a:lnTo>
                  <a:lnTo>
                    <a:pt x="0" y="0"/>
                  </a:lnTo>
                  <a:lnTo>
                    <a:pt x="31" y="8"/>
                  </a:lnTo>
                  <a:lnTo>
                    <a:pt x="38" y="15"/>
                  </a:lnTo>
                  <a:lnTo>
                    <a:pt x="46" y="38"/>
                  </a:lnTo>
                  <a:lnTo>
                    <a:pt x="31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7" name="Freeform 317">
              <a:extLst>
                <a:ext uri="{FF2B5EF4-FFF2-40B4-BE49-F238E27FC236}">
                  <a16:creationId xmlns:a16="http://schemas.microsoft.com/office/drawing/2014/main" id="{5039F30B-CFD6-26B8-5FA8-B2AC5599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618009"/>
              <a:ext cx="61913" cy="36513"/>
            </a:xfrm>
            <a:custGeom>
              <a:avLst/>
              <a:gdLst>
                <a:gd name="T0" fmla="*/ 2147483647 w 39"/>
                <a:gd name="T1" fmla="*/ 2147483647 h 23"/>
                <a:gd name="T2" fmla="*/ 2147483647 w 39"/>
                <a:gd name="T3" fmla="*/ 2147483647 h 23"/>
                <a:gd name="T4" fmla="*/ 2147483647 w 39"/>
                <a:gd name="T5" fmla="*/ 2147483647 h 23"/>
                <a:gd name="T6" fmla="*/ 0 w 39"/>
                <a:gd name="T7" fmla="*/ 2147483647 h 23"/>
                <a:gd name="T8" fmla="*/ 2147483647 w 39"/>
                <a:gd name="T9" fmla="*/ 2147483647 h 23"/>
                <a:gd name="T10" fmla="*/ 2147483647 w 39"/>
                <a:gd name="T11" fmla="*/ 0 h 23"/>
                <a:gd name="T12" fmla="*/ 2147483647 w 39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"/>
                <a:gd name="T22" fmla="*/ 0 h 23"/>
                <a:gd name="T23" fmla="*/ 39 w 39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" h="23">
                  <a:moveTo>
                    <a:pt x="39" y="15"/>
                  </a:moveTo>
                  <a:lnTo>
                    <a:pt x="16" y="23"/>
                  </a:lnTo>
                  <a:lnTo>
                    <a:pt x="16" y="15"/>
                  </a:lnTo>
                  <a:lnTo>
                    <a:pt x="0" y="15"/>
                  </a:lnTo>
                  <a:lnTo>
                    <a:pt x="8" y="8"/>
                  </a:lnTo>
                  <a:lnTo>
                    <a:pt x="31" y="0"/>
                  </a:lnTo>
                  <a:lnTo>
                    <a:pt x="39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8" name="Rectangle 318">
              <a:extLst>
                <a:ext uri="{FF2B5EF4-FFF2-40B4-BE49-F238E27FC236}">
                  <a16:creationId xmlns:a16="http://schemas.microsoft.com/office/drawing/2014/main" id="{D2F3752F-C610-D9C7-EDB4-E4E9CF741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1691034"/>
              <a:ext cx="238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19" name="Freeform 319">
              <a:extLst>
                <a:ext uri="{FF2B5EF4-FFF2-40B4-BE49-F238E27FC236}">
                  <a16:creationId xmlns:a16="http://schemas.microsoft.com/office/drawing/2014/main" id="{19FB03CE-E62B-DB69-2F91-298E08E80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41822"/>
              <a:ext cx="36513" cy="49213"/>
            </a:xfrm>
            <a:custGeom>
              <a:avLst/>
              <a:gdLst>
                <a:gd name="T0" fmla="*/ 2147483647 w 23"/>
                <a:gd name="T1" fmla="*/ 0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0"/>
                  </a:moveTo>
                  <a:lnTo>
                    <a:pt x="7" y="0"/>
                  </a:lnTo>
                  <a:lnTo>
                    <a:pt x="0" y="31"/>
                  </a:lnTo>
                  <a:lnTo>
                    <a:pt x="15" y="31"/>
                  </a:lnTo>
                  <a:lnTo>
                    <a:pt x="23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0" name="Freeform 320">
              <a:extLst>
                <a:ext uri="{FF2B5EF4-FFF2-40B4-BE49-F238E27FC236}">
                  <a16:creationId xmlns:a16="http://schemas.microsoft.com/office/drawing/2014/main" id="{132D0574-B99B-7C0E-C8F1-E9E16B0C0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1714847"/>
              <a:ext cx="23813" cy="25400"/>
            </a:xfrm>
            <a:custGeom>
              <a:avLst/>
              <a:gdLst>
                <a:gd name="T0" fmla="*/ 2147483647 w 15"/>
                <a:gd name="T1" fmla="*/ 0 h 16"/>
                <a:gd name="T2" fmla="*/ 2147483647 w 15"/>
                <a:gd name="T3" fmla="*/ 0 h 16"/>
                <a:gd name="T4" fmla="*/ 0 w 15"/>
                <a:gd name="T5" fmla="*/ 2147483647 h 16"/>
                <a:gd name="T6" fmla="*/ 2147483647 w 15"/>
                <a:gd name="T7" fmla="*/ 2147483647 h 16"/>
                <a:gd name="T8" fmla="*/ 2147483647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0"/>
                  </a:moveTo>
                  <a:lnTo>
                    <a:pt x="8" y="0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1" name="Freeform 321">
              <a:extLst>
                <a:ext uri="{FF2B5EF4-FFF2-40B4-BE49-F238E27FC236}">
                  <a16:creationId xmlns:a16="http://schemas.microsoft.com/office/drawing/2014/main" id="{2380AB15-3AC1-4FFD-5A05-1CA69AA5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14847"/>
              <a:ext cx="47625" cy="36513"/>
            </a:xfrm>
            <a:custGeom>
              <a:avLst/>
              <a:gdLst>
                <a:gd name="T0" fmla="*/ 2147483647 w 30"/>
                <a:gd name="T1" fmla="*/ 0 h 23"/>
                <a:gd name="T2" fmla="*/ 0 w 30"/>
                <a:gd name="T3" fmla="*/ 2147483647 h 23"/>
                <a:gd name="T4" fmla="*/ 2147483647 w 30"/>
                <a:gd name="T5" fmla="*/ 2147483647 h 23"/>
                <a:gd name="T6" fmla="*/ 2147483647 w 30"/>
                <a:gd name="T7" fmla="*/ 2147483647 h 23"/>
                <a:gd name="T8" fmla="*/ 2147483647 w 30"/>
                <a:gd name="T9" fmla="*/ 2147483647 h 23"/>
                <a:gd name="T10" fmla="*/ 2147483647 w 30"/>
                <a:gd name="T11" fmla="*/ 2147483647 h 23"/>
                <a:gd name="T12" fmla="*/ 2147483647 w 3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23"/>
                <a:gd name="T23" fmla="*/ 30 w 30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23">
                  <a:moveTo>
                    <a:pt x="7" y="0"/>
                  </a:moveTo>
                  <a:lnTo>
                    <a:pt x="0" y="16"/>
                  </a:lnTo>
                  <a:lnTo>
                    <a:pt x="15" y="23"/>
                  </a:lnTo>
                  <a:lnTo>
                    <a:pt x="23" y="23"/>
                  </a:lnTo>
                  <a:lnTo>
                    <a:pt x="30" y="8"/>
                  </a:lnTo>
                  <a:lnTo>
                    <a:pt x="23" y="8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2" name="Freeform 322">
              <a:extLst>
                <a:ext uri="{FF2B5EF4-FFF2-40B4-BE49-F238E27FC236}">
                  <a16:creationId xmlns:a16="http://schemas.microsoft.com/office/drawing/2014/main" id="{BCB8DE7C-AB66-7C73-E16C-14901B99C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0 w 15"/>
                <a:gd name="T5" fmla="*/ 2147483647 h 16"/>
                <a:gd name="T6" fmla="*/ 0 w 15"/>
                <a:gd name="T7" fmla="*/ 0 h 16"/>
                <a:gd name="T8" fmla="*/ 2147483647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8"/>
                  </a:moveTo>
                  <a:lnTo>
                    <a:pt x="15" y="16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3" name="Freeform 323">
              <a:extLst>
                <a:ext uri="{FF2B5EF4-FFF2-40B4-BE49-F238E27FC236}">
                  <a16:creationId xmlns:a16="http://schemas.microsoft.com/office/drawing/2014/main" id="{5AA8795E-9F40-8C44-119C-78CD9A579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40247"/>
              <a:ext cx="36513" cy="47625"/>
            </a:xfrm>
            <a:custGeom>
              <a:avLst/>
              <a:gdLst>
                <a:gd name="T0" fmla="*/ 2147483647 w 23"/>
                <a:gd name="T1" fmla="*/ 2147483647 h 30"/>
                <a:gd name="T2" fmla="*/ 2147483647 w 23"/>
                <a:gd name="T3" fmla="*/ 0 h 30"/>
                <a:gd name="T4" fmla="*/ 0 w 23"/>
                <a:gd name="T5" fmla="*/ 2147483647 h 30"/>
                <a:gd name="T6" fmla="*/ 2147483647 w 23"/>
                <a:gd name="T7" fmla="*/ 2147483647 h 30"/>
                <a:gd name="T8" fmla="*/ 2147483647 w 23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0"/>
                <a:gd name="T17" fmla="*/ 23 w 2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0">
                  <a:moveTo>
                    <a:pt x="23" y="7"/>
                  </a:moveTo>
                  <a:lnTo>
                    <a:pt x="7" y="0"/>
                  </a:lnTo>
                  <a:lnTo>
                    <a:pt x="0" y="22"/>
                  </a:lnTo>
                  <a:lnTo>
                    <a:pt x="15" y="30"/>
                  </a:lnTo>
                  <a:lnTo>
                    <a:pt x="23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4" name="Freeform 324">
              <a:extLst>
                <a:ext uri="{FF2B5EF4-FFF2-40B4-BE49-F238E27FC236}">
                  <a16:creationId xmlns:a16="http://schemas.microsoft.com/office/drawing/2014/main" id="{6E1BB904-48F2-EFD1-DB9B-4D6B519A7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5" y="1691034"/>
              <a:ext cx="25400" cy="23813"/>
            </a:xfrm>
            <a:custGeom>
              <a:avLst/>
              <a:gdLst>
                <a:gd name="T0" fmla="*/ 0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0 h 15"/>
                <a:gd name="T6" fmla="*/ 2147483647 w 16"/>
                <a:gd name="T7" fmla="*/ 0 h 15"/>
                <a:gd name="T8" fmla="*/ 0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0" y="15"/>
                  </a:moveTo>
                  <a:lnTo>
                    <a:pt x="8" y="15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5" name="Freeform 325">
              <a:extLst>
                <a:ext uri="{FF2B5EF4-FFF2-40B4-BE49-F238E27FC236}">
                  <a16:creationId xmlns:a16="http://schemas.microsoft.com/office/drawing/2014/main" id="{B261FAC4-9D53-FF81-4C5C-158C522E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300" y="1678334"/>
              <a:ext cx="60325" cy="36513"/>
            </a:xfrm>
            <a:custGeom>
              <a:avLst/>
              <a:gdLst>
                <a:gd name="T0" fmla="*/ 2147483647 w 38"/>
                <a:gd name="T1" fmla="*/ 2147483647 h 23"/>
                <a:gd name="T2" fmla="*/ 2147483647 w 38"/>
                <a:gd name="T3" fmla="*/ 2147483647 h 23"/>
                <a:gd name="T4" fmla="*/ 2147483647 w 38"/>
                <a:gd name="T5" fmla="*/ 0 h 23"/>
                <a:gd name="T6" fmla="*/ 0 w 38"/>
                <a:gd name="T7" fmla="*/ 0 h 23"/>
                <a:gd name="T8" fmla="*/ 0 w 38"/>
                <a:gd name="T9" fmla="*/ 2147483647 h 23"/>
                <a:gd name="T10" fmla="*/ 2147483647 w 38"/>
                <a:gd name="T11" fmla="*/ 2147483647 h 23"/>
                <a:gd name="T12" fmla="*/ 2147483647 w 38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23"/>
                <a:gd name="T23" fmla="*/ 38 w 38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23">
                  <a:moveTo>
                    <a:pt x="30" y="23"/>
                  </a:moveTo>
                  <a:lnTo>
                    <a:pt x="38" y="8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16"/>
                  </a:lnTo>
                  <a:lnTo>
                    <a:pt x="3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6" name="Freeform 326">
              <a:extLst>
                <a:ext uri="{FF2B5EF4-FFF2-40B4-BE49-F238E27FC236}">
                  <a16:creationId xmlns:a16="http://schemas.microsoft.com/office/drawing/2014/main" id="{7650A3F8-1D55-4268-7973-D2BA2164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727547"/>
              <a:ext cx="23813" cy="23813"/>
            </a:xfrm>
            <a:custGeom>
              <a:avLst/>
              <a:gdLst>
                <a:gd name="T0" fmla="*/ 2147483647 w 15"/>
                <a:gd name="T1" fmla="*/ 2147483647 h 15"/>
                <a:gd name="T2" fmla="*/ 2147483647 w 15"/>
                <a:gd name="T3" fmla="*/ 2147483647 h 15"/>
                <a:gd name="T4" fmla="*/ 0 w 15"/>
                <a:gd name="T5" fmla="*/ 2147483647 h 15"/>
                <a:gd name="T6" fmla="*/ 0 w 15"/>
                <a:gd name="T7" fmla="*/ 0 h 15"/>
                <a:gd name="T8" fmla="*/ 2147483647 w 15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5"/>
                <a:gd name="T17" fmla="*/ 15 w 1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5">
                  <a:moveTo>
                    <a:pt x="15" y="8"/>
                  </a:moveTo>
                  <a:lnTo>
                    <a:pt x="15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7" name="Freeform 327">
              <a:extLst>
                <a:ext uri="{FF2B5EF4-FFF2-40B4-BE49-F238E27FC236}">
                  <a16:creationId xmlns:a16="http://schemas.microsoft.com/office/drawing/2014/main" id="{746A08A3-238D-89B7-F9B0-8432B5B3C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691034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8"/>
                  </a:moveTo>
                  <a:lnTo>
                    <a:pt x="8" y="0"/>
                  </a:lnTo>
                  <a:lnTo>
                    <a:pt x="0" y="23"/>
                  </a:lnTo>
                  <a:lnTo>
                    <a:pt x="15" y="31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8" name="Rectangle 328">
              <a:extLst>
                <a:ext uri="{FF2B5EF4-FFF2-40B4-BE49-F238E27FC236}">
                  <a16:creationId xmlns:a16="http://schemas.microsoft.com/office/drawing/2014/main" id="{8E629647-244B-6A57-7F34-EE6EDD319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775" y="1302097"/>
              <a:ext cx="6778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SYSTEM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29" name="Freeform 329">
              <a:extLst>
                <a:ext uri="{FF2B5EF4-FFF2-40B4-BE49-F238E27FC236}">
                  <a16:creationId xmlns:a16="http://schemas.microsoft.com/office/drawing/2014/main" id="{265BCFBD-5C28-8444-ED77-D17B35A2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613" y="1205259"/>
              <a:ext cx="6583363" cy="4598988"/>
            </a:xfrm>
            <a:custGeom>
              <a:avLst/>
              <a:gdLst>
                <a:gd name="T0" fmla="*/ 2147483647 w 4147"/>
                <a:gd name="T1" fmla="*/ 2147483647 h 2897"/>
                <a:gd name="T2" fmla="*/ 2147483647 w 4147"/>
                <a:gd name="T3" fmla="*/ 2147483647 h 2897"/>
                <a:gd name="T4" fmla="*/ 2147483647 w 4147"/>
                <a:gd name="T5" fmla="*/ 2147483647 h 2897"/>
                <a:gd name="T6" fmla="*/ 2147483647 w 4147"/>
                <a:gd name="T7" fmla="*/ 2147483647 h 2897"/>
                <a:gd name="T8" fmla="*/ 2147483647 w 4147"/>
                <a:gd name="T9" fmla="*/ 2147483647 h 2897"/>
                <a:gd name="T10" fmla="*/ 2147483647 w 4147"/>
                <a:gd name="T11" fmla="*/ 2147483647 h 2897"/>
                <a:gd name="T12" fmla="*/ 2147483647 w 4147"/>
                <a:gd name="T13" fmla="*/ 2147483647 h 2897"/>
                <a:gd name="T14" fmla="*/ 2147483647 w 4147"/>
                <a:gd name="T15" fmla="*/ 2147483647 h 2897"/>
                <a:gd name="T16" fmla="*/ 2147483647 w 4147"/>
                <a:gd name="T17" fmla="*/ 2147483647 h 2897"/>
                <a:gd name="T18" fmla="*/ 2147483647 w 4147"/>
                <a:gd name="T19" fmla="*/ 2147483647 h 2897"/>
                <a:gd name="T20" fmla="*/ 2147483647 w 4147"/>
                <a:gd name="T21" fmla="*/ 2147483647 h 2897"/>
                <a:gd name="T22" fmla="*/ 2147483647 w 4147"/>
                <a:gd name="T23" fmla="*/ 2147483647 h 2897"/>
                <a:gd name="T24" fmla="*/ 2147483647 w 4147"/>
                <a:gd name="T25" fmla="*/ 2147483647 h 2897"/>
                <a:gd name="T26" fmla="*/ 2147483647 w 4147"/>
                <a:gd name="T27" fmla="*/ 2147483647 h 2897"/>
                <a:gd name="T28" fmla="*/ 2147483647 w 4147"/>
                <a:gd name="T29" fmla="*/ 2147483647 h 2897"/>
                <a:gd name="T30" fmla="*/ 2147483647 w 4147"/>
                <a:gd name="T31" fmla="*/ 2147483647 h 2897"/>
                <a:gd name="T32" fmla="*/ 2147483647 w 4147"/>
                <a:gd name="T33" fmla="*/ 2147483647 h 2897"/>
                <a:gd name="T34" fmla="*/ 2147483647 w 4147"/>
                <a:gd name="T35" fmla="*/ 2147483647 h 2897"/>
                <a:gd name="T36" fmla="*/ 2147483647 w 4147"/>
                <a:gd name="T37" fmla="*/ 2147483647 h 2897"/>
                <a:gd name="T38" fmla="*/ 2147483647 w 4147"/>
                <a:gd name="T39" fmla="*/ 2147483647 h 2897"/>
                <a:gd name="T40" fmla="*/ 2147483647 w 4147"/>
                <a:gd name="T41" fmla="*/ 2147483647 h 2897"/>
                <a:gd name="T42" fmla="*/ 2147483647 w 4147"/>
                <a:gd name="T43" fmla="*/ 2147483647 h 2897"/>
                <a:gd name="T44" fmla="*/ 2147483647 w 4147"/>
                <a:gd name="T45" fmla="*/ 2147483647 h 2897"/>
                <a:gd name="T46" fmla="*/ 2147483647 w 4147"/>
                <a:gd name="T47" fmla="*/ 2147483647 h 2897"/>
                <a:gd name="T48" fmla="*/ 2147483647 w 4147"/>
                <a:gd name="T49" fmla="*/ 0 h 2897"/>
                <a:gd name="T50" fmla="*/ 2147483647 w 4147"/>
                <a:gd name="T51" fmla="*/ 0 h 2897"/>
                <a:gd name="T52" fmla="*/ 2147483647 w 4147"/>
                <a:gd name="T53" fmla="*/ 2147483647 h 2897"/>
                <a:gd name="T54" fmla="*/ 2147483647 w 4147"/>
                <a:gd name="T55" fmla="*/ 2147483647 h 2897"/>
                <a:gd name="T56" fmla="*/ 2147483647 w 4147"/>
                <a:gd name="T57" fmla="*/ 2147483647 h 2897"/>
                <a:gd name="T58" fmla="*/ 2147483647 w 4147"/>
                <a:gd name="T59" fmla="*/ 2147483647 h 2897"/>
                <a:gd name="T60" fmla="*/ 2147483647 w 4147"/>
                <a:gd name="T61" fmla="*/ 2147483647 h 2897"/>
                <a:gd name="T62" fmla="*/ 2147483647 w 4147"/>
                <a:gd name="T63" fmla="*/ 2147483647 h 2897"/>
                <a:gd name="T64" fmla="*/ 2147483647 w 4147"/>
                <a:gd name="T65" fmla="*/ 2147483647 h 2897"/>
                <a:gd name="T66" fmla="*/ 2147483647 w 4147"/>
                <a:gd name="T67" fmla="*/ 2147483647 h 2897"/>
                <a:gd name="T68" fmla="*/ 2147483647 w 4147"/>
                <a:gd name="T69" fmla="*/ 2147483647 h 2897"/>
                <a:gd name="T70" fmla="*/ 2147483647 w 4147"/>
                <a:gd name="T71" fmla="*/ 2147483647 h 2897"/>
                <a:gd name="T72" fmla="*/ 2147483647 w 4147"/>
                <a:gd name="T73" fmla="*/ 2147483647 h 2897"/>
                <a:gd name="T74" fmla="*/ 2147483647 w 4147"/>
                <a:gd name="T75" fmla="*/ 2147483647 h 2897"/>
                <a:gd name="T76" fmla="*/ 2147483647 w 4147"/>
                <a:gd name="T77" fmla="*/ 2147483647 h 2897"/>
                <a:gd name="T78" fmla="*/ 2147483647 w 4147"/>
                <a:gd name="T79" fmla="*/ 2147483647 h 2897"/>
                <a:gd name="T80" fmla="*/ 2147483647 w 4147"/>
                <a:gd name="T81" fmla="*/ 2147483647 h 2897"/>
                <a:gd name="T82" fmla="*/ 0 w 4147"/>
                <a:gd name="T83" fmla="*/ 2147483647 h 2897"/>
                <a:gd name="T84" fmla="*/ 0 w 4147"/>
                <a:gd name="T85" fmla="*/ 2147483647 h 2897"/>
                <a:gd name="T86" fmla="*/ 0 w 4147"/>
                <a:gd name="T87" fmla="*/ 2147483647 h 2897"/>
                <a:gd name="T88" fmla="*/ 2147483647 w 4147"/>
                <a:gd name="T89" fmla="*/ 2147483647 h 2897"/>
                <a:gd name="T90" fmla="*/ 2147483647 w 4147"/>
                <a:gd name="T91" fmla="*/ 2147483647 h 2897"/>
                <a:gd name="T92" fmla="*/ 2147483647 w 4147"/>
                <a:gd name="T93" fmla="*/ 2147483647 h 2897"/>
                <a:gd name="T94" fmla="*/ 2147483647 w 4147"/>
                <a:gd name="T95" fmla="*/ 0 h 289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47"/>
                <a:gd name="T145" fmla="*/ 0 h 2897"/>
                <a:gd name="T146" fmla="*/ 4147 w 4147"/>
                <a:gd name="T147" fmla="*/ 2897 h 289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47" h="2897">
                  <a:moveTo>
                    <a:pt x="145" y="16"/>
                  </a:moveTo>
                  <a:lnTo>
                    <a:pt x="91" y="23"/>
                  </a:lnTo>
                  <a:lnTo>
                    <a:pt x="99" y="23"/>
                  </a:lnTo>
                  <a:lnTo>
                    <a:pt x="53" y="54"/>
                  </a:lnTo>
                  <a:lnTo>
                    <a:pt x="23" y="92"/>
                  </a:lnTo>
                  <a:lnTo>
                    <a:pt x="23" y="84"/>
                  </a:lnTo>
                  <a:lnTo>
                    <a:pt x="15" y="145"/>
                  </a:lnTo>
                  <a:lnTo>
                    <a:pt x="15" y="1445"/>
                  </a:lnTo>
                  <a:lnTo>
                    <a:pt x="15" y="2752"/>
                  </a:lnTo>
                  <a:lnTo>
                    <a:pt x="23" y="2805"/>
                  </a:lnTo>
                  <a:lnTo>
                    <a:pt x="53" y="2851"/>
                  </a:lnTo>
                  <a:lnTo>
                    <a:pt x="53" y="2844"/>
                  </a:lnTo>
                  <a:lnTo>
                    <a:pt x="99" y="2874"/>
                  </a:lnTo>
                  <a:lnTo>
                    <a:pt x="91" y="2874"/>
                  </a:lnTo>
                  <a:lnTo>
                    <a:pt x="145" y="2882"/>
                  </a:lnTo>
                  <a:lnTo>
                    <a:pt x="2073" y="2882"/>
                  </a:lnTo>
                  <a:lnTo>
                    <a:pt x="4002" y="2882"/>
                  </a:lnTo>
                  <a:lnTo>
                    <a:pt x="4055" y="2874"/>
                  </a:lnTo>
                  <a:lnTo>
                    <a:pt x="4101" y="2844"/>
                  </a:lnTo>
                  <a:lnTo>
                    <a:pt x="4094" y="2851"/>
                  </a:lnTo>
                  <a:lnTo>
                    <a:pt x="4124" y="2805"/>
                  </a:lnTo>
                  <a:lnTo>
                    <a:pt x="4132" y="2752"/>
                  </a:lnTo>
                  <a:lnTo>
                    <a:pt x="4132" y="1445"/>
                  </a:lnTo>
                  <a:lnTo>
                    <a:pt x="4132" y="145"/>
                  </a:lnTo>
                  <a:lnTo>
                    <a:pt x="4124" y="84"/>
                  </a:lnTo>
                  <a:lnTo>
                    <a:pt x="4124" y="92"/>
                  </a:lnTo>
                  <a:lnTo>
                    <a:pt x="4094" y="54"/>
                  </a:lnTo>
                  <a:lnTo>
                    <a:pt x="4101" y="54"/>
                  </a:lnTo>
                  <a:lnTo>
                    <a:pt x="4055" y="23"/>
                  </a:lnTo>
                  <a:lnTo>
                    <a:pt x="4002" y="16"/>
                  </a:lnTo>
                  <a:lnTo>
                    <a:pt x="2073" y="16"/>
                  </a:lnTo>
                  <a:lnTo>
                    <a:pt x="145" y="16"/>
                  </a:lnTo>
                  <a:lnTo>
                    <a:pt x="145" y="0"/>
                  </a:lnTo>
                  <a:lnTo>
                    <a:pt x="2073" y="0"/>
                  </a:lnTo>
                  <a:lnTo>
                    <a:pt x="4002" y="0"/>
                  </a:lnTo>
                  <a:lnTo>
                    <a:pt x="4055" y="8"/>
                  </a:lnTo>
                  <a:lnTo>
                    <a:pt x="4063" y="8"/>
                  </a:lnTo>
                  <a:lnTo>
                    <a:pt x="4109" y="38"/>
                  </a:lnTo>
                  <a:lnTo>
                    <a:pt x="4109" y="46"/>
                  </a:lnTo>
                  <a:lnTo>
                    <a:pt x="4139" y="84"/>
                  </a:lnTo>
                  <a:lnTo>
                    <a:pt x="4147" y="145"/>
                  </a:lnTo>
                  <a:lnTo>
                    <a:pt x="4147" y="1445"/>
                  </a:lnTo>
                  <a:lnTo>
                    <a:pt x="4147" y="2752"/>
                  </a:lnTo>
                  <a:lnTo>
                    <a:pt x="4139" y="2805"/>
                  </a:lnTo>
                  <a:lnTo>
                    <a:pt x="4139" y="2813"/>
                  </a:lnTo>
                  <a:lnTo>
                    <a:pt x="4109" y="2859"/>
                  </a:lnTo>
                  <a:lnTo>
                    <a:pt x="4063" y="2889"/>
                  </a:lnTo>
                  <a:lnTo>
                    <a:pt x="4055" y="2889"/>
                  </a:lnTo>
                  <a:lnTo>
                    <a:pt x="4002" y="2897"/>
                  </a:lnTo>
                  <a:lnTo>
                    <a:pt x="2073" y="2897"/>
                  </a:lnTo>
                  <a:lnTo>
                    <a:pt x="145" y="2897"/>
                  </a:lnTo>
                  <a:lnTo>
                    <a:pt x="91" y="2889"/>
                  </a:lnTo>
                  <a:lnTo>
                    <a:pt x="46" y="2859"/>
                  </a:lnTo>
                  <a:lnTo>
                    <a:pt x="38" y="2859"/>
                  </a:lnTo>
                  <a:lnTo>
                    <a:pt x="7" y="2813"/>
                  </a:lnTo>
                  <a:lnTo>
                    <a:pt x="7" y="2805"/>
                  </a:lnTo>
                  <a:lnTo>
                    <a:pt x="0" y="2752"/>
                  </a:lnTo>
                  <a:lnTo>
                    <a:pt x="0" y="1445"/>
                  </a:lnTo>
                  <a:lnTo>
                    <a:pt x="0" y="145"/>
                  </a:lnTo>
                  <a:lnTo>
                    <a:pt x="7" y="84"/>
                  </a:lnTo>
                  <a:lnTo>
                    <a:pt x="38" y="46"/>
                  </a:lnTo>
                  <a:lnTo>
                    <a:pt x="46" y="38"/>
                  </a:lnTo>
                  <a:lnTo>
                    <a:pt x="91" y="8"/>
                  </a:lnTo>
                  <a:lnTo>
                    <a:pt x="145" y="0"/>
                  </a:lnTo>
                  <a:lnTo>
                    <a:pt x="145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0" name="Freeform 330">
              <a:extLst>
                <a:ext uri="{FF2B5EF4-FFF2-40B4-BE49-F238E27FC236}">
                  <a16:creationId xmlns:a16="http://schemas.microsoft.com/office/drawing/2014/main" id="{72DF71ED-8FF9-7255-282E-1FC7AB83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1205259"/>
              <a:ext cx="1588" cy="25400"/>
            </a:xfrm>
            <a:custGeom>
              <a:avLst/>
              <a:gdLst>
                <a:gd name="T0" fmla="*/ 0 w 1"/>
                <a:gd name="T1" fmla="*/ 2147483647 h 16"/>
                <a:gd name="T2" fmla="*/ 0 w 1"/>
                <a:gd name="T3" fmla="*/ 2147483647 h 16"/>
                <a:gd name="T4" fmla="*/ 0 w 1"/>
                <a:gd name="T5" fmla="*/ 2147483647 h 16"/>
                <a:gd name="T6" fmla="*/ 0 w 1"/>
                <a:gd name="T7" fmla="*/ 0 h 16"/>
                <a:gd name="T8" fmla="*/ 0 w 1"/>
                <a:gd name="T9" fmla="*/ 0 h 16"/>
                <a:gd name="T10" fmla="*/ 0 w 1"/>
                <a:gd name="T11" fmla="*/ 0 h 16"/>
                <a:gd name="T12" fmla="*/ 0 w 1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16"/>
                <a:gd name="T23" fmla="*/ 1 w 1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16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1" name="Freeform 331">
              <a:extLst>
                <a:ext uri="{FF2B5EF4-FFF2-40B4-BE49-F238E27FC236}">
                  <a16:creationId xmlns:a16="http://schemas.microsoft.com/office/drawing/2014/main" id="{13DB462C-060A-5BC0-E485-A307F5C1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2321272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2" name="Freeform 332">
              <a:extLst>
                <a:ext uri="{FF2B5EF4-FFF2-40B4-BE49-F238E27FC236}">
                  <a16:creationId xmlns:a16="http://schemas.microsoft.com/office/drawing/2014/main" id="{E8BAE154-7DC1-262A-E199-9B661332B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3207097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3" name="Freeform 333">
              <a:extLst>
                <a:ext uri="{FF2B5EF4-FFF2-40B4-BE49-F238E27FC236}">
                  <a16:creationId xmlns:a16="http://schemas.microsoft.com/office/drawing/2014/main" id="{AAEE7744-D225-1069-FAEE-56637522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52425" cy="849313"/>
            </a:xfrm>
            <a:custGeom>
              <a:avLst/>
              <a:gdLst>
                <a:gd name="T0" fmla="*/ 0 w 222"/>
                <a:gd name="T1" fmla="*/ 0 h 535"/>
                <a:gd name="T2" fmla="*/ 0 w 222"/>
                <a:gd name="T3" fmla="*/ 2147483647 h 535"/>
                <a:gd name="T4" fmla="*/ 2147483647 w 222"/>
                <a:gd name="T5" fmla="*/ 2147483647 h 535"/>
                <a:gd name="T6" fmla="*/ 0 w 222"/>
                <a:gd name="T7" fmla="*/ 2147483647 h 535"/>
                <a:gd name="T8" fmla="*/ 0 w 222"/>
                <a:gd name="T9" fmla="*/ 2147483647 h 535"/>
                <a:gd name="T10" fmla="*/ 2147483647 w 222"/>
                <a:gd name="T11" fmla="*/ 2147483647 h 535"/>
                <a:gd name="T12" fmla="*/ 2147483647 w 222"/>
                <a:gd name="T13" fmla="*/ 2147483647 h 535"/>
                <a:gd name="T14" fmla="*/ 0 w 222"/>
                <a:gd name="T15" fmla="*/ 0 h 5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2"/>
                <a:gd name="T25" fmla="*/ 0 h 535"/>
                <a:gd name="T26" fmla="*/ 222 w 222"/>
                <a:gd name="T27" fmla="*/ 535 h 5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2" h="535">
                  <a:moveTo>
                    <a:pt x="0" y="0"/>
                  </a:moveTo>
                  <a:lnTo>
                    <a:pt x="0" y="199"/>
                  </a:lnTo>
                  <a:lnTo>
                    <a:pt x="115" y="268"/>
                  </a:lnTo>
                  <a:lnTo>
                    <a:pt x="0" y="336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4" name="Freeform 334">
              <a:extLst>
                <a:ext uri="{FF2B5EF4-FFF2-40B4-BE49-F238E27FC236}">
                  <a16:creationId xmlns:a16="http://schemas.microsoft.com/office/drawing/2014/main" id="{47759CDD-27F7-FC5F-B0FA-C5329F2E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63538" cy="873125"/>
            </a:xfrm>
            <a:custGeom>
              <a:avLst/>
              <a:gdLst>
                <a:gd name="T0" fmla="*/ 2147483647 w 229"/>
                <a:gd name="T1" fmla="*/ 0 h 550"/>
                <a:gd name="T2" fmla="*/ 2147483647 w 229"/>
                <a:gd name="T3" fmla="*/ 2147483647 h 550"/>
                <a:gd name="T4" fmla="*/ 0 w 229"/>
                <a:gd name="T5" fmla="*/ 2147483647 h 550"/>
                <a:gd name="T6" fmla="*/ 2147483647 w 229"/>
                <a:gd name="T7" fmla="*/ 2147483647 h 550"/>
                <a:gd name="T8" fmla="*/ 2147483647 w 229"/>
                <a:gd name="T9" fmla="*/ 2147483647 h 550"/>
                <a:gd name="T10" fmla="*/ 2147483647 w 229"/>
                <a:gd name="T11" fmla="*/ 2147483647 h 550"/>
                <a:gd name="T12" fmla="*/ 2147483647 w 229"/>
                <a:gd name="T13" fmla="*/ 2147483647 h 550"/>
                <a:gd name="T14" fmla="*/ 2147483647 w 229"/>
                <a:gd name="T15" fmla="*/ 2147483647 h 550"/>
                <a:gd name="T16" fmla="*/ 0 w 229"/>
                <a:gd name="T17" fmla="*/ 2147483647 h 550"/>
                <a:gd name="T18" fmla="*/ 2147483647 w 229"/>
                <a:gd name="T19" fmla="*/ 2147483647 h 550"/>
                <a:gd name="T20" fmla="*/ 2147483647 w 229"/>
                <a:gd name="T21" fmla="*/ 2147483647 h 550"/>
                <a:gd name="T22" fmla="*/ 2147483647 w 229"/>
                <a:gd name="T23" fmla="*/ 2147483647 h 550"/>
                <a:gd name="T24" fmla="*/ 0 w 229"/>
                <a:gd name="T25" fmla="*/ 2147483647 h 550"/>
                <a:gd name="T26" fmla="*/ 2147483647 w 229"/>
                <a:gd name="T27" fmla="*/ 2147483647 h 550"/>
                <a:gd name="T28" fmla="*/ 2147483647 w 229"/>
                <a:gd name="T29" fmla="*/ 2147483647 h 550"/>
                <a:gd name="T30" fmla="*/ 2147483647 w 229"/>
                <a:gd name="T31" fmla="*/ 2147483647 h 550"/>
                <a:gd name="T32" fmla="*/ 2147483647 w 229"/>
                <a:gd name="T33" fmla="*/ 2147483647 h 550"/>
                <a:gd name="T34" fmla="*/ 2147483647 w 229"/>
                <a:gd name="T35" fmla="*/ 2147483647 h 550"/>
                <a:gd name="T36" fmla="*/ 2147483647 w 229"/>
                <a:gd name="T37" fmla="*/ 2147483647 h 550"/>
                <a:gd name="T38" fmla="*/ 2147483647 w 229"/>
                <a:gd name="T39" fmla="*/ 2147483647 h 550"/>
                <a:gd name="T40" fmla="*/ 2147483647 w 229"/>
                <a:gd name="T41" fmla="*/ 2147483647 h 550"/>
                <a:gd name="T42" fmla="*/ 2147483647 w 229"/>
                <a:gd name="T43" fmla="*/ 2147483647 h 550"/>
                <a:gd name="T44" fmla="*/ 2147483647 w 229"/>
                <a:gd name="T45" fmla="*/ 2147483647 h 550"/>
                <a:gd name="T46" fmla="*/ 2147483647 w 229"/>
                <a:gd name="T47" fmla="*/ 2147483647 h 550"/>
                <a:gd name="T48" fmla="*/ 0 w 229"/>
                <a:gd name="T49" fmla="*/ 2147483647 h 550"/>
                <a:gd name="T50" fmla="*/ 0 w 229"/>
                <a:gd name="T51" fmla="*/ 2147483647 h 550"/>
                <a:gd name="T52" fmla="*/ 0 w 229"/>
                <a:gd name="T53" fmla="*/ 2147483647 h 550"/>
                <a:gd name="T54" fmla="*/ 0 w 229"/>
                <a:gd name="T55" fmla="*/ 2147483647 h 550"/>
                <a:gd name="T56" fmla="*/ 0 w 229"/>
                <a:gd name="T57" fmla="*/ 2147483647 h 550"/>
                <a:gd name="T58" fmla="*/ 2147483647 w 229"/>
                <a:gd name="T59" fmla="*/ 2147483647 h 550"/>
                <a:gd name="T60" fmla="*/ 2147483647 w 229"/>
                <a:gd name="T61" fmla="*/ 2147483647 h 550"/>
                <a:gd name="T62" fmla="*/ 2147483647 w 229"/>
                <a:gd name="T63" fmla="*/ 2147483647 h 550"/>
                <a:gd name="T64" fmla="*/ 0 w 229"/>
                <a:gd name="T65" fmla="*/ 2147483647 h 550"/>
                <a:gd name="T66" fmla="*/ 0 w 229"/>
                <a:gd name="T67" fmla="*/ 2147483647 h 550"/>
                <a:gd name="T68" fmla="*/ 0 w 229"/>
                <a:gd name="T69" fmla="*/ 2147483647 h 550"/>
                <a:gd name="T70" fmla="*/ 0 w 229"/>
                <a:gd name="T71" fmla="*/ 0 h 550"/>
                <a:gd name="T72" fmla="*/ 2147483647 w 229"/>
                <a:gd name="T73" fmla="*/ 0 h 5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550"/>
                <a:gd name="T113" fmla="*/ 229 w 229"/>
                <a:gd name="T114" fmla="*/ 550 h 5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550">
                  <a:moveTo>
                    <a:pt x="7" y="0"/>
                  </a:moveTo>
                  <a:lnTo>
                    <a:pt x="7" y="199"/>
                  </a:lnTo>
                  <a:lnTo>
                    <a:pt x="0" y="207"/>
                  </a:lnTo>
                  <a:lnTo>
                    <a:pt x="7" y="199"/>
                  </a:lnTo>
                  <a:lnTo>
                    <a:pt x="122" y="268"/>
                  </a:lnTo>
                  <a:lnTo>
                    <a:pt x="138" y="268"/>
                  </a:lnTo>
                  <a:lnTo>
                    <a:pt x="122" y="275"/>
                  </a:lnTo>
                  <a:lnTo>
                    <a:pt x="7" y="344"/>
                  </a:lnTo>
                  <a:lnTo>
                    <a:pt x="0" y="336"/>
                  </a:lnTo>
                  <a:lnTo>
                    <a:pt x="7" y="336"/>
                  </a:lnTo>
                  <a:lnTo>
                    <a:pt x="7" y="535"/>
                  </a:lnTo>
                  <a:lnTo>
                    <a:pt x="7" y="543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9" y="40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229" y="138"/>
                  </a:lnTo>
                  <a:lnTo>
                    <a:pt x="229" y="405"/>
                  </a:lnTo>
                  <a:lnTo>
                    <a:pt x="229" y="413"/>
                  </a:lnTo>
                  <a:lnTo>
                    <a:pt x="7" y="543"/>
                  </a:lnTo>
                  <a:lnTo>
                    <a:pt x="0" y="550"/>
                  </a:lnTo>
                  <a:lnTo>
                    <a:pt x="0" y="535"/>
                  </a:lnTo>
                  <a:lnTo>
                    <a:pt x="0" y="336"/>
                  </a:lnTo>
                  <a:lnTo>
                    <a:pt x="115" y="268"/>
                  </a:lnTo>
                  <a:lnTo>
                    <a:pt x="122" y="275"/>
                  </a:lnTo>
                  <a:lnTo>
                    <a:pt x="115" y="275"/>
                  </a:lnTo>
                  <a:lnTo>
                    <a:pt x="0" y="207"/>
                  </a:lnTo>
                  <a:lnTo>
                    <a:pt x="0" y="199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5" name="Freeform 335">
              <a:extLst>
                <a:ext uri="{FF2B5EF4-FFF2-40B4-BE49-F238E27FC236}">
                  <a16:creationId xmlns:a16="http://schemas.microsoft.com/office/drawing/2014/main" id="{4C850A51-8D8F-22DD-050B-2C0E7AA3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56209"/>
              <a:ext cx="363538" cy="241300"/>
            </a:xfrm>
            <a:custGeom>
              <a:avLst/>
              <a:gdLst>
                <a:gd name="T0" fmla="*/ 2147483647 w 229"/>
                <a:gd name="T1" fmla="*/ 2147483647 h 152"/>
                <a:gd name="T2" fmla="*/ 0 w 229"/>
                <a:gd name="T3" fmla="*/ 2147483647 h 152"/>
                <a:gd name="T4" fmla="*/ 0 w 229"/>
                <a:gd name="T5" fmla="*/ 2147483647 h 152"/>
                <a:gd name="T6" fmla="*/ 0 w 229"/>
                <a:gd name="T7" fmla="*/ 0 h 152"/>
                <a:gd name="T8" fmla="*/ 2147483647 w 229"/>
                <a:gd name="T9" fmla="*/ 2147483647 h 152"/>
                <a:gd name="T10" fmla="*/ 2147483647 w 229"/>
                <a:gd name="T11" fmla="*/ 2147483647 h 152"/>
                <a:gd name="T12" fmla="*/ 2147483647 w 229"/>
                <a:gd name="T13" fmla="*/ 2147483647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9"/>
                <a:gd name="T22" fmla="*/ 0 h 152"/>
                <a:gd name="T23" fmla="*/ 229 w 229"/>
                <a:gd name="T24" fmla="*/ 152 h 1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9" h="152">
                  <a:moveTo>
                    <a:pt x="222" y="152"/>
                  </a:moveTo>
                  <a:lnTo>
                    <a:pt x="0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7"/>
                  </a:lnTo>
                  <a:lnTo>
                    <a:pt x="229" y="145"/>
                  </a:lnTo>
                  <a:lnTo>
                    <a:pt x="222" y="15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6" name="Freeform 336">
              <a:extLst>
                <a:ext uri="{FF2B5EF4-FFF2-40B4-BE49-F238E27FC236}">
                  <a16:creationId xmlns:a16="http://schemas.microsoft.com/office/drawing/2014/main" id="{CA20E427-7780-D48A-C81A-B0D33D94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0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7" name="Freeform 337">
              <a:extLst>
                <a:ext uri="{FF2B5EF4-FFF2-40B4-BE49-F238E27FC236}">
                  <a16:creationId xmlns:a16="http://schemas.microsoft.com/office/drawing/2014/main" id="{E3E7DDB8-7514-61CF-5D9F-E534BCAF5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76859"/>
              <a:ext cx="11113" cy="23813"/>
            </a:xfrm>
            <a:custGeom>
              <a:avLst/>
              <a:gdLst>
                <a:gd name="T0" fmla="*/ 0 w 7"/>
                <a:gd name="T1" fmla="*/ 2147483647 h 15"/>
                <a:gd name="T2" fmla="*/ 0 w 7"/>
                <a:gd name="T3" fmla="*/ 0 h 15"/>
                <a:gd name="T4" fmla="*/ 2147483647 w 7"/>
                <a:gd name="T5" fmla="*/ 0 h 15"/>
                <a:gd name="T6" fmla="*/ 2147483647 w 7"/>
                <a:gd name="T7" fmla="*/ 0 h 15"/>
                <a:gd name="T8" fmla="*/ 2147483647 w 7"/>
                <a:gd name="T9" fmla="*/ 0 h 15"/>
                <a:gd name="T10" fmla="*/ 2147483647 w 7"/>
                <a:gd name="T11" fmla="*/ 2147483647 h 15"/>
                <a:gd name="T12" fmla="*/ 0 w 7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5"/>
                <a:gd name="T23" fmla="*/ 7 w 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5">
                  <a:moveTo>
                    <a:pt x="0" y="15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8" name="Freeform 338">
              <a:extLst>
                <a:ext uri="{FF2B5EF4-FFF2-40B4-BE49-F238E27FC236}">
                  <a16:creationId xmlns:a16="http://schemas.microsoft.com/office/drawing/2014/main" id="{30B79386-B3CC-5BD0-A23B-C08AD140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47625" cy="47625"/>
            </a:xfrm>
            <a:custGeom>
              <a:avLst/>
              <a:gdLst>
                <a:gd name="T0" fmla="*/ 0 w 30"/>
                <a:gd name="T1" fmla="*/ 2147483647 h 30"/>
                <a:gd name="T2" fmla="*/ 0 w 30"/>
                <a:gd name="T3" fmla="*/ 0 h 30"/>
                <a:gd name="T4" fmla="*/ 2147483647 w 30"/>
                <a:gd name="T5" fmla="*/ 2147483647 h 30"/>
                <a:gd name="T6" fmla="*/ 0 w 30"/>
                <a:gd name="T7" fmla="*/ 2147483647 h 30"/>
                <a:gd name="T8" fmla="*/ 0 w 30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0"/>
                <a:gd name="T17" fmla="*/ 30 w 3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0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9" name="Rectangle 339">
              <a:extLst>
                <a:ext uri="{FF2B5EF4-FFF2-40B4-BE49-F238E27FC236}">
                  <a16:creationId xmlns:a16="http://schemas.microsoft.com/office/drawing/2014/main" id="{15805FC2-8D74-ACC6-47E1-46C4B6ED3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2576859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0" name="Freeform 340">
              <a:extLst>
                <a:ext uri="{FF2B5EF4-FFF2-40B4-BE49-F238E27FC236}">
                  <a16:creationId xmlns:a16="http://schemas.microsoft.com/office/drawing/2014/main" id="{77E54854-85C5-9D76-5BA5-B18ADB85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1" name="Freeform 341">
              <a:extLst>
                <a:ext uri="{FF2B5EF4-FFF2-40B4-BE49-F238E27FC236}">
                  <a16:creationId xmlns:a16="http://schemas.microsoft.com/office/drawing/2014/main" id="{7E27B467-0552-C3E6-8A4D-6AEB60E44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207097"/>
              <a:ext cx="11113" cy="25400"/>
            </a:xfrm>
            <a:custGeom>
              <a:avLst/>
              <a:gdLst>
                <a:gd name="T0" fmla="*/ 0 w 7"/>
                <a:gd name="T1" fmla="*/ 2147483647 h 16"/>
                <a:gd name="T2" fmla="*/ 0 w 7"/>
                <a:gd name="T3" fmla="*/ 0 h 16"/>
                <a:gd name="T4" fmla="*/ 2147483647 w 7"/>
                <a:gd name="T5" fmla="*/ 0 h 16"/>
                <a:gd name="T6" fmla="*/ 2147483647 w 7"/>
                <a:gd name="T7" fmla="*/ 0 h 16"/>
                <a:gd name="T8" fmla="*/ 2147483647 w 7"/>
                <a:gd name="T9" fmla="*/ 0 h 16"/>
                <a:gd name="T10" fmla="*/ 2147483647 w 7"/>
                <a:gd name="T11" fmla="*/ 2147483647 h 16"/>
                <a:gd name="T12" fmla="*/ 0 w 7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6"/>
                <a:gd name="T23" fmla="*/ 7 w 7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6">
                  <a:moveTo>
                    <a:pt x="0" y="16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2" name="Freeform 342">
              <a:extLst>
                <a:ext uri="{FF2B5EF4-FFF2-40B4-BE49-F238E27FC236}">
                  <a16:creationId xmlns:a16="http://schemas.microsoft.com/office/drawing/2014/main" id="{A515C948-2C00-C8B8-3366-3707553C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47625" cy="49213"/>
            </a:xfrm>
            <a:custGeom>
              <a:avLst/>
              <a:gdLst>
                <a:gd name="T0" fmla="*/ 0 w 30"/>
                <a:gd name="T1" fmla="*/ 2147483647 h 31"/>
                <a:gd name="T2" fmla="*/ 0 w 30"/>
                <a:gd name="T3" fmla="*/ 0 h 31"/>
                <a:gd name="T4" fmla="*/ 2147483647 w 30"/>
                <a:gd name="T5" fmla="*/ 2147483647 h 31"/>
                <a:gd name="T6" fmla="*/ 0 w 30"/>
                <a:gd name="T7" fmla="*/ 2147483647 h 31"/>
                <a:gd name="T8" fmla="*/ 0 w 30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1"/>
                <a:gd name="T17" fmla="*/ 30 w 30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1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1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3" name="Rectangle 343">
              <a:extLst>
                <a:ext uri="{FF2B5EF4-FFF2-40B4-BE49-F238E27FC236}">
                  <a16:creationId xmlns:a16="http://schemas.microsoft.com/office/drawing/2014/main" id="{044A6873-35E6-E415-2C25-E701ED013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320709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4" name="Freeform 344">
              <a:extLst>
                <a:ext uri="{FF2B5EF4-FFF2-40B4-BE49-F238E27FC236}">
                  <a16:creationId xmlns:a16="http://schemas.microsoft.com/office/drawing/2014/main" id="{EB3E734C-F1CF-414D-E836-EE06E003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73025" cy="61913"/>
            </a:xfrm>
            <a:custGeom>
              <a:avLst/>
              <a:gdLst>
                <a:gd name="T0" fmla="*/ 0 w 46"/>
                <a:gd name="T1" fmla="*/ 2147483647 h 39"/>
                <a:gd name="T2" fmla="*/ 0 w 46"/>
                <a:gd name="T3" fmla="*/ 0 h 39"/>
                <a:gd name="T4" fmla="*/ 0 w 46"/>
                <a:gd name="T5" fmla="*/ 0 h 39"/>
                <a:gd name="T6" fmla="*/ 0 w 46"/>
                <a:gd name="T7" fmla="*/ 0 h 39"/>
                <a:gd name="T8" fmla="*/ 2147483647 w 46"/>
                <a:gd name="T9" fmla="*/ 2147483647 h 39"/>
                <a:gd name="T10" fmla="*/ 2147483647 w 46"/>
                <a:gd name="T11" fmla="*/ 2147483647 h 39"/>
                <a:gd name="T12" fmla="*/ 2147483647 w 46"/>
                <a:gd name="T13" fmla="*/ 2147483647 h 39"/>
                <a:gd name="T14" fmla="*/ 0 w 46"/>
                <a:gd name="T15" fmla="*/ 2147483647 h 39"/>
                <a:gd name="T16" fmla="*/ 0 w 46"/>
                <a:gd name="T17" fmla="*/ 2147483647 h 39"/>
                <a:gd name="T18" fmla="*/ 0 w 46"/>
                <a:gd name="T19" fmla="*/ 2147483647 h 39"/>
                <a:gd name="T20" fmla="*/ 0 w 46"/>
                <a:gd name="T21" fmla="*/ 2147483647 h 39"/>
                <a:gd name="T22" fmla="*/ 2147483647 w 46"/>
                <a:gd name="T23" fmla="*/ 2147483647 h 39"/>
                <a:gd name="T24" fmla="*/ 2147483647 w 46"/>
                <a:gd name="T25" fmla="*/ 2147483647 h 39"/>
                <a:gd name="T26" fmla="*/ 2147483647 w 46"/>
                <a:gd name="T27" fmla="*/ 2147483647 h 39"/>
                <a:gd name="T28" fmla="*/ 0 w 46"/>
                <a:gd name="T29" fmla="*/ 2147483647 h 39"/>
                <a:gd name="T30" fmla="*/ 0 w 46"/>
                <a:gd name="T31" fmla="*/ 0 h 39"/>
                <a:gd name="T32" fmla="*/ 2147483647 w 46"/>
                <a:gd name="T33" fmla="*/ 0 h 39"/>
                <a:gd name="T34" fmla="*/ 2147483647 w 46"/>
                <a:gd name="T35" fmla="*/ 2147483647 h 39"/>
                <a:gd name="T36" fmla="*/ 0 w 46"/>
                <a:gd name="T37" fmla="*/ 214748364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39"/>
                <a:gd name="T59" fmla="*/ 46 w 46"/>
                <a:gd name="T60" fmla="*/ 39 h 3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39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46" y="16"/>
                  </a:lnTo>
                  <a:lnTo>
                    <a:pt x="31" y="23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31" y="16"/>
                  </a:lnTo>
                  <a:lnTo>
                    <a:pt x="31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5" name="Freeform 345">
              <a:extLst>
                <a:ext uri="{FF2B5EF4-FFF2-40B4-BE49-F238E27FC236}">
                  <a16:creationId xmlns:a16="http://schemas.microsoft.com/office/drawing/2014/main" id="{039C93D9-BB38-DC41-3C10-3FE3C1D3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92772"/>
              <a:ext cx="12700" cy="23813"/>
            </a:xfrm>
            <a:custGeom>
              <a:avLst/>
              <a:gdLst>
                <a:gd name="T0" fmla="*/ 0 w 8"/>
                <a:gd name="T1" fmla="*/ 2147483647 h 15"/>
                <a:gd name="T2" fmla="*/ 0 w 8"/>
                <a:gd name="T3" fmla="*/ 0 h 15"/>
                <a:gd name="T4" fmla="*/ 2147483647 w 8"/>
                <a:gd name="T5" fmla="*/ 0 h 15"/>
                <a:gd name="T6" fmla="*/ 2147483647 w 8"/>
                <a:gd name="T7" fmla="*/ 0 h 15"/>
                <a:gd name="T8" fmla="*/ 2147483647 w 8"/>
                <a:gd name="T9" fmla="*/ 0 h 15"/>
                <a:gd name="T10" fmla="*/ 2147483647 w 8"/>
                <a:gd name="T11" fmla="*/ 2147483647 h 15"/>
                <a:gd name="T12" fmla="*/ 0 w 8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5"/>
                <a:gd name="T23" fmla="*/ 8 w 8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5">
                  <a:moveTo>
                    <a:pt x="0" y="1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6" name="Freeform 346">
              <a:extLst>
                <a:ext uri="{FF2B5EF4-FFF2-40B4-BE49-F238E27FC236}">
                  <a16:creationId xmlns:a16="http://schemas.microsoft.com/office/drawing/2014/main" id="{4EE79B5F-2C68-51AC-0E4F-C904E49D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49213" cy="49213"/>
            </a:xfrm>
            <a:custGeom>
              <a:avLst/>
              <a:gdLst>
                <a:gd name="T0" fmla="*/ 0 w 31"/>
                <a:gd name="T1" fmla="*/ 2147483647 h 31"/>
                <a:gd name="T2" fmla="*/ 0 w 31"/>
                <a:gd name="T3" fmla="*/ 0 h 31"/>
                <a:gd name="T4" fmla="*/ 2147483647 w 31"/>
                <a:gd name="T5" fmla="*/ 2147483647 h 31"/>
                <a:gd name="T6" fmla="*/ 0 w 31"/>
                <a:gd name="T7" fmla="*/ 2147483647 h 31"/>
                <a:gd name="T8" fmla="*/ 0 w 31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31"/>
                <a:gd name="T17" fmla="*/ 31 w 31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31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0" y="31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7" name="Rectangle 347">
              <a:extLst>
                <a:ext uri="{FF2B5EF4-FFF2-40B4-BE49-F238E27FC236}">
                  <a16:creationId xmlns:a16="http://schemas.microsoft.com/office/drawing/2014/main" id="{CBAF4727-11AF-7C8C-03C1-4BC874D88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59422"/>
              <a:ext cx="936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+</a:t>
              </a: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8" name="Rectangle 348">
              <a:extLst>
                <a:ext uri="{FF2B5EF4-FFF2-40B4-BE49-F238E27FC236}">
                  <a16:creationId xmlns:a16="http://schemas.microsoft.com/office/drawing/2014/main" id="{7EFA0EAD-763C-E65C-B36F-6D6558B08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150" y="2897534"/>
              <a:ext cx="12065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59538" name="日期占位符 3">
            <a:extLst>
              <a:ext uri="{FF2B5EF4-FFF2-40B4-BE49-F238E27FC236}">
                <a16:creationId xmlns:a16="http://schemas.microsoft.com/office/drawing/2014/main" id="{5EC5F64D-898D-3D7C-630C-24720A34988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075F4E6-EFAE-4529-9764-E1FD4B9A31F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9539" name="灯片编号占位符 5">
            <a:extLst>
              <a:ext uri="{FF2B5EF4-FFF2-40B4-BE49-F238E27FC236}">
                <a16:creationId xmlns:a16="http://schemas.microsoft.com/office/drawing/2014/main" id="{758A1F73-D713-BC85-8B46-2F636AF28FA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B30F7175-CADA-4439-880F-B51CB27A4124}" type="slidenum">
              <a:rPr lang="zh-CN" altLang="en-US" sz="1100"/>
              <a:pPr/>
              <a:t>171</a:t>
            </a:fld>
            <a:endParaRPr lang="zh-CN" altLang="en-US" sz="1100"/>
          </a:p>
        </p:txBody>
      </p:sp>
      <p:pic>
        <p:nvPicPr>
          <p:cNvPr id="355" name="Picture 4">
            <a:extLst>
              <a:ext uri="{FF2B5EF4-FFF2-40B4-BE49-F238E27FC236}">
                <a16:creationId xmlns:a16="http://schemas.microsoft.com/office/drawing/2014/main" id="{34A5B868-5B08-1355-0A8A-73BB8C6CD1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060575"/>
            <a:ext cx="1871663" cy="169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58370" name="Object 3">
            <a:extLst>
              <a:ext uri="{FF2B5EF4-FFF2-40B4-BE49-F238E27FC236}">
                <a16:creationId xmlns:a16="http://schemas.microsoft.com/office/drawing/2014/main" id="{BE35FE31-FEAE-13E0-C7D5-AD6A177E91F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693025" y="3213100"/>
          <a:ext cx="1343025" cy="863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11" imgW="2059229" imgH="905561" progId="Visio.Drawing.6">
                  <p:embed/>
                </p:oleObj>
              </mc:Choice>
              <mc:Fallback>
                <p:oleObj name="Visio" r:id="rId11" imgW="2059229" imgH="905561" progId="Visio.Drawing.6">
                  <p:embed/>
                  <p:pic>
                    <p:nvPicPr>
                      <p:cNvPr id="58370" name="Object 3">
                        <a:extLst>
                          <a:ext uri="{FF2B5EF4-FFF2-40B4-BE49-F238E27FC236}">
                            <a16:creationId xmlns:a16="http://schemas.microsoft.com/office/drawing/2014/main" id="{BE35FE31-FEAE-13E0-C7D5-AD6A177E91F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93025" y="3213100"/>
                        <a:ext cx="1343025" cy="863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8" name="Picture 4">
            <a:extLst>
              <a:ext uri="{FF2B5EF4-FFF2-40B4-BE49-F238E27FC236}">
                <a16:creationId xmlns:a16="http://schemas.microsoft.com/office/drawing/2014/main" id="{6CB5FE87-7ED9-19C4-3845-8CE0B63FDA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5263"/>
            <a:ext cx="2779713" cy="172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6" name="TextBox 355">
            <a:extLst>
              <a:ext uri="{FF2B5EF4-FFF2-40B4-BE49-F238E27FC236}">
                <a16:creationId xmlns:a16="http://schemas.microsoft.com/office/drawing/2014/main" id="{567FDFCE-A8B0-09D5-A904-81B8A67313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977900"/>
            <a:ext cx="10937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Chap1.2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BDDE9289-8359-BF85-D435-BDBA32D50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1347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Chap1.3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6130771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68EE8B-CBA3-F9BF-D318-1A2B233181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extLst>
              <a:ext uri="{FF2B5EF4-FFF2-40B4-BE49-F238E27FC236}">
                <a16:creationId xmlns:a16="http://schemas.microsoft.com/office/drawing/2014/main" id="{6170890E-DA8B-9425-5D98-492C6D4E3E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2000" y="188913"/>
            <a:ext cx="8058150" cy="577850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r>
              <a:rPr lang="en-US" altLang="zh-CN" dirty="0"/>
              <a:t>Hierarchy for IC design </a:t>
            </a:r>
            <a:endParaRPr lang="zh-CN" altLang="en-US" dirty="0"/>
          </a:p>
        </p:txBody>
      </p:sp>
      <p:sp>
        <p:nvSpPr>
          <p:cNvPr id="77828" name="Rectangle 3">
            <a:extLst>
              <a:ext uri="{FF2B5EF4-FFF2-40B4-BE49-F238E27FC236}">
                <a16:creationId xmlns:a16="http://schemas.microsoft.com/office/drawing/2014/main" id="{E1CB5903-C2D3-F5AF-4AEA-A1804D68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37175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29" name="Rectangle 4">
            <a:extLst>
              <a:ext uri="{FF2B5EF4-FFF2-40B4-BE49-F238E27FC236}">
                <a16:creationId xmlns:a16="http://schemas.microsoft.com/office/drawing/2014/main" id="{5E75D1A7-0405-C542-F191-F1A61A957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0" name="Rectangle 5">
            <a:extLst>
              <a:ext uri="{FF2B5EF4-FFF2-40B4-BE49-F238E27FC236}">
                <a16:creationId xmlns:a16="http://schemas.microsoft.com/office/drawing/2014/main" id="{CFA9AEBA-06BF-42E3-FC33-B98E017D0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288" y="55911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1" name="Rectangle 6">
            <a:extLst>
              <a:ext uri="{FF2B5EF4-FFF2-40B4-BE49-F238E27FC236}">
                <a16:creationId xmlns:a16="http://schemas.microsoft.com/office/drawing/2014/main" id="{E9DEAD67-9BA9-2F8C-25C6-ECD330B27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14938"/>
            <a:ext cx="11113" cy="1222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2" name="Rectangle 7">
            <a:extLst>
              <a:ext uri="{FF2B5EF4-FFF2-40B4-BE49-F238E27FC236}">
                <a16:creationId xmlns:a16="http://schemas.microsoft.com/office/drawing/2014/main" id="{35080919-D1D3-C557-503F-08C924ADE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50942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3" name="Rectangle 8">
            <a:extLst>
              <a:ext uri="{FF2B5EF4-FFF2-40B4-BE49-F238E27FC236}">
                <a16:creationId xmlns:a16="http://schemas.microsoft.com/office/drawing/2014/main" id="{66568D1A-209F-367C-4545-5E3AC20C8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2225" y="488791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4" name="Rectangle 9">
            <a:extLst>
              <a:ext uri="{FF2B5EF4-FFF2-40B4-BE49-F238E27FC236}">
                <a16:creationId xmlns:a16="http://schemas.microsoft.com/office/drawing/2014/main" id="{AC59C203-B640-04C1-24A3-D10C00B14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5" name="Rectangle 10">
            <a:extLst>
              <a:ext uri="{FF2B5EF4-FFF2-40B4-BE49-F238E27FC236}">
                <a16:creationId xmlns:a16="http://schemas.microsoft.com/office/drawing/2014/main" id="{F1391A5B-80D4-7F62-3399-FF818D119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2988" y="532447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6" name="Rectangle 11">
            <a:extLst>
              <a:ext uri="{FF2B5EF4-FFF2-40B4-BE49-F238E27FC236}">
                <a16:creationId xmlns:a16="http://schemas.microsoft.com/office/drawing/2014/main" id="{8540E1B5-3E71-C301-75D5-9A081AAD3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7" name="Freeform 12">
            <a:extLst>
              <a:ext uri="{FF2B5EF4-FFF2-40B4-BE49-F238E27FC236}">
                <a16:creationId xmlns:a16="http://schemas.microsoft.com/office/drawing/2014/main" id="{FB9A14E6-C34E-076C-CFBC-B0DD361A685F}"/>
              </a:ext>
            </a:extLst>
          </p:cNvPr>
          <p:cNvSpPr>
            <a:spLocks/>
          </p:cNvSpPr>
          <p:nvPr/>
        </p:nvSpPr>
        <p:spPr bwMode="auto">
          <a:xfrm>
            <a:off x="7259638" y="5081588"/>
            <a:ext cx="11112" cy="1587"/>
          </a:xfrm>
          <a:custGeom>
            <a:avLst/>
            <a:gdLst>
              <a:gd name="T0" fmla="*/ 0 w 7"/>
              <a:gd name="T1" fmla="*/ 0 h 1588"/>
              <a:gd name="T2" fmla="*/ 0 w 7"/>
              <a:gd name="T3" fmla="*/ 0 h 1588"/>
              <a:gd name="T4" fmla="*/ 0 w 7"/>
              <a:gd name="T5" fmla="*/ 0 h 1588"/>
              <a:gd name="T6" fmla="*/ 2147483647 w 7"/>
              <a:gd name="T7" fmla="*/ 0 h 1588"/>
              <a:gd name="T8" fmla="*/ 2147483647 w 7"/>
              <a:gd name="T9" fmla="*/ 0 h 1588"/>
              <a:gd name="T10" fmla="*/ 2147483647 w 7"/>
              <a:gd name="T11" fmla="*/ 0 h 1588"/>
              <a:gd name="T12" fmla="*/ 0 w 7"/>
              <a:gd name="T13" fmla="*/ 0 h 158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8"/>
              <a:gd name="T23" fmla="*/ 7 w 7"/>
              <a:gd name="T24" fmla="*/ 1588 h 158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8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8" name="Rectangle 13">
            <a:extLst>
              <a:ext uri="{FF2B5EF4-FFF2-40B4-BE49-F238E27FC236}">
                <a16:creationId xmlns:a16="http://schemas.microsoft.com/office/drawing/2014/main" id="{D1867D8E-01CE-FC95-7E2D-E856BE47C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1181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39" name="Rectangle 14">
            <a:extLst>
              <a:ext uri="{FF2B5EF4-FFF2-40B4-BE49-F238E27FC236}">
                <a16:creationId xmlns:a16="http://schemas.microsoft.com/office/drawing/2014/main" id="{1E48AFD1-3506-DB5B-CA67-73DC006D3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0" name="Rectangle 15">
            <a:extLst>
              <a:ext uri="{FF2B5EF4-FFF2-40B4-BE49-F238E27FC236}">
                <a16:creationId xmlns:a16="http://schemas.microsoft.com/office/drawing/2014/main" id="{B33A4E1E-CB68-50AB-BFF1-DB70B7C9C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514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1" name="Rectangle 16">
            <a:extLst>
              <a:ext uri="{FF2B5EF4-FFF2-40B4-BE49-F238E27FC236}">
                <a16:creationId xmlns:a16="http://schemas.microsoft.com/office/drawing/2014/main" id="{58115C8E-AD4E-3CDF-F0BF-6EF52D067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35488"/>
            <a:ext cx="12700" cy="3159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2" name="Rectangle 17">
            <a:extLst>
              <a:ext uri="{FF2B5EF4-FFF2-40B4-BE49-F238E27FC236}">
                <a16:creationId xmlns:a16="http://schemas.microsoft.com/office/drawing/2014/main" id="{3DE6172B-5E0E-D7A8-C9CA-BAA12A4B8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3" name="Rectangle 18">
            <a:extLst>
              <a:ext uri="{FF2B5EF4-FFF2-40B4-BE49-F238E27FC236}">
                <a16:creationId xmlns:a16="http://schemas.microsoft.com/office/drawing/2014/main" id="{5D506DBE-2B0D-72C5-43EE-D4A3D4B46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84700"/>
            <a:ext cx="12700" cy="2174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4" name="Rectangle 19">
            <a:extLst>
              <a:ext uri="{FF2B5EF4-FFF2-40B4-BE49-F238E27FC236}">
                <a16:creationId xmlns:a16="http://schemas.microsoft.com/office/drawing/2014/main" id="{03491EDB-FFBD-CA1A-179F-7D2DAD4F7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5" name="Rectangle 20">
            <a:extLst>
              <a:ext uri="{FF2B5EF4-FFF2-40B4-BE49-F238E27FC236}">
                <a16:creationId xmlns:a16="http://schemas.microsoft.com/office/drawing/2014/main" id="{92781932-E4B2-1135-2162-D4BE50DDA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847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6" name="Rectangle 21">
            <a:extLst>
              <a:ext uri="{FF2B5EF4-FFF2-40B4-BE49-F238E27FC236}">
                <a16:creationId xmlns:a16="http://schemas.microsoft.com/office/drawing/2014/main" id="{FCFD80FB-E74D-FB95-93CF-2E59C5A20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7" name="Rectangle 22">
            <a:extLst>
              <a:ext uri="{FF2B5EF4-FFF2-40B4-BE49-F238E27FC236}">
                <a16:creationId xmlns:a16="http://schemas.microsoft.com/office/drawing/2014/main" id="{7788C1D3-CE65-23A6-812C-2709E361C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75163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8" name="Rectangle 23">
            <a:extLst>
              <a:ext uri="{FF2B5EF4-FFF2-40B4-BE49-F238E27FC236}">
                <a16:creationId xmlns:a16="http://schemas.microsoft.com/office/drawing/2014/main" id="{C5CB3226-8D02-C349-D759-233378CA4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49" name="Rectangle 24">
            <a:extLst>
              <a:ext uri="{FF2B5EF4-FFF2-40B4-BE49-F238E27FC236}">
                <a16:creationId xmlns:a16="http://schemas.microsoft.com/office/drawing/2014/main" id="{B9D3DD62-ED0C-C932-E0CD-E9368D3A7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990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0" name="Rectangle 25">
            <a:extLst>
              <a:ext uri="{FF2B5EF4-FFF2-40B4-BE49-F238E27FC236}">
                <a16:creationId xmlns:a16="http://schemas.microsoft.com/office/drawing/2014/main" id="{2C963B09-93C4-DBE1-4BF5-005E1CC5C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02188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1" name="Rectangle 26">
            <a:extLst>
              <a:ext uri="{FF2B5EF4-FFF2-40B4-BE49-F238E27FC236}">
                <a16:creationId xmlns:a16="http://schemas.microsoft.com/office/drawing/2014/main" id="{D38752C2-792F-B0DA-860D-732954C31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802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2" name="Rectangle 27">
            <a:extLst>
              <a:ext uri="{FF2B5EF4-FFF2-40B4-BE49-F238E27FC236}">
                <a16:creationId xmlns:a16="http://schemas.microsoft.com/office/drawing/2014/main" id="{AE9D27C6-F212-1396-C3A6-10DBE5D618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3" name="Rectangle 28">
            <a:extLst>
              <a:ext uri="{FF2B5EF4-FFF2-40B4-BE49-F238E27FC236}">
                <a16:creationId xmlns:a16="http://schemas.microsoft.com/office/drawing/2014/main" id="{4C263BC0-C99E-DA46-7F3C-8E48A3BAB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053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4" name="Rectangle 29">
            <a:extLst>
              <a:ext uri="{FF2B5EF4-FFF2-40B4-BE49-F238E27FC236}">
                <a16:creationId xmlns:a16="http://schemas.microsoft.com/office/drawing/2014/main" id="{788AF206-EAEC-B6D3-DDD2-DCA480C68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5" name="Rectangle 30">
            <a:extLst>
              <a:ext uri="{FF2B5EF4-FFF2-40B4-BE49-F238E27FC236}">
                <a16:creationId xmlns:a16="http://schemas.microsoft.com/office/drawing/2014/main" id="{C7E12353-B2C8-7081-0C77-31A4727E9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2560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6" name="Rectangle 31">
            <a:extLst>
              <a:ext uri="{FF2B5EF4-FFF2-40B4-BE49-F238E27FC236}">
                <a16:creationId xmlns:a16="http://schemas.microsoft.com/office/drawing/2014/main" id="{20FDF134-EBEC-77C2-7ACD-4871C5CD0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41763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7" name="Rectangle 32">
            <a:extLst>
              <a:ext uri="{FF2B5EF4-FFF2-40B4-BE49-F238E27FC236}">
                <a16:creationId xmlns:a16="http://schemas.microsoft.com/office/drawing/2014/main" id="{585FA960-709B-CF8C-81BC-4108786B2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587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8" name="Rectangle 33">
            <a:extLst>
              <a:ext uri="{FF2B5EF4-FFF2-40B4-BE49-F238E27FC236}">
                <a16:creationId xmlns:a16="http://schemas.microsoft.com/office/drawing/2014/main" id="{EEC4EDEE-2D7E-3F0D-335E-79D703D0D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9388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59" name="Rectangle 34">
            <a:extLst>
              <a:ext uri="{FF2B5EF4-FFF2-40B4-BE49-F238E27FC236}">
                <a16:creationId xmlns:a16="http://schemas.microsoft.com/office/drawing/2014/main" id="{D0D25475-4F8C-F398-26E3-E2B0E7352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0" name="Rectangle 35">
            <a:extLst>
              <a:ext uri="{FF2B5EF4-FFF2-40B4-BE49-F238E27FC236}">
                <a16:creationId xmlns:a16="http://schemas.microsoft.com/office/drawing/2014/main" id="{98A1D6AC-C5BF-88F4-1B50-E98A1EB80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89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1" name="Rectangle 36">
            <a:extLst>
              <a:ext uri="{FF2B5EF4-FFF2-40B4-BE49-F238E27FC236}">
                <a16:creationId xmlns:a16="http://schemas.microsoft.com/office/drawing/2014/main" id="{941ACF5C-1CEF-E8E2-8829-3BA822FBA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2" name="Rectangle 37">
            <a:extLst>
              <a:ext uri="{FF2B5EF4-FFF2-40B4-BE49-F238E27FC236}">
                <a16:creationId xmlns:a16="http://schemas.microsoft.com/office/drawing/2014/main" id="{9B573847-A02F-F769-D177-E0B92518C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879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3" name="Rectangle 38">
            <a:extLst>
              <a:ext uri="{FF2B5EF4-FFF2-40B4-BE49-F238E27FC236}">
                <a16:creationId xmlns:a16="http://schemas.microsoft.com/office/drawing/2014/main" id="{C907FD70-A5CC-CB46-F8AF-BFE218E5A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4" name="Rectangle 39">
            <a:extLst>
              <a:ext uri="{FF2B5EF4-FFF2-40B4-BE49-F238E27FC236}">
                <a16:creationId xmlns:a16="http://schemas.microsoft.com/office/drawing/2014/main" id="{82A3A1C6-B361-BE33-3899-60D3C8AA5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053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5" name="Rectangle 40">
            <a:extLst>
              <a:ext uri="{FF2B5EF4-FFF2-40B4-BE49-F238E27FC236}">
                <a16:creationId xmlns:a16="http://schemas.microsoft.com/office/drawing/2014/main" id="{7E953760-D71A-8D89-3658-D6D767FA9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08463"/>
            <a:ext cx="11112" cy="968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6" name="Rectangle 41">
            <a:extLst>
              <a:ext uri="{FF2B5EF4-FFF2-40B4-BE49-F238E27FC236}">
                <a16:creationId xmlns:a16="http://schemas.microsoft.com/office/drawing/2014/main" id="{2AC07579-4A11-4A80-4674-4A2AAF179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1576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7" name="Rectangle 42">
            <a:extLst>
              <a:ext uri="{FF2B5EF4-FFF2-40B4-BE49-F238E27FC236}">
                <a16:creationId xmlns:a16="http://schemas.microsoft.com/office/drawing/2014/main" id="{47EFEC07-7667-3B2C-620C-CA32289D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8" name="Rectangle 43">
            <a:extLst>
              <a:ext uri="{FF2B5EF4-FFF2-40B4-BE49-F238E27FC236}">
                <a16:creationId xmlns:a16="http://schemas.microsoft.com/office/drawing/2014/main" id="{169BDA3C-DBF2-D30D-957A-BBE0DE3D9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750" y="40989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69" name="Rectangle 44">
            <a:extLst>
              <a:ext uri="{FF2B5EF4-FFF2-40B4-BE49-F238E27FC236}">
                <a16:creationId xmlns:a16="http://schemas.microsoft.com/office/drawing/2014/main" id="{BA22207B-0AB0-DB91-979C-E3C056B98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64502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0" name="Rectangle 45">
            <a:extLst>
              <a:ext uri="{FF2B5EF4-FFF2-40B4-BE49-F238E27FC236}">
                <a16:creationId xmlns:a16="http://schemas.microsoft.com/office/drawing/2014/main" id="{CF4E25C6-882B-10A9-3FD8-D3B2A290A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354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1" name="Rectangle 46">
            <a:extLst>
              <a:ext uri="{FF2B5EF4-FFF2-40B4-BE49-F238E27FC236}">
                <a16:creationId xmlns:a16="http://schemas.microsoft.com/office/drawing/2014/main" id="{77C940CB-73A3-59FE-3990-9026ACC80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354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2" name="Rectangle 47">
            <a:extLst>
              <a:ext uri="{FF2B5EF4-FFF2-40B4-BE49-F238E27FC236}">
                <a16:creationId xmlns:a16="http://schemas.microsoft.com/office/drawing/2014/main" id="{3A16B50F-0859-4605-827D-03DC485BF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40213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3" name="Rectangle 48">
            <a:extLst>
              <a:ext uri="{FF2B5EF4-FFF2-40B4-BE49-F238E27FC236}">
                <a16:creationId xmlns:a16="http://schemas.microsoft.com/office/drawing/2014/main" id="{274DA580-A1E3-4164-208D-AC77A895D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116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4" name="Rectangle 49">
            <a:extLst>
              <a:ext uri="{FF2B5EF4-FFF2-40B4-BE49-F238E27FC236}">
                <a16:creationId xmlns:a16="http://schemas.microsoft.com/office/drawing/2014/main" id="{9E1A9FF0-6BCE-AD73-2CA5-F16D8A5D8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5116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5" name="Rectangle 50">
            <a:extLst>
              <a:ext uri="{FF2B5EF4-FFF2-40B4-BE49-F238E27FC236}">
                <a16:creationId xmlns:a16="http://schemas.microsoft.com/office/drawing/2014/main" id="{D247CAB5-EE68-672D-85F5-E4D60FDC1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6" name="Rectangle 51">
            <a:extLst>
              <a:ext uri="{FF2B5EF4-FFF2-40B4-BE49-F238E27FC236}">
                <a16:creationId xmlns:a16="http://schemas.microsoft.com/office/drawing/2014/main" id="{C0FD0C13-92EC-6C87-6B5D-DEC5676F5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81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7" name="Rectangle 52">
            <a:extLst>
              <a:ext uri="{FF2B5EF4-FFF2-40B4-BE49-F238E27FC236}">
                <a16:creationId xmlns:a16="http://schemas.microsoft.com/office/drawing/2014/main" id="{C9CD54D4-1126-3CF5-8DDD-AF928DE65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8" name="Rectangle 53">
            <a:extLst>
              <a:ext uri="{FF2B5EF4-FFF2-40B4-BE49-F238E27FC236}">
                <a16:creationId xmlns:a16="http://schemas.microsoft.com/office/drawing/2014/main" id="{78B6AC52-918C-77D2-6BD3-5BF62548D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49897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79" name="Rectangle 54">
            <a:extLst>
              <a:ext uri="{FF2B5EF4-FFF2-40B4-BE49-F238E27FC236}">
                <a16:creationId xmlns:a16="http://schemas.microsoft.com/office/drawing/2014/main" id="{8019A8E3-CF3D-9F58-50F5-EDE7EAE3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92600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0" name="Rectangle 55">
            <a:extLst>
              <a:ext uri="{FF2B5EF4-FFF2-40B4-BE49-F238E27FC236}">
                <a16:creationId xmlns:a16="http://schemas.microsoft.com/office/drawing/2014/main" id="{5BE70FBE-D0F5-95A7-5010-F1A00E2A6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638" y="47053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1" name="Rectangle 56">
            <a:extLst>
              <a:ext uri="{FF2B5EF4-FFF2-40B4-BE49-F238E27FC236}">
                <a16:creationId xmlns:a16="http://schemas.microsoft.com/office/drawing/2014/main" id="{27D0797A-F2F6-668E-352F-0AC5F880F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098925"/>
            <a:ext cx="11112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2" name="Rectangle 57">
            <a:extLst>
              <a:ext uri="{FF2B5EF4-FFF2-40B4-BE49-F238E27FC236}">
                <a16:creationId xmlns:a16="http://schemas.microsoft.com/office/drawing/2014/main" id="{38B70163-F316-AF5E-B19A-BF73609CB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050" y="44021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3" name="Rectangle 58">
            <a:extLst>
              <a:ext uri="{FF2B5EF4-FFF2-40B4-BE49-F238E27FC236}">
                <a16:creationId xmlns:a16="http://schemas.microsoft.com/office/drawing/2014/main" id="{D9D493EE-AAC0-28BD-9354-E69961D9A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5313" y="44021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4" name="Rectangle 59">
            <a:extLst>
              <a:ext uri="{FF2B5EF4-FFF2-40B4-BE49-F238E27FC236}">
                <a16:creationId xmlns:a16="http://schemas.microsoft.com/office/drawing/2014/main" id="{42B8D9B9-11F5-797C-FDC8-410813B24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013" y="387985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5" name="Rectangle 60">
            <a:extLst>
              <a:ext uri="{FF2B5EF4-FFF2-40B4-BE49-F238E27FC236}">
                <a16:creationId xmlns:a16="http://schemas.microsoft.com/office/drawing/2014/main" id="{477053AB-9D1B-D584-F356-04192B0C1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175" y="38798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6" name="Rectangle 61">
            <a:extLst>
              <a:ext uri="{FF2B5EF4-FFF2-40B4-BE49-F238E27FC236}">
                <a16:creationId xmlns:a16="http://schemas.microsoft.com/office/drawing/2014/main" id="{3118E12E-D0D1-9655-1874-E5303E0DC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7" name="Rectangle 62">
            <a:extLst>
              <a:ext uri="{FF2B5EF4-FFF2-40B4-BE49-F238E27FC236}">
                <a16:creationId xmlns:a16="http://schemas.microsoft.com/office/drawing/2014/main" id="{D4763C5F-9EBD-5BED-D900-12CCED94E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8" name="Rectangle 63">
            <a:extLst>
              <a:ext uri="{FF2B5EF4-FFF2-40B4-BE49-F238E27FC236}">
                <a16:creationId xmlns:a16="http://schemas.microsoft.com/office/drawing/2014/main" id="{4362229C-A088-6722-3C72-058AAC801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89" name="Rectangle 64">
            <a:extLst>
              <a:ext uri="{FF2B5EF4-FFF2-40B4-BE49-F238E27FC236}">
                <a16:creationId xmlns:a16="http://schemas.microsoft.com/office/drawing/2014/main" id="{E3B644B5-7336-6BB0-B345-71663E0DE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0" name="Rectangle 65">
            <a:extLst>
              <a:ext uri="{FF2B5EF4-FFF2-40B4-BE49-F238E27FC236}">
                <a16:creationId xmlns:a16="http://schemas.microsoft.com/office/drawing/2014/main" id="{21686C2E-A323-1F77-5198-86611D62C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1" name="Rectangle 66">
            <a:extLst>
              <a:ext uri="{FF2B5EF4-FFF2-40B4-BE49-F238E27FC236}">
                <a16:creationId xmlns:a16="http://schemas.microsoft.com/office/drawing/2014/main" id="{D43D0B72-0A94-BE85-FAFE-E03248C8B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455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2" name="Rectangle 67">
            <a:extLst>
              <a:ext uri="{FF2B5EF4-FFF2-40B4-BE49-F238E27FC236}">
                <a16:creationId xmlns:a16="http://schemas.microsoft.com/office/drawing/2014/main" id="{D3A4A123-990F-E2D4-392C-0C7337290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3" name="Rectangle 68">
            <a:extLst>
              <a:ext uri="{FF2B5EF4-FFF2-40B4-BE49-F238E27FC236}">
                <a16:creationId xmlns:a16="http://schemas.microsoft.com/office/drawing/2014/main" id="{E2DFC5E7-4870-BEBD-B1EE-65CD391F4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5893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4" name="Rectangle 69">
            <a:extLst>
              <a:ext uri="{FF2B5EF4-FFF2-40B4-BE49-F238E27FC236}">
                <a16:creationId xmlns:a16="http://schemas.microsoft.com/office/drawing/2014/main" id="{C7A6AF36-7ECA-490C-36D1-C48333703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5" name="Rectangle 70">
            <a:extLst>
              <a:ext uri="{FF2B5EF4-FFF2-40B4-BE49-F238E27FC236}">
                <a16:creationId xmlns:a16="http://schemas.microsoft.com/office/drawing/2014/main" id="{F79ACFA2-A159-C795-C18E-FF33C55DA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88" y="370998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6" name="Rectangle 71">
            <a:extLst>
              <a:ext uri="{FF2B5EF4-FFF2-40B4-BE49-F238E27FC236}">
                <a16:creationId xmlns:a16="http://schemas.microsoft.com/office/drawing/2014/main" id="{9E26E5D3-0DC4-788A-57D6-D911F7F71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7" name="Rectangle 72">
            <a:extLst>
              <a:ext uri="{FF2B5EF4-FFF2-40B4-BE49-F238E27FC236}">
                <a16:creationId xmlns:a16="http://schemas.microsoft.com/office/drawing/2014/main" id="{63CA8712-6F4D-084B-7014-AA92CDB6A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856038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8" name="Rectangle 73">
            <a:extLst>
              <a:ext uri="{FF2B5EF4-FFF2-40B4-BE49-F238E27FC236}">
                <a16:creationId xmlns:a16="http://schemas.microsoft.com/office/drawing/2014/main" id="{FC88A1A3-4E45-7F07-BC27-71B4195FC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0650" y="3698875"/>
            <a:ext cx="1588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899" name="Rectangle 74">
            <a:extLst>
              <a:ext uri="{FF2B5EF4-FFF2-40B4-BE49-F238E27FC236}">
                <a16:creationId xmlns:a16="http://schemas.microsoft.com/office/drawing/2014/main" id="{6D5953FF-6E1A-923F-508E-72149F3CD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488" y="36988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0" name="Rectangle 75">
            <a:extLst>
              <a:ext uri="{FF2B5EF4-FFF2-40B4-BE49-F238E27FC236}">
                <a16:creationId xmlns:a16="http://schemas.microsoft.com/office/drawing/2014/main" id="{9E22012F-68BE-BCE8-5B83-6B5EDA44E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2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1" name="Rectangle 76">
            <a:extLst>
              <a:ext uri="{FF2B5EF4-FFF2-40B4-BE49-F238E27FC236}">
                <a16:creationId xmlns:a16="http://schemas.microsoft.com/office/drawing/2014/main" id="{1B3E8A81-4997-A705-B6B0-8C5FFD272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978275"/>
            <a:ext cx="1587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2" name="Rectangle 77">
            <a:extLst>
              <a:ext uri="{FF2B5EF4-FFF2-40B4-BE49-F238E27FC236}">
                <a16:creationId xmlns:a16="http://schemas.microsoft.com/office/drawing/2014/main" id="{92E40779-5D00-00B6-F690-21045C05C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382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3" name="Rectangle 78">
            <a:extLst>
              <a:ext uri="{FF2B5EF4-FFF2-40B4-BE49-F238E27FC236}">
                <a16:creationId xmlns:a16="http://schemas.microsoft.com/office/drawing/2014/main" id="{AEF30BA1-3DB0-380C-7D4E-E5075CD7C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402590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4" name="Rectangle 79">
            <a:extLst>
              <a:ext uri="{FF2B5EF4-FFF2-40B4-BE49-F238E27FC236}">
                <a16:creationId xmlns:a16="http://schemas.microsoft.com/office/drawing/2014/main" id="{A520AE37-FF2D-4FC1-10C0-E030054BB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5" name="Rectangle 80">
            <a:extLst>
              <a:ext uri="{FF2B5EF4-FFF2-40B4-BE49-F238E27FC236}">
                <a16:creationId xmlns:a16="http://schemas.microsoft.com/office/drawing/2014/main" id="{92CDB506-EC4B-3AA0-4008-D89A79F74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2533650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6" name="Rectangle 81">
            <a:extLst>
              <a:ext uri="{FF2B5EF4-FFF2-40B4-BE49-F238E27FC236}">
                <a16:creationId xmlns:a16="http://schemas.microsoft.com/office/drawing/2014/main" id="{347AC2D4-D15C-3B80-4D39-8FA9F790C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39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7" name="Rectangle 82">
            <a:extLst>
              <a:ext uri="{FF2B5EF4-FFF2-40B4-BE49-F238E27FC236}">
                <a16:creationId xmlns:a16="http://schemas.microsoft.com/office/drawing/2014/main" id="{DBDA254C-6D3B-9399-95A8-44684DC20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316388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8" name="Rectangle 83">
            <a:extLst>
              <a:ext uri="{FF2B5EF4-FFF2-40B4-BE49-F238E27FC236}">
                <a16:creationId xmlns:a16="http://schemas.microsoft.com/office/drawing/2014/main" id="{803AB27E-A84D-4ECA-9F60-FED9FF8B6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77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09" name="Rectangle 84">
            <a:extLst>
              <a:ext uri="{FF2B5EF4-FFF2-40B4-BE49-F238E27FC236}">
                <a16:creationId xmlns:a16="http://schemas.microsoft.com/office/drawing/2014/main" id="{FEC6EAED-E50F-3E3A-F1E1-AED9BDE8D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425" y="2849563"/>
            <a:ext cx="1588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0" name="Rectangle 85">
            <a:extLst>
              <a:ext uri="{FF2B5EF4-FFF2-40B4-BE49-F238E27FC236}">
                <a16:creationId xmlns:a16="http://schemas.microsoft.com/office/drawing/2014/main" id="{C9AA74D2-3A9C-05DF-9DC9-7AC4CECD6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890713"/>
            <a:ext cx="11113" cy="841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1" name="Rectangle 86">
            <a:extLst>
              <a:ext uri="{FF2B5EF4-FFF2-40B4-BE49-F238E27FC236}">
                <a16:creationId xmlns:a16="http://schemas.microsoft.com/office/drawing/2014/main" id="{3098FB0B-9CE3-F320-CFF0-1D502BFAC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35125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2" name="Rectangle 87">
            <a:extLst>
              <a:ext uri="{FF2B5EF4-FFF2-40B4-BE49-F238E27FC236}">
                <a16:creationId xmlns:a16="http://schemas.microsoft.com/office/drawing/2014/main" id="{00185317-1249-E974-373D-2FBD7D72D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720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3" name="Rectangle 88">
            <a:extLst>
              <a:ext uri="{FF2B5EF4-FFF2-40B4-BE49-F238E27FC236}">
                <a16:creationId xmlns:a16="http://schemas.microsoft.com/office/drawing/2014/main" id="{73A7598A-2B63-293B-9B6C-B85FB5196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260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4" name="Rectangle 89">
            <a:extLst>
              <a:ext uri="{FF2B5EF4-FFF2-40B4-BE49-F238E27FC236}">
                <a16:creationId xmlns:a16="http://schemas.microsoft.com/office/drawing/2014/main" id="{5DC27FBB-73F2-6608-218F-80D59342A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5" name="Rectangle 90">
            <a:extLst>
              <a:ext uri="{FF2B5EF4-FFF2-40B4-BE49-F238E27FC236}">
                <a16:creationId xmlns:a16="http://schemas.microsoft.com/office/drawing/2014/main" id="{68A7D92B-DB37-AD3C-D6DB-9EBEA1CA4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6" name="Rectangle 91">
            <a:extLst>
              <a:ext uri="{FF2B5EF4-FFF2-40B4-BE49-F238E27FC236}">
                <a16:creationId xmlns:a16="http://schemas.microsoft.com/office/drawing/2014/main" id="{AFD64B79-42C9-C34D-28F1-46A76240A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0" y="49498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7" name="Rectangle 92">
            <a:extLst>
              <a:ext uri="{FF2B5EF4-FFF2-40B4-BE49-F238E27FC236}">
                <a16:creationId xmlns:a16="http://schemas.microsoft.com/office/drawing/2014/main" id="{20903D0F-E0D0-E265-F9D6-899284187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49498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8" name="Rectangle 93">
            <a:extLst>
              <a:ext uri="{FF2B5EF4-FFF2-40B4-BE49-F238E27FC236}">
                <a16:creationId xmlns:a16="http://schemas.microsoft.com/office/drawing/2014/main" id="{E28A4A5E-15E7-6F47-E343-6FC576A33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0593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19" name="Rectangle 94">
            <a:extLst>
              <a:ext uri="{FF2B5EF4-FFF2-40B4-BE49-F238E27FC236}">
                <a16:creationId xmlns:a16="http://schemas.microsoft.com/office/drawing/2014/main" id="{8CE45937-59AE-9957-425D-DFF91D115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0" name="Freeform 95">
            <a:extLst>
              <a:ext uri="{FF2B5EF4-FFF2-40B4-BE49-F238E27FC236}">
                <a16:creationId xmlns:a16="http://schemas.microsoft.com/office/drawing/2014/main" id="{F9E833FF-007E-9AA6-5D75-662A5F5CD16B}"/>
              </a:ext>
            </a:extLst>
          </p:cNvPr>
          <p:cNvSpPr>
            <a:spLocks/>
          </p:cNvSpPr>
          <p:nvPr/>
        </p:nvSpPr>
        <p:spPr bwMode="auto">
          <a:xfrm>
            <a:off x="7259638" y="48164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21" name="Rectangle 96">
            <a:extLst>
              <a:ext uri="{FF2B5EF4-FFF2-40B4-BE49-F238E27FC236}">
                <a16:creationId xmlns:a16="http://schemas.microsoft.com/office/drawing/2014/main" id="{FDFA1B78-0730-359C-3CEC-B23E249F1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0593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2" name="Rectangle 97">
            <a:extLst>
              <a:ext uri="{FF2B5EF4-FFF2-40B4-BE49-F238E27FC236}">
                <a16:creationId xmlns:a16="http://schemas.microsoft.com/office/drawing/2014/main" id="{23B76449-A215-E6CF-7D2F-C639E5F00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76863"/>
            <a:ext cx="11112" cy="2413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3" name="Rectangle 98">
            <a:extLst>
              <a:ext uri="{FF2B5EF4-FFF2-40B4-BE49-F238E27FC236}">
                <a16:creationId xmlns:a16="http://schemas.microsoft.com/office/drawing/2014/main" id="{EF912452-B8CC-6FFC-F22C-793825C82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6308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4" name="Rectangle 99">
            <a:extLst>
              <a:ext uri="{FF2B5EF4-FFF2-40B4-BE49-F238E27FC236}">
                <a16:creationId xmlns:a16="http://schemas.microsoft.com/office/drawing/2014/main" id="{50596B4E-6BB9-459E-08FD-ADE188084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32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5" name="Rectangle 100">
            <a:extLst>
              <a:ext uri="{FF2B5EF4-FFF2-40B4-BE49-F238E27FC236}">
                <a16:creationId xmlns:a16="http://schemas.microsoft.com/office/drawing/2014/main" id="{0C0A1439-5D43-D89E-79AC-E615ED90B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6" name="Rectangle 101">
            <a:extLst>
              <a:ext uri="{FF2B5EF4-FFF2-40B4-BE49-F238E27FC236}">
                <a16:creationId xmlns:a16="http://schemas.microsoft.com/office/drawing/2014/main" id="{AE921486-753D-6A68-1163-A01196987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3400" y="5254625"/>
            <a:ext cx="11113" cy="1222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7" name="Rectangle 102">
            <a:extLst>
              <a:ext uri="{FF2B5EF4-FFF2-40B4-BE49-F238E27FC236}">
                <a16:creationId xmlns:a16="http://schemas.microsoft.com/office/drawing/2014/main" id="{4FE736D2-FA19-9F26-55D5-6CAC3B2B8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6863" y="53641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8" name="Rectangle 103">
            <a:extLst>
              <a:ext uri="{FF2B5EF4-FFF2-40B4-BE49-F238E27FC236}">
                <a16:creationId xmlns:a16="http://schemas.microsoft.com/office/drawing/2014/main" id="{8D9833C2-7E2C-D784-E6D6-80CA7DD50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3125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29" name="Freeform 104">
            <a:extLst>
              <a:ext uri="{FF2B5EF4-FFF2-40B4-BE49-F238E27FC236}">
                <a16:creationId xmlns:a16="http://schemas.microsoft.com/office/drawing/2014/main" id="{B40D37A0-8A9C-9F1E-8363-373476637056}"/>
              </a:ext>
            </a:extLst>
          </p:cNvPr>
          <p:cNvSpPr>
            <a:spLocks/>
          </p:cNvSpPr>
          <p:nvPr/>
        </p:nvSpPr>
        <p:spPr bwMode="auto">
          <a:xfrm>
            <a:off x="7259638" y="5121275"/>
            <a:ext cx="11112" cy="1588"/>
          </a:xfrm>
          <a:custGeom>
            <a:avLst/>
            <a:gdLst>
              <a:gd name="T0" fmla="*/ 0 w 7"/>
              <a:gd name="T1" fmla="*/ 0 h 1587"/>
              <a:gd name="T2" fmla="*/ 0 w 7"/>
              <a:gd name="T3" fmla="*/ 0 h 1587"/>
              <a:gd name="T4" fmla="*/ 0 w 7"/>
              <a:gd name="T5" fmla="*/ 0 h 1587"/>
              <a:gd name="T6" fmla="*/ 2147483647 w 7"/>
              <a:gd name="T7" fmla="*/ 0 h 1587"/>
              <a:gd name="T8" fmla="*/ 2147483647 w 7"/>
              <a:gd name="T9" fmla="*/ 0 h 1587"/>
              <a:gd name="T10" fmla="*/ 2147483647 w 7"/>
              <a:gd name="T11" fmla="*/ 0 h 1587"/>
              <a:gd name="T12" fmla="*/ 0 w 7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"/>
              <a:gd name="T22" fmla="*/ 0 h 1587"/>
              <a:gd name="T23" fmla="*/ 7 w 7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" h="1587"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30" name="Rectangle 105">
            <a:extLst>
              <a:ext uri="{FF2B5EF4-FFF2-40B4-BE49-F238E27FC236}">
                <a16:creationId xmlns:a16="http://schemas.microsoft.com/office/drawing/2014/main" id="{0FD61801-E669-F58E-91D4-DCB85E6E7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588" y="53641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1" name="Rectangle 106">
            <a:extLst>
              <a:ext uri="{FF2B5EF4-FFF2-40B4-BE49-F238E27FC236}">
                <a16:creationId xmlns:a16="http://schemas.microsoft.com/office/drawing/2014/main" id="{D4D52706-89D6-23D7-8018-0DF329076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2" name="Rectangle 107">
            <a:extLst>
              <a:ext uri="{FF2B5EF4-FFF2-40B4-BE49-F238E27FC236}">
                <a16:creationId xmlns:a16="http://schemas.microsoft.com/office/drawing/2014/main" id="{4F53C9CA-4BB4-8CEC-E74C-06072A1ED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575175"/>
            <a:ext cx="12700" cy="3159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3" name="Rectangle 108">
            <a:extLst>
              <a:ext uri="{FF2B5EF4-FFF2-40B4-BE49-F238E27FC236}">
                <a16:creationId xmlns:a16="http://schemas.microsoft.com/office/drawing/2014/main" id="{86E4F855-1C9B-A284-B256-2D43A7500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841875"/>
            <a:ext cx="12223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4" name="Rectangle 109">
            <a:extLst>
              <a:ext uri="{FF2B5EF4-FFF2-40B4-BE49-F238E27FC236}">
                <a16:creationId xmlns:a16="http://schemas.microsoft.com/office/drawing/2014/main" id="{B0BFD1F3-BB52-9452-D467-14D63FB92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624388"/>
            <a:ext cx="12700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5" name="Rectangle 110">
            <a:extLst>
              <a:ext uri="{FF2B5EF4-FFF2-40B4-BE49-F238E27FC236}">
                <a16:creationId xmlns:a16="http://schemas.microsoft.com/office/drawing/2014/main" id="{CE71E5BA-1B47-08DE-A683-02CBAE728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6243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6" name="Rectangle 111">
            <a:extLst>
              <a:ext uri="{FF2B5EF4-FFF2-40B4-BE49-F238E27FC236}">
                <a16:creationId xmlns:a16="http://schemas.microsoft.com/office/drawing/2014/main" id="{85CB2F0B-9861-ACF7-870B-301C68FCB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514850"/>
            <a:ext cx="11112" cy="1095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7" name="Rectangle 112">
            <a:extLst>
              <a:ext uri="{FF2B5EF4-FFF2-40B4-BE49-F238E27FC236}">
                <a16:creationId xmlns:a16="http://schemas.microsoft.com/office/drawing/2014/main" id="{25AEC1EB-E643-A9AB-65EB-13F7BE872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9387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8" name="Rectangle 113">
            <a:extLst>
              <a:ext uri="{FF2B5EF4-FFF2-40B4-BE49-F238E27FC236}">
                <a16:creationId xmlns:a16="http://schemas.microsoft.com/office/drawing/2014/main" id="{316519C4-BEAF-6E3F-073C-752FBEEB2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841875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39" name="Rectangle 114">
            <a:extLst>
              <a:ext uri="{FF2B5EF4-FFF2-40B4-BE49-F238E27FC236}">
                <a16:creationId xmlns:a16="http://schemas.microsoft.com/office/drawing/2014/main" id="{7F7D257D-D0B4-6B30-0BB8-4A75FAE13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6243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0" name="Rectangle 115">
            <a:extLst>
              <a:ext uri="{FF2B5EF4-FFF2-40B4-BE49-F238E27FC236}">
                <a16:creationId xmlns:a16="http://schemas.microsoft.com/office/drawing/2014/main" id="{3827279B-67C3-2069-E0CE-91E375F2D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9775" y="47450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1" name="Rectangle 116">
            <a:extLst>
              <a:ext uri="{FF2B5EF4-FFF2-40B4-BE49-F238E27FC236}">
                <a16:creationId xmlns:a16="http://schemas.microsoft.com/office/drawing/2014/main" id="{087EAD50-67C4-C33F-32E4-ECF59EC1F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3981450"/>
            <a:ext cx="12700" cy="31432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2" name="Rectangle 117">
            <a:extLst>
              <a:ext uri="{FF2B5EF4-FFF2-40B4-BE49-F238E27FC236}">
                <a16:creationId xmlns:a16="http://schemas.microsoft.com/office/drawing/2014/main" id="{3710AAB2-2C2E-4C11-039F-8DEA66AFE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2800" y="4029075"/>
            <a:ext cx="12700" cy="2190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3" name="Rectangle 118">
            <a:extLst>
              <a:ext uri="{FF2B5EF4-FFF2-40B4-BE49-F238E27FC236}">
                <a16:creationId xmlns:a16="http://schemas.microsoft.com/office/drawing/2014/main" id="{48837EA0-321B-F806-6737-692F5137B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3919538"/>
            <a:ext cx="11112" cy="109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4" name="Rectangle 119">
            <a:extLst>
              <a:ext uri="{FF2B5EF4-FFF2-40B4-BE49-F238E27FC236}">
                <a16:creationId xmlns:a16="http://schemas.microsoft.com/office/drawing/2014/main" id="{2C1211A6-EA47-2142-D9F9-B8CC7736F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248150"/>
            <a:ext cx="11112" cy="968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5" name="Rectangle 120">
            <a:extLst>
              <a:ext uri="{FF2B5EF4-FFF2-40B4-BE49-F238E27FC236}">
                <a16:creationId xmlns:a16="http://schemas.microsoft.com/office/drawing/2014/main" id="{B2949D20-3283-665D-B915-76416FE66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5550" y="45751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6" name="Rectangle 121">
            <a:extLst>
              <a:ext uri="{FF2B5EF4-FFF2-40B4-BE49-F238E27FC236}">
                <a16:creationId xmlns:a16="http://schemas.microsoft.com/office/drawing/2014/main" id="{517F007E-1087-DCE0-9282-9F21EFE03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4332288"/>
            <a:ext cx="11112" cy="206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7" name="Rectangle 122">
            <a:extLst>
              <a:ext uri="{FF2B5EF4-FFF2-40B4-BE49-F238E27FC236}">
                <a16:creationId xmlns:a16="http://schemas.microsoft.com/office/drawing/2014/main" id="{C9CF9E36-F588-B932-7330-F3A3A38DE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8" name="Rectangle 123">
            <a:extLst>
              <a:ext uri="{FF2B5EF4-FFF2-40B4-BE49-F238E27FC236}">
                <a16:creationId xmlns:a16="http://schemas.microsoft.com/office/drawing/2014/main" id="{0C6B7EB5-268C-903A-DD64-09AE17E9D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388" y="34226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49" name="Rectangle 124">
            <a:extLst>
              <a:ext uri="{FF2B5EF4-FFF2-40B4-BE49-F238E27FC236}">
                <a16:creationId xmlns:a16="http://schemas.microsoft.com/office/drawing/2014/main" id="{D04E739D-8335-FAC0-6A9A-7F9425AD9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6025" y="1930400"/>
            <a:ext cx="11113" cy="841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0" name="Rectangle 125">
            <a:extLst>
              <a:ext uri="{FF2B5EF4-FFF2-40B4-BE49-F238E27FC236}">
                <a16:creationId xmlns:a16="http://schemas.microsoft.com/office/drawing/2014/main" id="{D2426E1F-33A7-8CC3-12EA-47025C2A6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750" y="16748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1" name="Rectangle 126">
            <a:extLst>
              <a:ext uri="{FF2B5EF4-FFF2-40B4-BE49-F238E27FC236}">
                <a16:creationId xmlns:a16="http://schemas.microsoft.com/office/drawing/2014/main" id="{B4C38663-DDC5-AB9C-71AD-781913C934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5546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2" name="Rectangle 127">
            <a:extLst>
              <a:ext uri="{FF2B5EF4-FFF2-40B4-BE49-F238E27FC236}">
                <a16:creationId xmlns:a16="http://schemas.microsoft.com/office/drawing/2014/main" id="{58499DCB-0236-62DB-AD86-58004F4DD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3" name="Rectangle 128">
            <a:extLst>
              <a:ext uri="{FF2B5EF4-FFF2-40B4-BE49-F238E27FC236}">
                <a16:creationId xmlns:a16="http://schemas.microsoft.com/office/drawing/2014/main" id="{8BB609F3-9D59-20EE-B4EC-CDCEAF765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76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4" name="Rectangle 129">
            <a:extLst>
              <a:ext uri="{FF2B5EF4-FFF2-40B4-BE49-F238E27FC236}">
                <a16:creationId xmlns:a16="http://schemas.microsoft.com/office/drawing/2014/main" id="{B3E4F25C-2DA4-81BD-55C6-2E399E99E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0" y="5178425"/>
            <a:ext cx="995363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5" name="Rectangle 130">
            <a:extLst>
              <a:ext uri="{FF2B5EF4-FFF2-40B4-BE49-F238E27FC236}">
                <a16:creationId xmlns:a16="http://schemas.microsoft.com/office/drawing/2014/main" id="{AA1D6E68-58C4-0952-B70C-96FD72D1F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5287963"/>
            <a:ext cx="1587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6" name="Rectangle 131">
            <a:extLst>
              <a:ext uri="{FF2B5EF4-FFF2-40B4-BE49-F238E27FC236}">
                <a16:creationId xmlns:a16="http://schemas.microsoft.com/office/drawing/2014/main" id="{5A57283D-FC9B-773C-61E9-BCE95AF84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325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7" name="Rectangle 132">
            <a:extLst>
              <a:ext uri="{FF2B5EF4-FFF2-40B4-BE49-F238E27FC236}">
                <a16:creationId xmlns:a16="http://schemas.microsoft.com/office/drawing/2014/main" id="{24A57943-8761-8D00-C8AF-2176996E7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88" y="5287963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8" name="Rectangle 133">
            <a:extLst>
              <a:ext uri="{FF2B5EF4-FFF2-40B4-BE49-F238E27FC236}">
                <a16:creationId xmlns:a16="http://schemas.microsoft.com/office/drawing/2014/main" id="{5C80B368-DDA8-F781-77B0-C30532431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900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59" name="Rectangle 134">
            <a:extLst>
              <a:ext uri="{FF2B5EF4-FFF2-40B4-BE49-F238E27FC236}">
                <a16:creationId xmlns:a16="http://schemas.microsoft.com/office/drawing/2014/main" id="{5920AA66-CEF4-D783-C322-6F7F2BBC2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548188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0" name="Rectangle 135">
            <a:extLst>
              <a:ext uri="{FF2B5EF4-FFF2-40B4-BE49-F238E27FC236}">
                <a16:creationId xmlns:a16="http://schemas.microsoft.com/office/drawing/2014/main" id="{C00FCC2E-393A-B2D9-92CA-8ED181269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1238" y="4862513"/>
            <a:ext cx="11112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1" name="Rectangle 136">
            <a:extLst>
              <a:ext uri="{FF2B5EF4-FFF2-40B4-BE49-F238E27FC236}">
                <a16:creationId xmlns:a16="http://schemas.microsoft.com/office/drawing/2014/main" id="{E034B934-BE60-B7C7-C845-09C4D6358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548188"/>
            <a:ext cx="12700" cy="15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2" name="Rectangle 137">
            <a:extLst>
              <a:ext uri="{FF2B5EF4-FFF2-40B4-BE49-F238E27FC236}">
                <a16:creationId xmlns:a16="http://schemas.microsoft.com/office/drawing/2014/main" id="{B5D55343-4167-46DA-AC18-8A9DD2033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5975" y="4668838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3" name="Rectangle 138">
            <a:extLst>
              <a:ext uri="{FF2B5EF4-FFF2-40B4-BE49-F238E27FC236}">
                <a16:creationId xmlns:a16="http://schemas.microsoft.com/office/drawing/2014/main" id="{2C1F08F6-8DE8-DE5B-94A3-BC654181A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0" y="4498975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4" name="Freeform 139">
            <a:extLst>
              <a:ext uri="{FF2B5EF4-FFF2-40B4-BE49-F238E27FC236}">
                <a16:creationId xmlns:a16="http://schemas.microsoft.com/office/drawing/2014/main" id="{A83D9758-5F71-35EE-5AE2-1F21F08E3F93}"/>
              </a:ext>
            </a:extLst>
          </p:cNvPr>
          <p:cNvSpPr>
            <a:spLocks/>
          </p:cNvSpPr>
          <p:nvPr/>
        </p:nvSpPr>
        <p:spPr bwMode="auto">
          <a:xfrm>
            <a:off x="4286250" y="4365625"/>
            <a:ext cx="12700" cy="1588"/>
          </a:xfrm>
          <a:custGeom>
            <a:avLst/>
            <a:gdLst>
              <a:gd name="T0" fmla="*/ 0 w 8"/>
              <a:gd name="T1" fmla="*/ 0 h 1587"/>
              <a:gd name="T2" fmla="*/ 0 w 8"/>
              <a:gd name="T3" fmla="*/ 0 h 1587"/>
              <a:gd name="T4" fmla="*/ 0 w 8"/>
              <a:gd name="T5" fmla="*/ 0 h 1587"/>
              <a:gd name="T6" fmla="*/ 2147483647 w 8"/>
              <a:gd name="T7" fmla="*/ 0 h 1587"/>
              <a:gd name="T8" fmla="*/ 2147483647 w 8"/>
              <a:gd name="T9" fmla="*/ 0 h 1587"/>
              <a:gd name="T10" fmla="*/ 2147483647 w 8"/>
              <a:gd name="T11" fmla="*/ 0 h 1587"/>
              <a:gd name="T12" fmla="*/ 0 w 8"/>
              <a:gd name="T13" fmla="*/ 0 h 158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"/>
              <a:gd name="T22" fmla="*/ 0 h 1587"/>
              <a:gd name="T23" fmla="*/ 8 w 8"/>
              <a:gd name="T24" fmla="*/ 1587 h 158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" h="1587">
                <a:moveTo>
                  <a:pt x="0" y="0"/>
                </a:moveTo>
                <a:lnTo>
                  <a:pt x="0" y="0"/>
                </a:lnTo>
                <a:lnTo>
                  <a:pt x="8" y="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965" name="Rectangle 140">
            <a:extLst>
              <a:ext uri="{FF2B5EF4-FFF2-40B4-BE49-F238E27FC236}">
                <a16:creationId xmlns:a16="http://schemas.microsoft.com/office/drawing/2014/main" id="{C07B943C-0FDE-B11D-FFF3-E38DBC2D9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6" name="Rectangle 141">
            <a:extLst>
              <a:ext uri="{FF2B5EF4-FFF2-40B4-BE49-F238E27FC236}">
                <a16:creationId xmlns:a16="http://schemas.microsoft.com/office/drawing/2014/main" id="{BFBC3728-B036-FEE7-21A2-ADB1C8D26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5488" y="3941763"/>
            <a:ext cx="292100" cy="1111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7" name="Rectangle 142">
            <a:extLst>
              <a:ext uri="{FF2B5EF4-FFF2-40B4-BE49-F238E27FC236}">
                <a16:creationId xmlns:a16="http://schemas.microsoft.com/office/drawing/2014/main" id="{6C063AD6-B250-89EB-312E-3392DBC70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7588" y="3346450"/>
            <a:ext cx="12700" cy="15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8" name="Rectangle 143">
            <a:extLst>
              <a:ext uri="{FF2B5EF4-FFF2-40B4-BE49-F238E27FC236}">
                <a16:creationId xmlns:a16="http://schemas.microsoft.com/office/drawing/2014/main" id="{70026B70-5041-6D4E-8695-934F1A647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2813050"/>
            <a:ext cx="120650" cy="111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77969" name="Rectangle 144">
            <a:extLst>
              <a:ext uri="{FF2B5EF4-FFF2-40B4-BE49-F238E27FC236}">
                <a16:creationId xmlns:a16="http://schemas.microsoft.com/office/drawing/2014/main" id="{658EF9C7-7266-DD36-5818-72970CF35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8950" y="1598613"/>
            <a:ext cx="1588" cy="12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grpSp>
        <p:nvGrpSpPr>
          <p:cNvPr id="2" name="组合 353">
            <a:extLst>
              <a:ext uri="{FF2B5EF4-FFF2-40B4-BE49-F238E27FC236}">
                <a16:creationId xmlns:a16="http://schemas.microsoft.com/office/drawing/2014/main" id="{E312DC14-DC2C-96C7-5BF5-A954964E1773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1217613"/>
            <a:ext cx="6705600" cy="4732337"/>
            <a:chOff x="1295400" y="1144934"/>
            <a:chExt cx="6705600" cy="4732338"/>
          </a:xfrm>
        </p:grpSpPr>
        <p:sp>
          <p:nvSpPr>
            <p:cNvPr id="59546" name="AutoShape 146">
              <a:extLst>
                <a:ext uri="{FF2B5EF4-FFF2-40B4-BE49-F238E27FC236}">
                  <a16:creationId xmlns:a16="http://schemas.microsoft.com/office/drawing/2014/main" id="{D7997FE2-FA3C-C959-9A3D-96B7BEA8726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95400" y="1144934"/>
              <a:ext cx="6705600" cy="473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7" name="Freeform 147">
              <a:extLst>
                <a:ext uri="{FF2B5EF4-FFF2-40B4-BE49-F238E27FC236}">
                  <a16:creationId xmlns:a16="http://schemas.microsoft.com/office/drawing/2014/main" id="{EC04DAC6-AF0C-665B-25AD-AF17914FB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73725" cy="3459163"/>
            </a:xfrm>
            <a:custGeom>
              <a:avLst/>
              <a:gdLst>
                <a:gd name="T0" fmla="*/ 2147483647 w 3574"/>
                <a:gd name="T1" fmla="*/ 0 h 2179"/>
                <a:gd name="T2" fmla="*/ 2147483647 w 3574"/>
                <a:gd name="T3" fmla="*/ 2147483647 h 2179"/>
                <a:gd name="T4" fmla="*/ 2147483647 w 3574"/>
                <a:gd name="T5" fmla="*/ 2147483647 h 2179"/>
                <a:gd name="T6" fmla="*/ 2147483647 w 3574"/>
                <a:gd name="T7" fmla="*/ 2147483647 h 2179"/>
                <a:gd name="T8" fmla="*/ 0 w 3574"/>
                <a:gd name="T9" fmla="*/ 2147483647 h 2179"/>
                <a:gd name="T10" fmla="*/ 0 w 3574"/>
                <a:gd name="T11" fmla="*/ 2147483647 h 2179"/>
                <a:gd name="T12" fmla="*/ 0 w 3574"/>
                <a:gd name="T13" fmla="*/ 2147483647 h 2179"/>
                <a:gd name="T14" fmla="*/ 2147483647 w 3574"/>
                <a:gd name="T15" fmla="*/ 2147483647 h 2179"/>
                <a:gd name="T16" fmla="*/ 2147483647 w 3574"/>
                <a:gd name="T17" fmla="*/ 2147483647 h 2179"/>
                <a:gd name="T18" fmla="*/ 2147483647 w 3574"/>
                <a:gd name="T19" fmla="*/ 2147483647 h 2179"/>
                <a:gd name="T20" fmla="*/ 2147483647 w 3574"/>
                <a:gd name="T21" fmla="*/ 2147483647 h 2179"/>
                <a:gd name="T22" fmla="*/ 2147483647 w 3574"/>
                <a:gd name="T23" fmla="*/ 2147483647 h 2179"/>
                <a:gd name="T24" fmla="*/ 2147483647 w 3574"/>
                <a:gd name="T25" fmla="*/ 2147483647 h 2179"/>
                <a:gd name="T26" fmla="*/ 2147483647 w 3574"/>
                <a:gd name="T27" fmla="*/ 2147483647 h 2179"/>
                <a:gd name="T28" fmla="*/ 2147483647 w 3574"/>
                <a:gd name="T29" fmla="*/ 2147483647 h 2179"/>
                <a:gd name="T30" fmla="*/ 2147483647 w 3574"/>
                <a:gd name="T31" fmla="*/ 2147483647 h 2179"/>
                <a:gd name="T32" fmla="*/ 2147483647 w 3574"/>
                <a:gd name="T33" fmla="*/ 2147483647 h 2179"/>
                <a:gd name="T34" fmla="*/ 2147483647 w 3574"/>
                <a:gd name="T35" fmla="*/ 2147483647 h 2179"/>
                <a:gd name="T36" fmla="*/ 2147483647 w 3574"/>
                <a:gd name="T37" fmla="*/ 2147483647 h 2179"/>
                <a:gd name="T38" fmla="*/ 2147483647 w 3574"/>
                <a:gd name="T39" fmla="*/ 2147483647 h 2179"/>
                <a:gd name="T40" fmla="*/ 2147483647 w 3574"/>
                <a:gd name="T41" fmla="*/ 2147483647 h 2179"/>
                <a:gd name="T42" fmla="*/ 2147483647 w 3574"/>
                <a:gd name="T43" fmla="*/ 2147483647 h 2179"/>
                <a:gd name="T44" fmla="*/ 2147483647 w 3574"/>
                <a:gd name="T45" fmla="*/ 0 h 2179"/>
                <a:gd name="T46" fmla="*/ 2147483647 w 3574"/>
                <a:gd name="T47" fmla="*/ 0 h 2179"/>
                <a:gd name="T48" fmla="*/ 2147483647 w 3574"/>
                <a:gd name="T49" fmla="*/ 0 h 217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74"/>
                <a:gd name="T76" fmla="*/ 0 h 2179"/>
                <a:gd name="T77" fmla="*/ 3574 w 3574"/>
                <a:gd name="T78" fmla="*/ 2179 h 217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74" h="2179">
                  <a:moveTo>
                    <a:pt x="138" y="0"/>
                  </a:moveTo>
                  <a:lnTo>
                    <a:pt x="84" y="8"/>
                  </a:lnTo>
                  <a:lnTo>
                    <a:pt x="46" y="39"/>
                  </a:lnTo>
                  <a:lnTo>
                    <a:pt x="16" y="85"/>
                  </a:lnTo>
                  <a:lnTo>
                    <a:pt x="0" y="138"/>
                  </a:lnTo>
                  <a:lnTo>
                    <a:pt x="0" y="1086"/>
                  </a:lnTo>
                  <a:lnTo>
                    <a:pt x="0" y="2041"/>
                  </a:lnTo>
                  <a:lnTo>
                    <a:pt x="16" y="2095"/>
                  </a:lnTo>
                  <a:lnTo>
                    <a:pt x="46" y="214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28" y="39"/>
                  </a:lnTo>
                  <a:lnTo>
                    <a:pt x="3490" y="8"/>
                  </a:lnTo>
                  <a:lnTo>
                    <a:pt x="3436" y="0"/>
                  </a:lnTo>
                  <a:lnTo>
                    <a:pt x="1783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8" name="Freeform 148">
              <a:extLst>
                <a:ext uri="{FF2B5EF4-FFF2-40B4-BE49-F238E27FC236}">
                  <a16:creationId xmlns:a16="http://schemas.microsoft.com/office/drawing/2014/main" id="{10B6626A-48DC-2D03-EA50-A92F0CDD5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2321272"/>
              <a:ext cx="5684838" cy="3470275"/>
            </a:xfrm>
            <a:custGeom>
              <a:avLst/>
              <a:gdLst>
                <a:gd name="T0" fmla="*/ 2147483647 w 3581"/>
                <a:gd name="T1" fmla="*/ 2147483647 h 2186"/>
                <a:gd name="T2" fmla="*/ 2147483647 w 3581"/>
                <a:gd name="T3" fmla="*/ 2147483647 h 2186"/>
                <a:gd name="T4" fmla="*/ 2147483647 w 3581"/>
                <a:gd name="T5" fmla="*/ 2147483647 h 2186"/>
                <a:gd name="T6" fmla="*/ 2147483647 w 3581"/>
                <a:gd name="T7" fmla="*/ 2147483647 h 2186"/>
                <a:gd name="T8" fmla="*/ 2147483647 w 3581"/>
                <a:gd name="T9" fmla="*/ 2147483647 h 2186"/>
                <a:gd name="T10" fmla="*/ 2147483647 w 3581"/>
                <a:gd name="T11" fmla="*/ 2147483647 h 2186"/>
                <a:gd name="T12" fmla="*/ 2147483647 w 3581"/>
                <a:gd name="T13" fmla="*/ 2147483647 h 2186"/>
                <a:gd name="T14" fmla="*/ 2147483647 w 3581"/>
                <a:gd name="T15" fmla="*/ 2147483647 h 2186"/>
                <a:gd name="T16" fmla="*/ 2147483647 w 3581"/>
                <a:gd name="T17" fmla="*/ 2147483647 h 2186"/>
                <a:gd name="T18" fmla="*/ 2147483647 w 3581"/>
                <a:gd name="T19" fmla="*/ 2147483647 h 2186"/>
                <a:gd name="T20" fmla="*/ 2147483647 w 3581"/>
                <a:gd name="T21" fmla="*/ 2147483647 h 2186"/>
                <a:gd name="T22" fmla="*/ 2147483647 w 3581"/>
                <a:gd name="T23" fmla="*/ 2147483647 h 2186"/>
                <a:gd name="T24" fmla="*/ 2147483647 w 3581"/>
                <a:gd name="T25" fmla="*/ 2147483647 h 2186"/>
                <a:gd name="T26" fmla="*/ 2147483647 w 3581"/>
                <a:gd name="T27" fmla="*/ 2147483647 h 2186"/>
                <a:gd name="T28" fmla="*/ 2147483647 w 3581"/>
                <a:gd name="T29" fmla="*/ 2147483647 h 2186"/>
                <a:gd name="T30" fmla="*/ 2147483647 w 3581"/>
                <a:gd name="T31" fmla="*/ 2147483647 h 2186"/>
                <a:gd name="T32" fmla="*/ 2147483647 w 3581"/>
                <a:gd name="T33" fmla="*/ 2147483647 h 2186"/>
                <a:gd name="T34" fmla="*/ 2147483647 w 3581"/>
                <a:gd name="T35" fmla="*/ 2147483647 h 2186"/>
                <a:gd name="T36" fmla="*/ 2147483647 w 3581"/>
                <a:gd name="T37" fmla="*/ 2147483647 h 2186"/>
                <a:gd name="T38" fmla="*/ 2147483647 w 3581"/>
                <a:gd name="T39" fmla="*/ 2147483647 h 2186"/>
                <a:gd name="T40" fmla="*/ 2147483647 w 3581"/>
                <a:gd name="T41" fmla="*/ 2147483647 h 2186"/>
                <a:gd name="T42" fmla="*/ 2147483647 w 3581"/>
                <a:gd name="T43" fmla="*/ 2147483647 h 2186"/>
                <a:gd name="T44" fmla="*/ 2147483647 w 3581"/>
                <a:gd name="T45" fmla="*/ 2147483647 h 2186"/>
                <a:gd name="T46" fmla="*/ 2147483647 w 3581"/>
                <a:gd name="T47" fmla="*/ 2147483647 h 2186"/>
                <a:gd name="T48" fmla="*/ 2147483647 w 3581"/>
                <a:gd name="T49" fmla="*/ 0 h 2186"/>
                <a:gd name="T50" fmla="*/ 2147483647 w 3581"/>
                <a:gd name="T51" fmla="*/ 0 h 2186"/>
                <a:gd name="T52" fmla="*/ 2147483647 w 3581"/>
                <a:gd name="T53" fmla="*/ 2147483647 h 2186"/>
                <a:gd name="T54" fmla="*/ 2147483647 w 3581"/>
                <a:gd name="T55" fmla="*/ 2147483647 h 2186"/>
                <a:gd name="T56" fmla="*/ 2147483647 w 3581"/>
                <a:gd name="T57" fmla="*/ 2147483647 h 2186"/>
                <a:gd name="T58" fmla="*/ 2147483647 w 3581"/>
                <a:gd name="T59" fmla="*/ 2147483647 h 2186"/>
                <a:gd name="T60" fmla="*/ 2147483647 w 3581"/>
                <a:gd name="T61" fmla="*/ 2147483647 h 2186"/>
                <a:gd name="T62" fmla="*/ 2147483647 w 3581"/>
                <a:gd name="T63" fmla="*/ 2147483647 h 2186"/>
                <a:gd name="T64" fmla="*/ 2147483647 w 3581"/>
                <a:gd name="T65" fmla="*/ 2147483647 h 2186"/>
                <a:gd name="T66" fmla="*/ 2147483647 w 3581"/>
                <a:gd name="T67" fmla="*/ 2147483647 h 2186"/>
                <a:gd name="T68" fmla="*/ 2147483647 w 3581"/>
                <a:gd name="T69" fmla="*/ 2147483647 h 2186"/>
                <a:gd name="T70" fmla="*/ 2147483647 w 3581"/>
                <a:gd name="T71" fmla="*/ 2147483647 h 2186"/>
                <a:gd name="T72" fmla="*/ 2147483647 w 3581"/>
                <a:gd name="T73" fmla="*/ 2147483647 h 2186"/>
                <a:gd name="T74" fmla="*/ 2147483647 w 3581"/>
                <a:gd name="T75" fmla="*/ 2147483647 h 2186"/>
                <a:gd name="T76" fmla="*/ 2147483647 w 3581"/>
                <a:gd name="T77" fmla="*/ 2147483647 h 2186"/>
                <a:gd name="T78" fmla="*/ 2147483647 w 3581"/>
                <a:gd name="T79" fmla="*/ 2147483647 h 2186"/>
                <a:gd name="T80" fmla="*/ 2147483647 w 3581"/>
                <a:gd name="T81" fmla="*/ 2147483647 h 2186"/>
                <a:gd name="T82" fmla="*/ 0 w 3581"/>
                <a:gd name="T83" fmla="*/ 2147483647 h 2186"/>
                <a:gd name="T84" fmla="*/ 0 w 3581"/>
                <a:gd name="T85" fmla="*/ 2147483647 h 2186"/>
                <a:gd name="T86" fmla="*/ 0 w 3581"/>
                <a:gd name="T87" fmla="*/ 2147483647 h 2186"/>
                <a:gd name="T88" fmla="*/ 2147483647 w 3581"/>
                <a:gd name="T89" fmla="*/ 2147483647 h 2186"/>
                <a:gd name="T90" fmla="*/ 2147483647 w 3581"/>
                <a:gd name="T91" fmla="*/ 2147483647 h 2186"/>
                <a:gd name="T92" fmla="*/ 2147483647 w 3581"/>
                <a:gd name="T93" fmla="*/ 2147483647 h 2186"/>
                <a:gd name="T94" fmla="*/ 2147483647 w 3581"/>
                <a:gd name="T95" fmla="*/ 0 h 21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581"/>
                <a:gd name="T145" fmla="*/ 0 h 2186"/>
                <a:gd name="T146" fmla="*/ 3581 w 3581"/>
                <a:gd name="T147" fmla="*/ 2186 h 218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581" h="2186">
                  <a:moveTo>
                    <a:pt x="138" y="8"/>
                  </a:moveTo>
                  <a:lnTo>
                    <a:pt x="84" y="16"/>
                  </a:lnTo>
                  <a:lnTo>
                    <a:pt x="92" y="16"/>
                  </a:lnTo>
                  <a:lnTo>
                    <a:pt x="54" y="46"/>
                  </a:lnTo>
                  <a:lnTo>
                    <a:pt x="23" y="92"/>
                  </a:lnTo>
                  <a:lnTo>
                    <a:pt x="23" y="85"/>
                  </a:lnTo>
                  <a:lnTo>
                    <a:pt x="8" y="138"/>
                  </a:lnTo>
                  <a:lnTo>
                    <a:pt x="8" y="1086"/>
                  </a:lnTo>
                  <a:lnTo>
                    <a:pt x="8" y="2041"/>
                  </a:lnTo>
                  <a:lnTo>
                    <a:pt x="23" y="2095"/>
                  </a:lnTo>
                  <a:lnTo>
                    <a:pt x="54" y="2141"/>
                  </a:lnTo>
                  <a:lnTo>
                    <a:pt x="92" y="2171"/>
                  </a:lnTo>
                  <a:lnTo>
                    <a:pt x="84" y="2171"/>
                  </a:lnTo>
                  <a:lnTo>
                    <a:pt x="138" y="2179"/>
                  </a:lnTo>
                  <a:lnTo>
                    <a:pt x="1783" y="2179"/>
                  </a:lnTo>
                  <a:lnTo>
                    <a:pt x="3436" y="2179"/>
                  </a:lnTo>
                  <a:lnTo>
                    <a:pt x="3490" y="2171"/>
                  </a:lnTo>
                  <a:lnTo>
                    <a:pt x="3528" y="2141"/>
                  </a:lnTo>
                  <a:lnTo>
                    <a:pt x="3558" y="2095"/>
                  </a:lnTo>
                  <a:lnTo>
                    <a:pt x="3574" y="2041"/>
                  </a:lnTo>
                  <a:lnTo>
                    <a:pt x="3574" y="1086"/>
                  </a:lnTo>
                  <a:lnTo>
                    <a:pt x="3574" y="138"/>
                  </a:lnTo>
                  <a:lnTo>
                    <a:pt x="3558" y="85"/>
                  </a:lnTo>
                  <a:lnTo>
                    <a:pt x="3558" y="92"/>
                  </a:lnTo>
                  <a:lnTo>
                    <a:pt x="3528" y="46"/>
                  </a:lnTo>
                  <a:lnTo>
                    <a:pt x="3490" y="16"/>
                  </a:lnTo>
                  <a:lnTo>
                    <a:pt x="3436" y="8"/>
                  </a:lnTo>
                  <a:lnTo>
                    <a:pt x="1783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783" y="0"/>
                  </a:lnTo>
                  <a:lnTo>
                    <a:pt x="3436" y="0"/>
                  </a:lnTo>
                  <a:lnTo>
                    <a:pt x="3490" y="8"/>
                  </a:lnTo>
                  <a:lnTo>
                    <a:pt x="3497" y="8"/>
                  </a:lnTo>
                  <a:lnTo>
                    <a:pt x="3536" y="39"/>
                  </a:lnTo>
                  <a:lnTo>
                    <a:pt x="3566" y="85"/>
                  </a:lnTo>
                  <a:lnTo>
                    <a:pt x="3581" y="138"/>
                  </a:lnTo>
                  <a:lnTo>
                    <a:pt x="3581" y="1086"/>
                  </a:lnTo>
                  <a:lnTo>
                    <a:pt x="3581" y="2041"/>
                  </a:lnTo>
                  <a:lnTo>
                    <a:pt x="3566" y="2095"/>
                  </a:lnTo>
                  <a:lnTo>
                    <a:pt x="3566" y="2102"/>
                  </a:lnTo>
                  <a:lnTo>
                    <a:pt x="3536" y="2148"/>
                  </a:lnTo>
                  <a:lnTo>
                    <a:pt x="3497" y="2179"/>
                  </a:lnTo>
                  <a:lnTo>
                    <a:pt x="3490" y="2179"/>
                  </a:lnTo>
                  <a:lnTo>
                    <a:pt x="3436" y="2186"/>
                  </a:lnTo>
                  <a:lnTo>
                    <a:pt x="1783" y="2186"/>
                  </a:lnTo>
                  <a:lnTo>
                    <a:pt x="138" y="2186"/>
                  </a:lnTo>
                  <a:lnTo>
                    <a:pt x="84" y="2179"/>
                  </a:lnTo>
                  <a:lnTo>
                    <a:pt x="46" y="2148"/>
                  </a:lnTo>
                  <a:lnTo>
                    <a:pt x="16" y="2102"/>
                  </a:lnTo>
                  <a:lnTo>
                    <a:pt x="16" y="2095"/>
                  </a:lnTo>
                  <a:lnTo>
                    <a:pt x="0" y="2041"/>
                  </a:lnTo>
                  <a:lnTo>
                    <a:pt x="0" y="1086"/>
                  </a:lnTo>
                  <a:lnTo>
                    <a:pt x="0" y="138"/>
                  </a:lnTo>
                  <a:lnTo>
                    <a:pt x="16" y="85"/>
                  </a:lnTo>
                  <a:lnTo>
                    <a:pt x="46" y="39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9" name="Freeform 149">
              <a:extLst>
                <a:ext uri="{FF2B5EF4-FFF2-40B4-BE49-F238E27FC236}">
                  <a16:creationId xmlns:a16="http://schemas.microsoft.com/office/drawing/2014/main" id="{E40F57E6-1F1A-0D92-3028-2E6146C8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14863" cy="2597150"/>
            </a:xfrm>
            <a:custGeom>
              <a:avLst/>
              <a:gdLst>
                <a:gd name="T0" fmla="*/ 2147483647 w 2907"/>
                <a:gd name="T1" fmla="*/ 0 h 1636"/>
                <a:gd name="T2" fmla="*/ 2147483647 w 2907"/>
                <a:gd name="T3" fmla="*/ 2147483647 h 1636"/>
                <a:gd name="T4" fmla="*/ 2147483647 w 2907"/>
                <a:gd name="T5" fmla="*/ 2147483647 h 1636"/>
                <a:gd name="T6" fmla="*/ 2147483647 w 2907"/>
                <a:gd name="T7" fmla="*/ 2147483647 h 1636"/>
                <a:gd name="T8" fmla="*/ 0 w 2907"/>
                <a:gd name="T9" fmla="*/ 2147483647 h 1636"/>
                <a:gd name="T10" fmla="*/ 0 w 2907"/>
                <a:gd name="T11" fmla="*/ 2147483647 h 1636"/>
                <a:gd name="T12" fmla="*/ 0 w 2907"/>
                <a:gd name="T13" fmla="*/ 2147483647 h 1636"/>
                <a:gd name="T14" fmla="*/ 2147483647 w 2907"/>
                <a:gd name="T15" fmla="*/ 2147483647 h 1636"/>
                <a:gd name="T16" fmla="*/ 2147483647 w 2907"/>
                <a:gd name="T17" fmla="*/ 2147483647 h 1636"/>
                <a:gd name="T18" fmla="*/ 2147483647 w 2907"/>
                <a:gd name="T19" fmla="*/ 2147483647 h 1636"/>
                <a:gd name="T20" fmla="*/ 2147483647 w 2907"/>
                <a:gd name="T21" fmla="*/ 2147483647 h 1636"/>
                <a:gd name="T22" fmla="*/ 2147483647 w 2907"/>
                <a:gd name="T23" fmla="*/ 2147483647 h 1636"/>
                <a:gd name="T24" fmla="*/ 2147483647 w 2907"/>
                <a:gd name="T25" fmla="*/ 2147483647 h 1636"/>
                <a:gd name="T26" fmla="*/ 2147483647 w 2907"/>
                <a:gd name="T27" fmla="*/ 2147483647 h 1636"/>
                <a:gd name="T28" fmla="*/ 2147483647 w 2907"/>
                <a:gd name="T29" fmla="*/ 2147483647 h 1636"/>
                <a:gd name="T30" fmla="*/ 2147483647 w 2907"/>
                <a:gd name="T31" fmla="*/ 2147483647 h 1636"/>
                <a:gd name="T32" fmla="*/ 2147483647 w 2907"/>
                <a:gd name="T33" fmla="*/ 2147483647 h 1636"/>
                <a:gd name="T34" fmla="*/ 2147483647 w 2907"/>
                <a:gd name="T35" fmla="*/ 2147483647 h 1636"/>
                <a:gd name="T36" fmla="*/ 2147483647 w 2907"/>
                <a:gd name="T37" fmla="*/ 2147483647 h 1636"/>
                <a:gd name="T38" fmla="*/ 2147483647 w 2907"/>
                <a:gd name="T39" fmla="*/ 2147483647 h 1636"/>
                <a:gd name="T40" fmla="*/ 2147483647 w 2907"/>
                <a:gd name="T41" fmla="*/ 2147483647 h 1636"/>
                <a:gd name="T42" fmla="*/ 2147483647 w 2907"/>
                <a:gd name="T43" fmla="*/ 2147483647 h 1636"/>
                <a:gd name="T44" fmla="*/ 2147483647 w 2907"/>
                <a:gd name="T45" fmla="*/ 0 h 1636"/>
                <a:gd name="T46" fmla="*/ 2147483647 w 2907"/>
                <a:gd name="T47" fmla="*/ 0 h 1636"/>
                <a:gd name="T48" fmla="*/ 2147483647 w 2907"/>
                <a:gd name="T49" fmla="*/ 0 h 16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07"/>
                <a:gd name="T76" fmla="*/ 0 h 1636"/>
                <a:gd name="T77" fmla="*/ 2907 w 2907"/>
                <a:gd name="T78" fmla="*/ 1636 h 16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07" h="1636">
                  <a:moveTo>
                    <a:pt x="137" y="0"/>
                  </a:moveTo>
                  <a:lnTo>
                    <a:pt x="84" y="8"/>
                  </a:lnTo>
                  <a:lnTo>
                    <a:pt x="38" y="39"/>
                  </a:lnTo>
                  <a:lnTo>
                    <a:pt x="7" y="84"/>
                  </a:lnTo>
                  <a:lnTo>
                    <a:pt x="0" y="138"/>
                  </a:lnTo>
                  <a:lnTo>
                    <a:pt x="0" y="818"/>
                  </a:lnTo>
                  <a:lnTo>
                    <a:pt x="0" y="1499"/>
                  </a:lnTo>
                  <a:lnTo>
                    <a:pt x="7" y="1552"/>
                  </a:lnTo>
                  <a:lnTo>
                    <a:pt x="38" y="1590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62" y="39"/>
                  </a:lnTo>
                  <a:lnTo>
                    <a:pt x="2823" y="8"/>
                  </a:lnTo>
                  <a:lnTo>
                    <a:pt x="2770" y="0"/>
                  </a:lnTo>
                  <a:lnTo>
                    <a:pt x="1454" y="0"/>
                  </a:lnTo>
                  <a:lnTo>
                    <a:pt x="13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0" name="Freeform 150">
              <a:extLst>
                <a:ext uri="{FF2B5EF4-FFF2-40B4-BE49-F238E27FC236}">
                  <a16:creationId xmlns:a16="http://schemas.microsoft.com/office/drawing/2014/main" id="{64408AD7-5753-5B0C-AD5F-E4E134C5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207097"/>
              <a:ext cx="4627563" cy="2609850"/>
            </a:xfrm>
            <a:custGeom>
              <a:avLst/>
              <a:gdLst>
                <a:gd name="T0" fmla="*/ 2147483647 w 2915"/>
                <a:gd name="T1" fmla="*/ 2147483647 h 1644"/>
                <a:gd name="T2" fmla="*/ 2147483647 w 2915"/>
                <a:gd name="T3" fmla="*/ 2147483647 h 1644"/>
                <a:gd name="T4" fmla="*/ 2147483647 w 2915"/>
                <a:gd name="T5" fmla="*/ 2147483647 h 1644"/>
                <a:gd name="T6" fmla="*/ 2147483647 w 2915"/>
                <a:gd name="T7" fmla="*/ 2147483647 h 1644"/>
                <a:gd name="T8" fmla="*/ 2147483647 w 2915"/>
                <a:gd name="T9" fmla="*/ 2147483647 h 1644"/>
                <a:gd name="T10" fmla="*/ 2147483647 w 2915"/>
                <a:gd name="T11" fmla="*/ 2147483647 h 1644"/>
                <a:gd name="T12" fmla="*/ 2147483647 w 2915"/>
                <a:gd name="T13" fmla="*/ 2147483647 h 1644"/>
                <a:gd name="T14" fmla="*/ 2147483647 w 2915"/>
                <a:gd name="T15" fmla="*/ 2147483647 h 1644"/>
                <a:gd name="T16" fmla="*/ 2147483647 w 2915"/>
                <a:gd name="T17" fmla="*/ 2147483647 h 1644"/>
                <a:gd name="T18" fmla="*/ 2147483647 w 2915"/>
                <a:gd name="T19" fmla="*/ 2147483647 h 1644"/>
                <a:gd name="T20" fmla="*/ 2147483647 w 2915"/>
                <a:gd name="T21" fmla="*/ 2147483647 h 1644"/>
                <a:gd name="T22" fmla="*/ 2147483647 w 2915"/>
                <a:gd name="T23" fmla="*/ 2147483647 h 1644"/>
                <a:gd name="T24" fmla="*/ 2147483647 w 2915"/>
                <a:gd name="T25" fmla="*/ 2147483647 h 1644"/>
                <a:gd name="T26" fmla="*/ 2147483647 w 2915"/>
                <a:gd name="T27" fmla="*/ 2147483647 h 1644"/>
                <a:gd name="T28" fmla="*/ 2147483647 w 2915"/>
                <a:gd name="T29" fmla="*/ 2147483647 h 1644"/>
                <a:gd name="T30" fmla="*/ 2147483647 w 2915"/>
                <a:gd name="T31" fmla="*/ 2147483647 h 1644"/>
                <a:gd name="T32" fmla="*/ 2147483647 w 2915"/>
                <a:gd name="T33" fmla="*/ 2147483647 h 1644"/>
                <a:gd name="T34" fmla="*/ 2147483647 w 2915"/>
                <a:gd name="T35" fmla="*/ 2147483647 h 1644"/>
                <a:gd name="T36" fmla="*/ 2147483647 w 2915"/>
                <a:gd name="T37" fmla="*/ 2147483647 h 1644"/>
                <a:gd name="T38" fmla="*/ 2147483647 w 2915"/>
                <a:gd name="T39" fmla="*/ 2147483647 h 1644"/>
                <a:gd name="T40" fmla="*/ 2147483647 w 2915"/>
                <a:gd name="T41" fmla="*/ 2147483647 h 1644"/>
                <a:gd name="T42" fmla="*/ 2147483647 w 2915"/>
                <a:gd name="T43" fmla="*/ 2147483647 h 1644"/>
                <a:gd name="T44" fmla="*/ 2147483647 w 2915"/>
                <a:gd name="T45" fmla="*/ 2147483647 h 1644"/>
                <a:gd name="T46" fmla="*/ 2147483647 w 2915"/>
                <a:gd name="T47" fmla="*/ 2147483647 h 1644"/>
                <a:gd name="T48" fmla="*/ 2147483647 w 2915"/>
                <a:gd name="T49" fmla="*/ 0 h 1644"/>
                <a:gd name="T50" fmla="*/ 2147483647 w 2915"/>
                <a:gd name="T51" fmla="*/ 0 h 1644"/>
                <a:gd name="T52" fmla="*/ 2147483647 w 2915"/>
                <a:gd name="T53" fmla="*/ 2147483647 h 1644"/>
                <a:gd name="T54" fmla="*/ 2147483647 w 2915"/>
                <a:gd name="T55" fmla="*/ 2147483647 h 1644"/>
                <a:gd name="T56" fmla="*/ 2147483647 w 2915"/>
                <a:gd name="T57" fmla="*/ 2147483647 h 1644"/>
                <a:gd name="T58" fmla="*/ 2147483647 w 2915"/>
                <a:gd name="T59" fmla="*/ 2147483647 h 1644"/>
                <a:gd name="T60" fmla="*/ 2147483647 w 2915"/>
                <a:gd name="T61" fmla="*/ 2147483647 h 1644"/>
                <a:gd name="T62" fmla="*/ 2147483647 w 2915"/>
                <a:gd name="T63" fmla="*/ 2147483647 h 1644"/>
                <a:gd name="T64" fmla="*/ 2147483647 w 2915"/>
                <a:gd name="T65" fmla="*/ 2147483647 h 1644"/>
                <a:gd name="T66" fmla="*/ 2147483647 w 2915"/>
                <a:gd name="T67" fmla="*/ 2147483647 h 1644"/>
                <a:gd name="T68" fmla="*/ 2147483647 w 2915"/>
                <a:gd name="T69" fmla="*/ 2147483647 h 1644"/>
                <a:gd name="T70" fmla="*/ 2147483647 w 2915"/>
                <a:gd name="T71" fmla="*/ 2147483647 h 1644"/>
                <a:gd name="T72" fmla="*/ 2147483647 w 2915"/>
                <a:gd name="T73" fmla="*/ 2147483647 h 1644"/>
                <a:gd name="T74" fmla="*/ 2147483647 w 2915"/>
                <a:gd name="T75" fmla="*/ 2147483647 h 1644"/>
                <a:gd name="T76" fmla="*/ 2147483647 w 2915"/>
                <a:gd name="T77" fmla="*/ 2147483647 h 1644"/>
                <a:gd name="T78" fmla="*/ 2147483647 w 2915"/>
                <a:gd name="T79" fmla="*/ 2147483647 h 1644"/>
                <a:gd name="T80" fmla="*/ 2147483647 w 2915"/>
                <a:gd name="T81" fmla="*/ 2147483647 h 1644"/>
                <a:gd name="T82" fmla="*/ 0 w 2915"/>
                <a:gd name="T83" fmla="*/ 2147483647 h 1644"/>
                <a:gd name="T84" fmla="*/ 0 w 2915"/>
                <a:gd name="T85" fmla="*/ 2147483647 h 1644"/>
                <a:gd name="T86" fmla="*/ 0 w 2915"/>
                <a:gd name="T87" fmla="*/ 2147483647 h 1644"/>
                <a:gd name="T88" fmla="*/ 2147483647 w 2915"/>
                <a:gd name="T89" fmla="*/ 2147483647 h 1644"/>
                <a:gd name="T90" fmla="*/ 2147483647 w 2915"/>
                <a:gd name="T91" fmla="*/ 2147483647 h 1644"/>
                <a:gd name="T92" fmla="*/ 2147483647 w 2915"/>
                <a:gd name="T93" fmla="*/ 2147483647 h 1644"/>
                <a:gd name="T94" fmla="*/ 2147483647 w 2915"/>
                <a:gd name="T95" fmla="*/ 0 h 16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915"/>
                <a:gd name="T145" fmla="*/ 0 h 1644"/>
                <a:gd name="T146" fmla="*/ 2915 w 2915"/>
                <a:gd name="T147" fmla="*/ 1644 h 16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915" h="1644">
                  <a:moveTo>
                    <a:pt x="137" y="8"/>
                  </a:moveTo>
                  <a:lnTo>
                    <a:pt x="84" y="16"/>
                  </a:lnTo>
                  <a:lnTo>
                    <a:pt x="91" y="16"/>
                  </a:lnTo>
                  <a:lnTo>
                    <a:pt x="46" y="46"/>
                  </a:lnTo>
                  <a:lnTo>
                    <a:pt x="15" y="92"/>
                  </a:lnTo>
                  <a:lnTo>
                    <a:pt x="15" y="84"/>
                  </a:lnTo>
                  <a:lnTo>
                    <a:pt x="7" y="138"/>
                  </a:lnTo>
                  <a:lnTo>
                    <a:pt x="7" y="818"/>
                  </a:lnTo>
                  <a:lnTo>
                    <a:pt x="7" y="1499"/>
                  </a:lnTo>
                  <a:lnTo>
                    <a:pt x="15" y="1552"/>
                  </a:lnTo>
                  <a:lnTo>
                    <a:pt x="46" y="1590"/>
                  </a:lnTo>
                  <a:lnTo>
                    <a:pt x="91" y="1621"/>
                  </a:lnTo>
                  <a:lnTo>
                    <a:pt x="84" y="1621"/>
                  </a:lnTo>
                  <a:lnTo>
                    <a:pt x="137" y="1636"/>
                  </a:lnTo>
                  <a:lnTo>
                    <a:pt x="1454" y="1636"/>
                  </a:lnTo>
                  <a:lnTo>
                    <a:pt x="2770" y="1636"/>
                  </a:lnTo>
                  <a:lnTo>
                    <a:pt x="2823" y="1621"/>
                  </a:lnTo>
                  <a:lnTo>
                    <a:pt x="2862" y="1590"/>
                  </a:lnTo>
                  <a:lnTo>
                    <a:pt x="2892" y="1552"/>
                  </a:lnTo>
                  <a:lnTo>
                    <a:pt x="2907" y="1499"/>
                  </a:lnTo>
                  <a:lnTo>
                    <a:pt x="2907" y="818"/>
                  </a:lnTo>
                  <a:lnTo>
                    <a:pt x="2907" y="138"/>
                  </a:lnTo>
                  <a:lnTo>
                    <a:pt x="2892" y="84"/>
                  </a:lnTo>
                  <a:lnTo>
                    <a:pt x="2892" y="92"/>
                  </a:lnTo>
                  <a:lnTo>
                    <a:pt x="2862" y="46"/>
                  </a:lnTo>
                  <a:lnTo>
                    <a:pt x="2823" y="16"/>
                  </a:lnTo>
                  <a:lnTo>
                    <a:pt x="2770" y="8"/>
                  </a:lnTo>
                  <a:lnTo>
                    <a:pt x="1454" y="8"/>
                  </a:lnTo>
                  <a:lnTo>
                    <a:pt x="137" y="8"/>
                  </a:lnTo>
                  <a:lnTo>
                    <a:pt x="137" y="0"/>
                  </a:lnTo>
                  <a:lnTo>
                    <a:pt x="1454" y="0"/>
                  </a:lnTo>
                  <a:lnTo>
                    <a:pt x="2770" y="0"/>
                  </a:lnTo>
                  <a:lnTo>
                    <a:pt x="2823" y="8"/>
                  </a:lnTo>
                  <a:lnTo>
                    <a:pt x="2831" y="8"/>
                  </a:lnTo>
                  <a:lnTo>
                    <a:pt x="2869" y="39"/>
                  </a:lnTo>
                  <a:lnTo>
                    <a:pt x="2900" y="84"/>
                  </a:lnTo>
                  <a:lnTo>
                    <a:pt x="2915" y="138"/>
                  </a:lnTo>
                  <a:lnTo>
                    <a:pt x="2915" y="818"/>
                  </a:lnTo>
                  <a:lnTo>
                    <a:pt x="2915" y="1499"/>
                  </a:lnTo>
                  <a:lnTo>
                    <a:pt x="2900" y="1552"/>
                  </a:lnTo>
                  <a:lnTo>
                    <a:pt x="2900" y="1560"/>
                  </a:lnTo>
                  <a:lnTo>
                    <a:pt x="2869" y="1598"/>
                  </a:lnTo>
                  <a:lnTo>
                    <a:pt x="2831" y="1628"/>
                  </a:lnTo>
                  <a:lnTo>
                    <a:pt x="2823" y="1628"/>
                  </a:lnTo>
                  <a:lnTo>
                    <a:pt x="2770" y="1644"/>
                  </a:lnTo>
                  <a:lnTo>
                    <a:pt x="1454" y="1644"/>
                  </a:lnTo>
                  <a:lnTo>
                    <a:pt x="137" y="1644"/>
                  </a:lnTo>
                  <a:lnTo>
                    <a:pt x="84" y="1628"/>
                  </a:lnTo>
                  <a:lnTo>
                    <a:pt x="38" y="1598"/>
                  </a:lnTo>
                  <a:lnTo>
                    <a:pt x="7" y="1560"/>
                  </a:lnTo>
                  <a:lnTo>
                    <a:pt x="7" y="1552"/>
                  </a:lnTo>
                  <a:lnTo>
                    <a:pt x="0" y="1499"/>
                  </a:lnTo>
                  <a:lnTo>
                    <a:pt x="0" y="818"/>
                  </a:lnTo>
                  <a:lnTo>
                    <a:pt x="0" y="138"/>
                  </a:lnTo>
                  <a:lnTo>
                    <a:pt x="7" y="84"/>
                  </a:lnTo>
                  <a:lnTo>
                    <a:pt x="38" y="39"/>
                  </a:lnTo>
                  <a:lnTo>
                    <a:pt x="84" y="8"/>
                  </a:lnTo>
                  <a:lnTo>
                    <a:pt x="137" y="0"/>
                  </a:lnTo>
                  <a:lnTo>
                    <a:pt x="13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1" name="Freeform 151">
              <a:extLst>
                <a:ext uri="{FF2B5EF4-FFF2-40B4-BE49-F238E27FC236}">
                  <a16:creationId xmlns:a16="http://schemas.microsoft.com/office/drawing/2014/main" id="{07A5FA26-898F-C5F5-73F5-B5630587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86150" cy="2001838"/>
            </a:xfrm>
            <a:custGeom>
              <a:avLst/>
              <a:gdLst>
                <a:gd name="T0" fmla="*/ 2147483647 w 2196"/>
                <a:gd name="T1" fmla="*/ 0 h 1261"/>
                <a:gd name="T2" fmla="*/ 2147483647 w 2196"/>
                <a:gd name="T3" fmla="*/ 2147483647 h 1261"/>
                <a:gd name="T4" fmla="*/ 2147483647 w 2196"/>
                <a:gd name="T5" fmla="*/ 2147483647 h 1261"/>
                <a:gd name="T6" fmla="*/ 2147483647 w 2196"/>
                <a:gd name="T7" fmla="*/ 2147483647 h 1261"/>
                <a:gd name="T8" fmla="*/ 0 w 2196"/>
                <a:gd name="T9" fmla="*/ 2147483647 h 1261"/>
                <a:gd name="T10" fmla="*/ 0 w 2196"/>
                <a:gd name="T11" fmla="*/ 2147483647 h 1261"/>
                <a:gd name="T12" fmla="*/ 0 w 2196"/>
                <a:gd name="T13" fmla="*/ 2147483647 h 1261"/>
                <a:gd name="T14" fmla="*/ 2147483647 w 2196"/>
                <a:gd name="T15" fmla="*/ 2147483647 h 1261"/>
                <a:gd name="T16" fmla="*/ 2147483647 w 2196"/>
                <a:gd name="T17" fmla="*/ 2147483647 h 1261"/>
                <a:gd name="T18" fmla="*/ 2147483647 w 2196"/>
                <a:gd name="T19" fmla="*/ 2147483647 h 1261"/>
                <a:gd name="T20" fmla="*/ 2147483647 w 2196"/>
                <a:gd name="T21" fmla="*/ 2147483647 h 1261"/>
                <a:gd name="T22" fmla="*/ 2147483647 w 2196"/>
                <a:gd name="T23" fmla="*/ 2147483647 h 1261"/>
                <a:gd name="T24" fmla="*/ 2147483647 w 2196"/>
                <a:gd name="T25" fmla="*/ 2147483647 h 1261"/>
                <a:gd name="T26" fmla="*/ 2147483647 w 2196"/>
                <a:gd name="T27" fmla="*/ 2147483647 h 1261"/>
                <a:gd name="T28" fmla="*/ 2147483647 w 2196"/>
                <a:gd name="T29" fmla="*/ 2147483647 h 1261"/>
                <a:gd name="T30" fmla="*/ 2147483647 w 2196"/>
                <a:gd name="T31" fmla="*/ 2147483647 h 1261"/>
                <a:gd name="T32" fmla="*/ 2147483647 w 2196"/>
                <a:gd name="T33" fmla="*/ 2147483647 h 1261"/>
                <a:gd name="T34" fmla="*/ 2147483647 w 2196"/>
                <a:gd name="T35" fmla="*/ 2147483647 h 1261"/>
                <a:gd name="T36" fmla="*/ 2147483647 w 2196"/>
                <a:gd name="T37" fmla="*/ 2147483647 h 1261"/>
                <a:gd name="T38" fmla="*/ 2147483647 w 2196"/>
                <a:gd name="T39" fmla="*/ 2147483647 h 1261"/>
                <a:gd name="T40" fmla="*/ 2147483647 w 2196"/>
                <a:gd name="T41" fmla="*/ 2147483647 h 1261"/>
                <a:gd name="T42" fmla="*/ 2147483647 w 2196"/>
                <a:gd name="T43" fmla="*/ 2147483647 h 1261"/>
                <a:gd name="T44" fmla="*/ 2147483647 w 2196"/>
                <a:gd name="T45" fmla="*/ 0 h 1261"/>
                <a:gd name="T46" fmla="*/ 2147483647 w 2196"/>
                <a:gd name="T47" fmla="*/ 0 h 1261"/>
                <a:gd name="T48" fmla="*/ 2147483647 w 2196"/>
                <a:gd name="T49" fmla="*/ 0 h 12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96"/>
                <a:gd name="T76" fmla="*/ 0 h 1261"/>
                <a:gd name="T77" fmla="*/ 2196 w 2196"/>
                <a:gd name="T78" fmla="*/ 1261 h 126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96" h="1261">
                  <a:moveTo>
                    <a:pt x="138" y="0"/>
                  </a:moveTo>
                  <a:lnTo>
                    <a:pt x="84" y="8"/>
                  </a:lnTo>
                  <a:lnTo>
                    <a:pt x="39" y="38"/>
                  </a:lnTo>
                  <a:lnTo>
                    <a:pt x="8" y="84"/>
                  </a:lnTo>
                  <a:lnTo>
                    <a:pt x="0" y="138"/>
                  </a:lnTo>
                  <a:lnTo>
                    <a:pt x="0" y="627"/>
                  </a:lnTo>
                  <a:lnTo>
                    <a:pt x="0" y="1124"/>
                  </a:lnTo>
                  <a:lnTo>
                    <a:pt x="8" y="1177"/>
                  </a:lnTo>
                  <a:lnTo>
                    <a:pt x="39" y="1215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51" y="38"/>
                  </a:lnTo>
                  <a:lnTo>
                    <a:pt x="2112" y="8"/>
                  </a:lnTo>
                  <a:lnTo>
                    <a:pt x="2059" y="0"/>
                  </a:lnTo>
                  <a:lnTo>
                    <a:pt x="1095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B8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2" name="Freeform 152">
              <a:extLst>
                <a:ext uri="{FF2B5EF4-FFF2-40B4-BE49-F238E27FC236}">
                  <a16:creationId xmlns:a16="http://schemas.microsoft.com/office/drawing/2014/main" id="{E41BAC0B-AB27-E808-7168-9BEB79EB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802409"/>
              <a:ext cx="3498850" cy="2014538"/>
            </a:xfrm>
            <a:custGeom>
              <a:avLst/>
              <a:gdLst>
                <a:gd name="T0" fmla="*/ 2147483647 w 2204"/>
                <a:gd name="T1" fmla="*/ 2147483647 h 1269"/>
                <a:gd name="T2" fmla="*/ 2147483647 w 2204"/>
                <a:gd name="T3" fmla="*/ 2147483647 h 1269"/>
                <a:gd name="T4" fmla="*/ 2147483647 w 2204"/>
                <a:gd name="T5" fmla="*/ 2147483647 h 1269"/>
                <a:gd name="T6" fmla="*/ 2147483647 w 2204"/>
                <a:gd name="T7" fmla="*/ 2147483647 h 1269"/>
                <a:gd name="T8" fmla="*/ 2147483647 w 2204"/>
                <a:gd name="T9" fmla="*/ 2147483647 h 1269"/>
                <a:gd name="T10" fmla="*/ 2147483647 w 2204"/>
                <a:gd name="T11" fmla="*/ 2147483647 h 1269"/>
                <a:gd name="T12" fmla="*/ 2147483647 w 2204"/>
                <a:gd name="T13" fmla="*/ 2147483647 h 1269"/>
                <a:gd name="T14" fmla="*/ 2147483647 w 2204"/>
                <a:gd name="T15" fmla="*/ 2147483647 h 1269"/>
                <a:gd name="T16" fmla="*/ 2147483647 w 2204"/>
                <a:gd name="T17" fmla="*/ 2147483647 h 1269"/>
                <a:gd name="T18" fmla="*/ 2147483647 w 2204"/>
                <a:gd name="T19" fmla="*/ 2147483647 h 1269"/>
                <a:gd name="T20" fmla="*/ 2147483647 w 2204"/>
                <a:gd name="T21" fmla="*/ 2147483647 h 1269"/>
                <a:gd name="T22" fmla="*/ 2147483647 w 2204"/>
                <a:gd name="T23" fmla="*/ 2147483647 h 1269"/>
                <a:gd name="T24" fmla="*/ 2147483647 w 2204"/>
                <a:gd name="T25" fmla="*/ 2147483647 h 1269"/>
                <a:gd name="T26" fmla="*/ 2147483647 w 2204"/>
                <a:gd name="T27" fmla="*/ 2147483647 h 1269"/>
                <a:gd name="T28" fmla="*/ 2147483647 w 2204"/>
                <a:gd name="T29" fmla="*/ 2147483647 h 1269"/>
                <a:gd name="T30" fmla="*/ 2147483647 w 2204"/>
                <a:gd name="T31" fmla="*/ 2147483647 h 1269"/>
                <a:gd name="T32" fmla="*/ 2147483647 w 2204"/>
                <a:gd name="T33" fmla="*/ 2147483647 h 1269"/>
                <a:gd name="T34" fmla="*/ 2147483647 w 2204"/>
                <a:gd name="T35" fmla="*/ 2147483647 h 1269"/>
                <a:gd name="T36" fmla="*/ 2147483647 w 2204"/>
                <a:gd name="T37" fmla="*/ 2147483647 h 1269"/>
                <a:gd name="T38" fmla="*/ 2147483647 w 2204"/>
                <a:gd name="T39" fmla="*/ 2147483647 h 1269"/>
                <a:gd name="T40" fmla="*/ 2147483647 w 2204"/>
                <a:gd name="T41" fmla="*/ 2147483647 h 1269"/>
                <a:gd name="T42" fmla="*/ 2147483647 w 2204"/>
                <a:gd name="T43" fmla="*/ 2147483647 h 1269"/>
                <a:gd name="T44" fmla="*/ 2147483647 w 2204"/>
                <a:gd name="T45" fmla="*/ 2147483647 h 1269"/>
                <a:gd name="T46" fmla="*/ 2147483647 w 2204"/>
                <a:gd name="T47" fmla="*/ 2147483647 h 1269"/>
                <a:gd name="T48" fmla="*/ 2147483647 w 2204"/>
                <a:gd name="T49" fmla="*/ 0 h 1269"/>
                <a:gd name="T50" fmla="*/ 2147483647 w 2204"/>
                <a:gd name="T51" fmla="*/ 0 h 1269"/>
                <a:gd name="T52" fmla="*/ 2147483647 w 2204"/>
                <a:gd name="T53" fmla="*/ 2147483647 h 1269"/>
                <a:gd name="T54" fmla="*/ 2147483647 w 2204"/>
                <a:gd name="T55" fmla="*/ 2147483647 h 1269"/>
                <a:gd name="T56" fmla="*/ 2147483647 w 2204"/>
                <a:gd name="T57" fmla="*/ 2147483647 h 1269"/>
                <a:gd name="T58" fmla="*/ 2147483647 w 2204"/>
                <a:gd name="T59" fmla="*/ 2147483647 h 1269"/>
                <a:gd name="T60" fmla="*/ 2147483647 w 2204"/>
                <a:gd name="T61" fmla="*/ 2147483647 h 1269"/>
                <a:gd name="T62" fmla="*/ 2147483647 w 2204"/>
                <a:gd name="T63" fmla="*/ 2147483647 h 1269"/>
                <a:gd name="T64" fmla="*/ 2147483647 w 2204"/>
                <a:gd name="T65" fmla="*/ 2147483647 h 1269"/>
                <a:gd name="T66" fmla="*/ 2147483647 w 2204"/>
                <a:gd name="T67" fmla="*/ 2147483647 h 1269"/>
                <a:gd name="T68" fmla="*/ 2147483647 w 2204"/>
                <a:gd name="T69" fmla="*/ 2147483647 h 1269"/>
                <a:gd name="T70" fmla="*/ 2147483647 w 2204"/>
                <a:gd name="T71" fmla="*/ 2147483647 h 1269"/>
                <a:gd name="T72" fmla="*/ 2147483647 w 2204"/>
                <a:gd name="T73" fmla="*/ 2147483647 h 1269"/>
                <a:gd name="T74" fmla="*/ 2147483647 w 2204"/>
                <a:gd name="T75" fmla="*/ 2147483647 h 1269"/>
                <a:gd name="T76" fmla="*/ 2147483647 w 2204"/>
                <a:gd name="T77" fmla="*/ 2147483647 h 1269"/>
                <a:gd name="T78" fmla="*/ 2147483647 w 2204"/>
                <a:gd name="T79" fmla="*/ 2147483647 h 1269"/>
                <a:gd name="T80" fmla="*/ 2147483647 w 2204"/>
                <a:gd name="T81" fmla="*/ 2147483647 h 1269"/>
                <a:gd name="T82" fmla="*/ 0 w 2204"/>
                <a:gd name="T83" fmla="*/ 2147483647 h 1269"/>
                <a:gd name="T84" fmla="*/ 0 w 2204"/>
                <a:gd name="T85" fmla="*/ 2147483647 h 1269"/>
                <a:gd name="T86" fmla="*/ 0 w 2204"/>
                <a:gd name="T87" fmla="*/ 2147483647 h 1269"/>
                <a:gd name="T88" fmla="*/ 2147483647 w 2204"/>
                <a:gd name="T89" fmla="*/ 2147483647 h 1269"/>
                <a:gd name="T90" fmla="*/ 2147483647 w 2204"/>
                <a:gd name="T91" fmla="*/ 2147483647 h 1269"/>
                <a:gd name="T92" fmla="*/ 2147483647 w 2204"/>
                <a:gd name="T93" fmla="*/ 2147483647 h 1269"/>
                <a:gd name="T94" fmla="*/ 2147483647 w 2204"/>
                <a:gd name="T95" fmla="*/ 0 h 12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04"/>
                <a:gd name="T145" fmla="*/ 0 h 1269"/>
                <a:gd name="T146" fmla="*/ 2204 w 2204"/>
                <a:gd name="T147" fmla="*/ 1269 h 126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04" h="1269">
                  <a:moveTo>
                    <a:pt x="138" y="8"/>
                  </a:moveTo>
                  <a:lnTo>
                    <a:pt x="84" y="15"/>
                  </a:lnTo>
                  <a:lnTo>
                    <a:pt x="92" y="15"/>
                  </a:lnTo>
                  <a:lnTo>
                    <a:pt x="46" y="46"/>
                  </a:lnTo>
                  <a:lnTo>
                    <a:pt x="16" y="92"/>
                  </a:lnTo>
                  <a:lnTo>
                    <a:pt x="16" y="84"/>
                  </a:lnTo>
                  <a:lnTo>
                    <a:pt x="8" y="138"/>
                  </a:lnTo>
                  <a:lnTo>
                    <a:pt x="8" y="627"/>
                  </a:lnTo>
                  <a:lnTo>
                    <a:pt x="8" y="1124"/>
                  </a:lnTo>
                  <a:lnTo>
                    <a:pt x="16" y="1177"/>
                  </a:lnTo>
                  <a:lnTo>
                    <a:pt x="46" y="1215"/>
                  </a:lnTo>
                  <a:lnTo>
                    <a:pt x="92" y="1246"/>
                  </a:lnTo>
                  <a:lnTo>
                    <a:pt x="84" y="1246"/>
                  </a:lnTo>
                  <a:lnTo>
                    <a:pt x="138" y="1261"/>
                  </a:lnTo>
                  <a:lnTo>
                    <a:pt x="1095" y="1261"/>
                  </a:lnTo>
                  <a:lnTo>
                    <a:pt x="2059" y="1261"/>
                  </a:lnTo>
                  <a:lnTo>
                    <a:pt x="2112" y="1246"/>
                  </a:lnTo>
                  <a:lnTo>
                    <a:pt x="2151" y="1215"/>
                  </a:lnTo>
                  <a:lnTo>
                    <a:pt x="2181" y="1177"/>
                  </a:lnTo>
                  <a:lnTo>
                    <a:pt x="2196" y="1124"/>
                  </a:lnTo>
                  <a:lnTo>
                    <a:pt x="2196" y="627"/>
                  </a:lnTo>
                  <a:lnTo>
                    <a:pt x="2196" y="138"/>
                  </a:lnTo>
                  <a:lnTo>
                    <a:pt x="2181" y="84"/>
                  </a:lnTo>
                  <a:lnTo>
                    <a:pt x="2181" y="92"/>
                  </a:lnTo>
                  <a:lnTo>
                    <a:pt x="2151" y="46"/>
                  </a:lnTo>
                  <a:lnTo>
                    <a:pt x="2112" y="15"/>
                  </a:lnTo>
                  <a:lnTo>
                    <a:pt x="2059" y="8"/>
                  </a:lnTo>
                  <a:lnTo>
                    <a:pt x="1095" y="8"/>
                  </a:lnTo>
                  <a:lnTo>
                    <a:pt x="138" y="8"/>
                  </a:lnTo>
                  <a:lnTo>
                    <a:pt x="138" y="0"/>
                  </a:lnTo>
                  <a:lnTo>
                    <a:pt x="1095" y="0"/>
                  </a:lnTo>
                  <a:lnTo>
                    <a:pt x="2059" y="0"/>
                  </a:lnTo>
                  <a:lnTo>
                    <a:pt x="2112" y="8"/>
                  </a:lnTo>
                  <a:lnTo>
                    <a:pt x="2120" y="8"/>
                  </a:lnTo>
                  <a:lnTo>
                    <a:pt x="2158" y="38"/>
                  </a:lnTo>
                  <a:lnTo>
                    <a:pt x="2189" y="84"/>
                  </a:lnTo>
                  <a:lnTo>
                    <a:pt x="2204" y="138"/>
                  </a:lnTo>
                  <a:lnTo>
                    <a:pt x="2204" y="627"/>
                  </a:lnTo>
                  <a:lnTo>
                    <a:pt x="2204" y="1124"/>
                  </a:lnTo>
                  <a:lnTo>
                    <a:pt x="2189" y="1177"/>
                  </a:lnTo>
                  <a:lnTo>
                    <a:pt x="2189" y="1185"/>
                  </a:lnTo>
                  <a:lnTo>
                    <a:pt x="2158" y="1223"/>
                  </a:lnTo>
                  <a:lnTo>
                    <a:pt x="2120" y="1253"/>
                  </a:lnTo>
                  <a:lnTo>
                    <a:pt x="2112" y="1253"/>
                  </a:lnTo>
                  <a:lnTo>
                    <a:pt x="2059" y="1269"/>
                  </a:lnTo>
                  <a:lnTo>
                    <a:pt x="1095" y="1269"/>
                  </a:lnTo>
                  <a:lnTo>
                    <a:pt x="138" y="1269"/>
                  </a:lnTo>
                  <a:lnTo>
                    <a:pt x="84" y="1253"/>
                  </a:lnTo>
                  <a:lnTo>
                    <a:pt x="39" y="1223"/>
                  </a:lnTo>
                  <a:lnTo>
                    <a:pt x="8" y="1185"/>
                  </a:lnTo>
                  <a:lnTo>
                    <a:pt x="8" y="1177"/>
                  </a:lnTo>
                  <a:lnTo>
                    <a:pt x="0" y="1124"/>
                  </a:lnTo>
                  <a:lnTo>
                    <a:pt x="0" y="627"/>
                  </a:lnTo>
                  <a:lnTo>
                    <a:pt x="0" y="138"/>
                  </a:lnTo>
                  <a:lnTo>
                    <a:pt x="8" y="84"/>
                  </a:lnTo>
                  <a:lnTo>
                    <a:pt x="39" y="38"/>
                  </a:lnTo>
                  <a:lnTo>
                    <a:pt x="84" y="8"/>
                  </a:lnTo>
                  <a:lnTo>
                    <a:pt x="138" y="0"/>
                  </a:lnTo>
                  <a:lnTo>
                    <a:pt x="13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3" name="Freeform 153">
              <a:extLst>
                <a:ext uri="{FF2B5EF4-FFF2-40B4-BE49-F238E27FC236}">
                  <a16:creationId xmlns:a16="http://schemas.microsoft.com/office/drawing/2014/main" id="{DBD5C69B-3B3D-A625-86D6-A1EAA0E2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3802409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4" name="Freeform 154">
              <a:extLst>
                <a:ext uri="{FF2B5EF4-FFF2-40B4-BE49-F238E27FC236}">
                  <a16:creationId xmlns:a16="http://schemas.microsoft.com/office/drawing/2014/main" id="{2D710E41-1BC1-DCF5-5D61-1F8BA2EE0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05063" cy="1139825"/>
            </a:xfrm>
            <a:custGeom>
              <a:avLst/>
              <a:gdLst>
                <a:gd name="T0" fmla="*/ 2147483647 w 1515"/>
                <a:gd name="T1" fmla="*/ 0 h 718"/>
                <a:gd name="T2" fmla="*/ 2147483647 w 1515"/>
                <a:gd name="T3" fmla="*/ 2147483647 h 718"/>
                <a:gd name="T4" fmla="*/ 2147483647 w 1515"/>
                <a:gd name="T5" fmla="*/ 2147483647 h 718"/>
                <a:gd name="T6" fmla="*/ 2147483647 w 1515"/>
                <a:gd name="T7" fmla="*/ 2147483647 h 718"/>
                <a:gd name="T8" fmla="*/ 0 w 1515"/>
                <a:gd name="T9" fmla="*/ 2147483647 h 718"/>
                <a:gd name="T10" fmla="*/ 0 w 1515"/>
                <a:gd name="T11" fmla="*/ 2147483647 h 718"/>
                <a:gd name="T12" fmla="*/ 0 w 1515"/>
                <a:gd name="T13" fmla="*/ 2147483647 h 718"/>
                <a:gd name="T14" fmla="*/ 2147483647 w 1515"/>
                <a:gd name="T15" fmla="*/ 2147483647 h 718"/>
                <a:gd name="T16" fmla="*/ 2147483647 w 1515"/>
                <a:gd name="T17" fmla="*/ 2147483647 h 718"/>
                <a:gd name="T18" fmla="*/ 2147483647 w 1515"/>
                <a:gd name="T19" fmla="*/ 2147483647 h 718"/>
                <a:gd name="T20" fmla="*/ 2147483647 w 1515"/>
                <a:gd name="T21" fmla="*/ 2147483647 h 718"/>
                <a:gd name="T22" fmla="*/ 2147483647 w 1515"/>
                <a:gd name="T23" fmla="*/ 2147483647 h 718"/>
                <a:gd name="T24" fmla="*/ 2147483647 w 1515"/>
                <a:gd name="T25" fmla="*/ 2147483647 h 718"/>
                <a:gd name="T26" fmla="*/ 2147483647 w 1515"/>
                <a:gd name="T27" fmla="*/ 2147483647 h 718"/>
                <a:gd name="T28" fmla="*/ 2147483647 w 1515"/>
                <a:gd name="T29" fmla="*/ 2147483647 h 718"/>
                <a:gd name="T30" fmla="*/ 2147483647 w 1515"/>
                <a:gd name="T31" fmla="*/ 2147483647 h 718"/>
                <a:gd name="T32" fmla="*/ 2147483647 w 1515"/>
                <a:gd name="T33" fmla="*/ 2147483647 h 718"/>
                <a:gd name="T34" fmla="*/ 2147483647 w 1515"/>
                <a:gd name="T35" fmla="*/ 2147483647 h 718"/>
                <a:gd name="T36" fmla="*/ 2147483647 w 1515"/>
                <a:gd name="T37" fmla="*/ 2147483647 h 718"/>
                <a:gd name="T38" fmla="*/ 2147483647 w 1515"/>
                <a:gd name="T39" fmla="*/ 2147483647 h 718"/>
                <a:gd name="T40" fmla="*/ 2147483647 w 1515"/>
                <a:gd name="T41" fmla="*/ 2147483647 h 718"/>
                <a:gd name="T42" fmla="*/ 2147483647 w 1515"/>
                <a:gd name="T43" fmla="*/ 2147483647 h 718"/>
                <a:gd name="T44" fmla="*/ 2147483647 w 1515"/>
                <a:gd name="T45" fmla="*/ 0 h 718"/>
                <a:gd name="T46" fmla="*/ 2147483647 w 1515"/>
                <a:gd name="T47" fmla="*/ 0 h 718"/>
                <a:gd name="T48" fmla="*/ 2147483647 w 1515"/>
                <a:gd name="T49" fmla="*/ 0 h 7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15"/>
                <a:gd name="T76" fmla="*/ 0 h 718"/>
                <a:gd name="T77" fmla="*/ 1515 w 1515"/>
                <a:gd name="T78" fmla="*/ 718 h 71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15" h="718">
                  <a:moveTo>
                    <a:pt x="138" y="0"/>
                  </a:moveTo>
                  <a:lnTo>
                    <a:pt x="84" y="15"/>
                  </a:lnTo>
                  <a:lnTo>
                    <a:pt x="39" y="46"/>
                  </a:lnTo>
                  <a:lnTo>
                    <a:pt x="16" y="84"/>
                  </a:lnTo>
                  <a:lnTo>
                    <a:pt x="0" y="137"/>
                  </a:lnTo>
                  <a:lnTo>
                    <a:pt x="0" y="359"/>
                  </a:lnTo>
                  <a:lnTo>
                    <a:pt x="0" y="581"/>
                  </a:lnTo>
                  <a:lnTo>
                    <a:pt x="16" y="634"/>
                  </a:lnTo>
                  <a:lnTo>
                    <a:pt x="39" y="672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470" y="46"/>
                  </a:lnTo>
                  <a:lnTo>
                    <a:pt x="1431" y="15"/>
                  </a:lnTo>
                  <a:lnTo>
                    <a:pt x="1378" y="0"/>
                  </a:lnTo>
                  <a:lnTo>
                    <a:pt x="758" y="0"/>
                  </a:lnTo>
                  <a:lnTo>
                    <a:pt x="138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5" name="Freeform 155">
              <a:extLst>
                <a:ext uri="{FF2B5EF4-FFF2-40B4-BE49-F238E27FC236}">
                  <a16:creationId xmlns:a16="http://schemas.microsoft.com/office/drawing/2014/main" id="{CF36A241-85C1-E058-A899-2029B2A1E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4664422"/>
              <a:ext cx="2417763" cy="1152525"/>
            </a:xfrm>
            <a:custGeom>
              <a:avLst/>
              <a:gdLst>
                <a:gd name="T0" fmla="*/ 2147483647 w 1523"/>
                <a:gd name="T1" fmla="*/ 2147483647 h 726"/>
                <a:gd name="T2" fmla="*/ 2147483647 w 1523"/>
                <a:gd name="T3" fmla="*/ 2147483647 h 726"/>
                <a:gd name="T4" fmla="*/ 2147483647 w 1523"/>
                <a:gd name="T5" fmla="*/ 2147483647 h 726"/>
                <a:gd name="T6" fmla="*/ 2147483647 w 1523"/>
                <a:gd name="T7" fmla="*/ 2147483647 h 726"/>
                <a:gd name="T8" fmla="*/ 2147483647 w 1523"/>
                <a:gd name="T9" fmla="*/ 2147483647 h 726"/>
                <a:gd name="T10" fmla="*/ 2147483647 w 1523"/>
                <a:gd name="T11" fmla="*/ 2147483647 h 726"/>
                <a:gd name="T12" fmla="*/ 2147483647 w 1523"/>
                <a:gd name="T13" fmla="*/ 2147483647 h 726"/>
                <a:gd name="T14" fmla="*/ 2147483647 w 1523"/>
                <a:gd name="T15" fmla="*/ 2147483647 h 726"/>
                <a:gd name="T16" fmla="*/ 2147483647 w 1523"/>
                <a:gd name="T17" fmla="*/ 2147483647 h 726"/>
                <a:gd name="T18" fmla="*/ 2147483647 w 1523"/>
                <a:gd name="T19" fmla="*/ 2147483647 h 726"/>
                <a:gd name="T20" fmla="*/ 2147483647 w 1523"/>
                <a:gd name="T21" fmla="*/ 2147483647 h 726"/>
                <a:gd name="T22" fmla="*/ 2147483647 w 1523"/>
                <a:gd name="T23" fmla="*/ 2147483647 h 726"/>
                <a:gd name="T24" fmla="*/ 2147483647 w 1523"/>
                <a:gd name="T25" fmla="*/ 2147483647 h 726"/>
                <a:gd name="T26" fmla="*/ 2147483647 w 1523"/>
                <a:gd name="T27" fmla="*/ 2147483647 h 726"/>
                <a:gd name="T28" fmla="*/ 2147483647 w 1523"/>
                <a:gd name="T29" fmla="*/ 2147483647 h 726"/>
                <a:gd name="T30" fmla="*/ 2147483647 w 1523"/>
                <a:gd name="T31" fmla="*/ 2147483647 h 726"/>
                <a:gd name="T32" fmla="*/ 2147483647 w 1523"/>
                <a:gd name="T33" fmla="*/ 2147483647 h 726"/>
                <a:gd name="T34" fmla="*/ 2147483647 w 1523"/>
                <a:gd name="T35" fmla="*/ 2147483647 h 726"/>
                <a:gd name="T36" fmla="*/ 2147483647 w 1523"/>
                <a:gd name="T37" fmla="*/ 2147483647 h 726"/>
                <a:gd name="T38" fmla="*/ 2147483647 w 1523"/>
                <a:gd name="T39" fmla="*/ 2147483647 h 726"/>
                <a:gd name="T40" fmla="*/ 2147483647 w 1523"/>
                <a:gd name="T41" fmla="*/ 2147483647 h 726"/>
                <a:gd name="T42" fmla="*/ 2147483647 w 1523"/>
                <a:gd name="T43" fmla="*/ 2147483647 h 726"/>
                <a:gd name="T44" fmla="*/ 2147483647 w 1523"/>
                <a:gd name="T45" fmla="*/ 2147483647 h 726"/>
                <a:gd name="T46" fmla="*/ 2147483647 w 1523"/>
                <a:gd name="T47" fmla="*/ 2147483647 h 726"/>
                <a:gd name="T48" fmla="*/ 2147483647 w 1523"/>
                <a:gd name="T49" fmla="*/ 0 h 726"/>
                <a:gd name="T50" fmla="*/ 2147483647 w 1523"/>
                <a:gd name="T51" fmla="*/ 0 h 726"/>
                <a:gd name="T52" fmla="*/ 2147483647 w 1523"/>
                <a:gd name="T53" fmla="*/ 2147483647 h 726"/>
                <a:gd name="T54" fmla="*/ 2147483647 w 1523"/>
                <a:gd name="T55" fmla="*/ 2147483647 h 726"/>
                <a:gd name="T56" fmla="*/ 2147483647 w 1523"/>
                <a:gd name="T57" fmla="*/ 2147483647 h 726"/>
                <a:gd name="T58" fmla="*/ 2147483647 w 1523"/>
                <a:gd name="T59" fmla="*/ 2147483647 h 726"/>
                <a:gd name="T60" fmla="*/ 2147483647 w 1523"/>
                <a:gd name="T61" fmla="*/ 2147483647 h 726"/>
                <a:gd name="T62" fmla="*/ 2147483647 w 1523"/>
                <a:gd name="T63" fmla="*/ 2147483647 h 726"/>
                <a:gd name="T64" fmla="*/ 2147483647 w 1523"/>
                <a:gd name="T65" fmla="*/ 2147483647 h 726"/>
                <a:gd name="T66" fmla="*/ 2147483647 w 1523"/>
                <a:gd name="T67" fmla="*/ 2147483647 h 726"/>
                <a:gd name="T68" fmla="*/ 2147483647 w 1523"/>
                <a:gd name="T69" fmla="*/ 2147483647 h 726"/>
                <a:gd name="T70" fmla="*/ 2147483647 w 1523"/>
                <a:gd name="T71" fmla="*/ 2147483647 h 726"/>
                <a:gd name="T72" fmla="*/ 2147483647 w 1523"/>
                <a:gd name="T73" fmla="*/ 2147483647 h 726"/>
                <a:gd name="T74" fmla="*/ 2147483647 w 1523"/>
                <a:gd name="T75" fmla="*/ 2147483647 h 726"/>
                <a:gd name="T76" fmla="*/ 2147483647 w 1523"/>
                <a:gd name="T77" fmla="*/ 2147483647 h 726"/>
                <a:gd name="T78" fmla="*/ 2147483647 w 1523"/>
                <a:gd name="T79" fmla="*/ 2147483647 h 726"/>
                <a:gd name="T80" fmla="*/ 2147483647 w 1523"/>
                <a:gd name="T81" fmla="*/ 2147483647 h 726"/>
                <a:gd name="T82" fmla="*/ 0 w 1523"/>
                <a:gd name="T83" fmla="*/ 2147483647 h 726"/>
                <a:gd name="T84" fmla="*/ 0 w 1523"/>
                <a:gd name="T85" fmla="*/ 2147483647 h 726"/>
                <a:gd name="T86" fmla="*/ 0 w 1523"/>
                <a:gd name="T87" fmla="*/ 2147483647 h 726"/>
                <a:gd name="T88" fmla="*/ 2147483647 w 1523"/>
                <a:gd name="T89" fmla="*/ 2147483647 h 726"/>
                <a:gd name="T90" fmla="*/ 2147483647 w 1523"/>
                <a:gd name="T91" fmla="*/ 2147483647 h 726"/>
                <a:gd name="T92" fmla="*/ 2147483647 w 1523"/>
                <a:gd name="T93" fmla="*/ 2147483647 h 726"/>
                <a:gd name="T94" fmla="*/ 2147483647 w 1523"/>
                <a:gd name="T95" fmla="*/ 0 h 7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523"/>
                <a:gd name="T145" fmla="*/ 0 h 726"/>
                <a:gd name="T146" fmla="*/ 1523 w 1523"/>
                <a:gd name="T147" fmla="*/ 726 h 72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523" h="726">
                  <a:moveTo>
                    <a:pt x="138" y="7"/>
                  </a:moveTo>
                  <a:lnTo>
                    <a:pt x="84" y="23"/>
                  </a:lnTo>
                  <a:lnTo>
                    <a:pt x="92" y="23"/>
                  </a:lnTo>
                  <a:lnTo>
                    <a:pt x="46" y="53"/>
                  </a:lnTo>
                  <a:lnTo>
                    <a:pt x="23" y="91"/>
                  </a:lnTo>
                  <a:lnTo>
                    <a:pt x="23" y="84"/>
                  </a:lnTo>
                  <a:lnTo>
                    <a:pt x="8" y="137"/>
                  </a:lnTo>
                  <a:lnTo>
                    <a:pt x="8" y="359"/>
                  </a:lnTo>
                  <a:lnTo>
                    <a:pt x="8" y="581"/>
                  </a:lnTo>
                  <a:lnTo>
                    <a:pt x="23" y="634"/>
                  </a:lnTo>
                  <a:lnTo>
                    <a:pt x="46" y="672"/>
                  </a:lnTo>
                  <a:lnTo>
                    <a:pt x="92" y="703"/>
                  </a:lnTo>
                  <a:lnTo>
                    <a:pt x="84" y="703"/>
                  </a:lnTo>
                  <a:lnTo>
                    <a:pt x="138" y="718"/>
                  </a:lnTo>
                  <a:lnTo>
                    <a:pt x="758" y="718"/>
                  </a:lnTo>
                  <a:lnTo>
                    <a:pt x="1378" y="718"/>
                  </a:lnTo>
                  <a:lnTo>
                    <a:pt x="1431" y="703"/>
                  </a:lnTo>
                  <a:lnTo>
                    <a:pt x="1470" y="672"/>
                  </a:lnTo>
                  <a:lnTo>
                    <a:pt x="1500" y="634"/>
                  </a:lnTo>
                  <a:lnTo>
                    <a:pt x="1515" y="581"/>
                  </a:lnTo>
                  <a:lnTo>
                    <a:pt x="1515" y="359"/>
                  </a:lnTo>
                  <a:lnTo>
                    <a:pt x="1515" y="137"/>
                  </a:lnTo>
                  <a:lnTo>
                    <a:pt x="1500" y="84"/>
                  </a:lnTo>
                  <a:lnTo>
                    <a:pt x="1500" y="91"/>
                  </a:lnTo>
                  <a:lnTo>
                    <a:pt x="1470" y="53"/>
                  </a:lnTo>
                  <a:lnTo>
                    <a:pt x="1431" y="23"/>
                  </a:lnTo>
                  <a:lnTo>
                    <a:pt x="1378" y="7"/>
                  </a:lnTo>
                  <a:lnTo>
                    <a:pt x="758" y="7"/>
                  </a:lnTo>
                  <a:lnTo>
                    <a:pt x="138" y="7"/>
                  </a:lnTo>
                  <a:lnTo>
                    <a:pt x="138" y="0"/>
                  </a:lnTo>
                  <a:lnTo>
                    <a:pt x="758" y="0"/>
                  </a:lnTo>
                  <a:lnTo>
                    <a:pt x="1378" y="0"/>
                  </a:lnTo>
                  <a:lnTo>
                    <a:pt x="1431" y="15"/>
                  </a:lnTo>
                  <a:lnTo>
                    <a:pt x="1439" y="15"/>
                  </a:lnTo>
                  <a:lnTo>
                    <a:pt x="1477" y="46"/>
                  </a:lnTo>
                  <a:lnTo>
                    <a:pt x="1508" y="84"/>
                  </a:lnTo>
                  <a:lnTo>
                    <a:pt x="1523" y="137"/>
                  </a:lnTo>
                  <a:lnTo>
                    <a:pt x="1523" y="359"/>
                  </a:lnTo>
                  <a:lnTo>
                    <a:pt x="1523" y="581"/>
                  </a:lnTo>
                  <a:lnTo>
                    <a:pt x="1508" y="634"/>
                  </a:lnTo>
                  <a:lnTo>
                    <a:pt x="1508" y="642"/>
                  </a:lnTo>
                  <a:lnTo>
                    <a:pt x="1477" y="680"/>
                  </a:lnTo>
                  <a:lnTo>
                    <a:pt x="1439" y="710"/>
                  </a:lnTo>
                  <a:lnTo>
                    <a:pt x="1431" y="710"/>
                  </a:lnTo>
                  <a:lnTo>
                    <a:pt x="1378" y="726"/>
                  </a:lnTo>
                  <a:lnTo>
                    <a:pt x="758" y="726"/>
                  </a:lnTo>
                  <a:lnTo>
                    <a:pt x="138" y="726"/>
                  </a:lnTo>
                  <a:lnTo>
                    <a:pt x="84" y="710"/>
                  </a:lnTo>
                  <a:lnTo>
                    <a:pt x="39" y="680"/>
                  </a:lnTo>
                  <a:lnTo>
                    <a:pt x="16" y="642"/>
                  </a:lnTo>
                  <a:lnTo>
                    <a:pt x="16" y="634"/>
                  </a:lnTo>
                  <a:lnTo>
                    <a:pt x="0" y="581"/>
                  </a:lnTo>
                  <a:lnTo>
                    <a:pt x="0" y="359"/>
                  </a:lnTo>
                  <a:lnTo>
                    <a:pt x="0" y="137"/>
                  </a:lnTo>
                  <a:lnTo>
                    <a:pt x="16" y="84"/>
                  </a:lnTo>
                  <a:lnTo>
                    <a:pt x="39" y="46"/>
                  </a:lnTo>
                  <a:lnTo>
                    <a:pt x="84" y="15"/>
                  </a:lnTo>
                  <a:lnTo>
                    <a:pt x="138" y="0"/>
                  </a:lnTo>
                  <a:lnTo>
                    <a:pt x="13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6" name="Freeform 156">
              <a:extLst>
                <a:ext uri="{FF2B5EF4-FFF2-40B4-BE49-F238E27FC236}">
                  <a16:creationId xmlns:a16="http://schemas.microsoft.com/office/drawing/2014/main" id="{C097EAD1-1429-9590-F2F0-85399297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9288" y="4664422"/>
              <a:ext cx="1588" cy="11113"/>
            </a:xfrm>
            <a:custGeom>
              <a:avLst/>
              <a:gdLst>
                <a:gd name="T0" fmla="*/ 0 w 1"/>
                <a:gd name="T1" fmla="*/ 2147483647 h 7"/>
                <a:gd name="T2" fmla="*/ 0 w 1"/>
                <a:gd name="T3" fmla="*/ 2147483647 h 7"/>
                <a:gd name="T4" fmla="*/ 0 w 1"/>
                <a:gd name="T5" fmla="*/ 2147483647 h 7"/>
                <a:gd name="T6" fmla="*/ 0 w 1"/>
                <a:gd name="T7" fmla="*/ 0 h 7"/>
                <a:gd name="T8" fmla="*/ 0 w 1"/>
                <a:gd name="T9" fmla="*/ 0 h 7"/>
                <a:gd name="T10" fmla="*/ 0 w 1"/>
                <a:gd name="T11" fmla="*/ 0 h 7"/>
                <a:gd name="T12" fmla="*/ 0 w 1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7"/>
                <a:gd name="T23" fmla="*/ 1 w 1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7">
                  <a:moveTo>
                    <a:pt x="0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7" name="Freeform 157">
              <a:extLst>
                <a:ext uri="{FF2B5EF4-FFF2-40B4-BE49-F238E27FC236}">
                  <a16:creationId xmlns:a16="http://schemas.microsoft.com/office/drawing/2014/main" id="{09E73D9D-970F-06A4-B19C-CDC225AC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41300"/>
            </a:xfrm>
            <a:custGeom>
              <a:avLst/>
              <a:gdLst>
                <a:gd name="T0" fmla="*/ 0 w 375"/>
                <a:gd name="T1" fmla="*/ 2147483647 h 152"/>
                <a:gd name="T2" fmla="*/ 0 w 375"/>
                <a:gd name="T3" fmla="*/ 0 h 152"/>
                <a:gd name="T4" fmla="*/ 2147483647 w 375"/>
                <a:gd name="T5" fmla="*/ 0 h 152"/>
                <a:gd name="T6" fmla="*/ 0 w 375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152"/>
                <a:gd name="T14" fmla="*/ 375 w 375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152">
                  <a:moveTo>
                    <a:pt x="0" y="152"/>
                  </a:moveTo>
                  <a:lnTo>
                    <a:pt x="0" y="0"/>
                  </a:lnTo>
                  <a:lnTo>
                    <a:pt x="375" y="0"/>
                  </a:lnTo>
                  <a:lnTo>
                    <a:pt x="0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8" name="Rectangle 158">
              <a:extLst>
                <a:ext uri="{FF2B5EF4-FFF2-40B4-BE49-F238E27FC236}">
                  <a16:creationId xmlns:a16="http://schemas.microsoft.com/office/drawing/2014/main" id="{3B24286C-89B1-6673-3468-CBFFB8174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80384"/>
              <a:ext cx="11113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59" name="Freeform 159">
              <a:extLst>
                <a:ext uri="{FF2B5EF4-FFF2-40B4-BE49-F238E27FC236}">
                  <a16:creationId xmlns:a16="http://schemas.microsoft.com/office/drawing/2014/main" id="{B8BE33D8-3696-27A9-264A-8D8C122C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80384"/>
              <a:ext cx="595313" cy="254000"/>
            </a:xfrm>
            <a:custGeom>
              <a:avLst/>
              <a:gdLst>
                <a:gd name="T0" fmla="*/ 0 w 375"/>
                <a:gd name="T1" fmla="*/ 0 h 160"/>
                <a:gd name="T2" fmla="*/ 2147483647 w 375"/>
                <a:gd name="T3" fmla="*/ 0 h 160"/>
                <a:gd name="T4" fmla="*/ 2147483647 w 375"/>
                <a:gd name="T5" fmla="*/ 2147483647 h 160"/>
                <a:gd name="T6" fmla="*/ 2147483647 w 375"/>
                <a:gd name="T7" fmla="*/ 2147483647 h 160"/>
                <a:gd name="T8" fmla="*/ 0 w 375"/>
                <a:gd name="T9" fmla="*/ 2147483647 h 160"/>
                <a:gd name="T10" fmla="*/ 0 w 375"/>
                <a:gd name="T11" fmla="*/ 2147483647 h 160"/>
                <a:gd name="T12" fmla="*/ 0 w 375"/>
                <a:gd name="T13" fmla="*/ 2147483647 h 160"/>
                <a:gd name="T14" fmla="*/ 0 w 375"/>
                <a:gd name="T15" fmla="*/ 2147483647 h 160"/>
                <a:gd name="T16" fmla="*/ 2147483647 w 375"/>
                <a:gd name="T17" fmla="*/ 0 h 160"/>
                <a:gd name="T18" fmla="*/ 2147483647 w 375"/>
                <a:gd name="T19" fmla="*/ 0 h 160"/>
                <a:gd name="T20" fmla="*/ 2147483647 w 375"/>
                <a:gd name="T21" fmla="*/ 2147483647 h 160"/>
                <a:gd name="T22" fmla="*/ 0 w 375"/>
                <a:gd name="T23" fmla="*/ 2147483647 h 160"/>
                <a:gd name="T24" fmla="*/ 0 w 375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5"/>
                <a:gd name="T40" fmla="*/ 0 h 160"/>
                <a:gd name="T41" fmla="*/ 375 w 375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5" h="160">
                  <a:moveTo>
                    <a:pt x="0" y="0"/>
                  </a:moveTo>
                  <a:lnTo>
                    <a:pt x="375" y="0"/>
                  </a:lnTo>
                  <a:lnTo>
                    <a:pt x="375" y="7"/>
                  </a:lnTo>
                  <a:lnTo>
                    <a:pt x="0" y="160"/>
                  </a:lnTo>
                  <a:lnTo>
                    <a:pt x="0" y="152"/>
                  </a:lnTo>
                  <a:lnTo>
                    <a:pt x="375" y="0"/>
                  </a:lnTo>
                  <a:lnTo>
                    <a:pt x="375" y="7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0" name="Freeform 160">
              <a:extLst>
                <a:ext uri="{FF2B5EF4-FFF2-40B4-BE49-F238E27FC236}">
                  <a16:creationId xmlns:a16="http://schemas.microsoft.com/office/drawing/2014/main" id="{D6C7641C-8D0C-615D-9BD4-A97F5208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367684"/>
              <a:ext cx="606425" cy="266700"/>
            </a:xfrm>
            <a:custGeom>
              <a:avLst/>
              <a:gdLst>
                <a:gd name="T0" fmla="*/ 0 w 382"/>
                <a:gd name="T1" fmla="*/ 2147483647 h 168"/>
                <a:gd name="T2" fmla="*/ 2147483647 w 382"/>
                <a:gd name="T3" fmla="*/ 2147483647 h 168"/>
                <a:gd name="T4" fmla="*/ 2147483647 w 382"/>
                <a:gd name="T5" fmla="*/ 2147483647 h 168"/>
                <a:gd name="T6" fmla="*/ 2147483647 w 382"/>
                <a:gd name="T7" fmla="*/ 2147483647 h 168"/>
                <a:gd name="T8" fmla="*/ 2147483647 w 382"/>
                <a:gd name="T9" fmla="*/ 2147483647 h 168"/>
                <a:gd name="T10" fmla="*/ 2147483647 w 382"/>
                <a:gd name="T11" fmla="*/ 0 h 168"/>
                <a:gd name="T12" fmla="*/ 0 w 38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2"/>
                <a:gd name="T22" fmla="*/ 0 h 168"/>
                <a:gd name="T23" fmla="*/ 382 w 38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2" h="168">
                  <a:moveTo>
                    <a:pt x="0" y="168"/>
                  </a:moveTo>
                  <a:lnTo>
                    <a:pt x="222" y="168"/>
                  </a:lnTo>
                  <a:lnTo>
                    <a:pt x="336" y="145"/>
                  </a:lnTo>
                  <a:lnTo>
                    <a:pt x="359" y="130"/>
                  </a:lnTo>
                  <a:lnTo>
                    <a:pt x="375" y="99"/>
                  </a:lnTo>
                  <a:lnTo>
                    <a:pt x="382" y="0"/>
                  </a:lnTo>
                  <a:lnTo>
                    <a:pt x="0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1" name="Freeform 161">
              <a:extLst>
                <a:ext uri="{FF2B5EF4-FFF2-40B4-BE49-F238E27FC236}">
                  <a16:creationId xmlns:a16="http://schemas.microsoft.com/office/drawing/2014/main" id="{694E0DF6-5AE2-C7FE-1FF6-BC3A570B0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5574059"/>
              <a:ext cx="582613" cy="73025"/>
            </a:xfrm>
            <a:custGeom>
              <a:avLst/>
              <a:gdLst>
                <a:gd name="T0" fmla="*/ 0 w 367"/>
                <a:gd name="T1" fmla="*/ 2147483647 h 46"/>
                <a:gd name="T2" fmla="*/ 2147483647 w 367"/>
                <a:gd name="T3" fmla="*/ 2147483647 h 46"/>
                <a:gd name="T4" fmla="*/ 2147483647 w 367"/>
                <a:gd name="T5" fmla="*/ 2147483647 h 46"/>
                <a:gd name="T6" fmla="*/ 2147483647 w 367"/>
                <a:gd name="T7" fmla="*/ 2147483647 h 46"/>
                <a:gd name="T8" fmla="*/ 2147483647 w 367"/>
                <a:gd name="T9" fmla="*/ 2147483647 h 46"/>
                <a:gd name="T10" fmla="*/ 2147483647 w 367"/>
                <a:gd name="T11" fmla="*/ 2147483647 h 46"/>
                <a:gd name="T12" fmla="*/ 2147483647 w 367"/>
                <a:gd name="T13" fmla="*/ 2147483647 h 46"/>
                <a:gd name="T14" fmla="*/ 2147483647 w 367"/>
                <a:gd name="T15" fmla="*/ 0 h 46"/>
                <a:gd name="T16" fmla="*/ 2147483647 w 367"/>
                <a:gd name="T17" fmla="*/ 0 h 46"/>
                <a:gd name="T18" fmla="*/ 2147483647 w 367"/>
                <a:gd name="T19" fmla="*/ 0 h 46"/>
                <a:gd name="T20" fmla="*/ 2147483647 w 367"/>
                <a:gd name="T21" fmla="*/ 2147483647 h 46"/>
                <a:gd name="T22" fmla="*/ 2147483647 w 367"/>
                <a:gd name="T23" fmla="*/ 2147483647 h 46"/>
                <a:gd name="T24" fmla="*/ 2147483647 w 367"/>
                <a:gd name="T25" fmla="*/ 2147483647 h 46"/>
                <a:gd name="T26" fmla="*/ 2147483647 w 367"/>
                <a:gd name="T27" fmla="*/ 2147483647 h 46"/>
                <a:gd name="T28" fmla="*/ 2147483647 w 367"/>
                <a:gd name="T29" fmla="*/ 2147483647 h 46"/>
                <a:gd name="T30" fmla="*/ 2147483647 w 367"/>
                <a:gd name="T31" fmla="*/ 2147483647 h 46"/>
                <a:gd name="T32" fmla="*/ 2147483647 w 367"/>
                <a:gd name="T33" fmla="*/ 2147483647 h 46"/>
                <a:gd name="T34" fmla="*/ 0 w 367"/>
                <a:gd name="T35" fmla="*/ 2147483647 h 46"/>
                <a:gd name="T36" fmla="*/ 0 w 367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67"/>
                <a:gd name="T58" fmla="*/ 0 h 46"/>
                <a:gd name="T59" fmla="*/ 367 w 367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67" h="46">
                  <a:moveTo>
                    <a:pt x="0" y="38"/>
                  </a:moveTo>
                  <a:lnTo>
                    <a:pt x="222" y="38"/>
                  </a:lnTo>
                  <a:lnTo>
                    <a:pt x="336" y="15"/>
                  </a:lnTo>
                  <a:lnTo>
                    <a:pt x="359" y="0"/>
                  </a:lnTo>
                  <a:lnTo>
                    <a:pt x="367" y="0"/>
                  </a:lnTo>
                  <a:lnTo>
                    <a:pt x="367" y="8"/>
                  </a:lnTo>
                  <a:lnTo>
                    <a:pt x="344" y="23"/>
                  </a:lnTo>
                  <a:lnTo>
                    <a:pt x="336" y="23"/>
                  </a:lnTo>
                  <a:lnTo>
                    <a:pt x="222" y="46"/>
                  </a:lnTo>
                  <a:lnTo>
                    <a:pt x="0" y="46"/>
                  </a:lnTo>
                  <a:lnTo>
                    <a:pt x="0" y="3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2" name="Freeform 162">
              <a:extLst>
                <a:ext uri="{FF2B5EF4-FFF2-40B4-BE49-F238E27FC236}">
                  <a16:creationId xmlns:a16="http://schemas.microsoft.com/office/drawing/2014/main" id="{1E2EFB50-D54A-7617-9733-63CF1D73E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5524847"/>
              <a:ext cx="36513" cy="49213"/>
            </a:xfrm>
            <a:custGeom>
              <a:avLst/>
              <a:gdLst>
                <a:gd name="T0" fmla="*/ 0 w 23"/>
                <a:gd name="T1" fmla="*/ 2147483647 h 31"/>
                <a:gd name="T2" fmla="*/ 2147483647 w 23"/>
                <a:gd name="T3" fmla="*/ 0 h 31"/>
                <a:gd name="T4" fmla="*/ 2147483647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0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0" y="31"/>
                  </a:moveTo>
                  <a:lnTo>
                    <a:pt x="16" y="0"/>
                  </a:lnTo>
                  <a:lnTo>
                    <a:pt x="23" y="0"/>
                  </a:lnTo>
                  <a:lnTo>
                    <a:pt x="8" y="31"/>
                  </a:lnTo>
                  <a:lnTo>
                    <a:pt x="0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3" name="Freeform 163">
              <a:extLst>
                <a:ext uri="{FF2B5EF4-FFF2-40B4-BE49-F238E27FC236}">
                  <a16:creationId xmlns:a16="http://schemas.microsoft.com/office/drawing/2014/main" id="{29587467-024F-2D71-5124-FB157BA41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0788" y="5367684"/>
              <a:ext cx="23813" cy="157163"/>
            </a:xfrm>
            <a:custGeom>
              <a:avLst/>
              <a:gdLst>
                <a:gd name="T0" fmla="*/ 0 w 15"/>
                <a:gd name="T1" fmla="*/ 2147483647 h 99"/>
                <a:gd name="T2" fmla="*/ 2147483647 w 15"/>
                <a:gd name="T3" fmla="*/ 2147483647 h 99"/>
                <a:gd name="T4" fmla="*/ 2147483647 w 15"/>
                <a:gd name="T5" fmla="*/ 0 h 99"/>
                <a:gd name="T6" fmla="*/ 2147483647 w 15"/>
                <a:gd name="T7" fmla="*/ 0 h 99"/>
                <a:gd name="T8" fmla="*/ 0 w 15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9"/>
                <a:gd name="T17" fmla="*/ 15 w 15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9">
                  <a:moveTo>
                    <a:pt x="0" y="99"/>
                  </a:moveTo>
                  <a:lnTo>
                    <a:pt x="7" y="99"/>
                  </a:lnTo>
                  <a:lnTo>
                    <a:pt x="15" y="0"/>
                  </a:lnTo>
                  <a:lnTo>
                    <a:pt x="7" y="0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4" name="Freeform 164">
              <a:extLst>
                <a:ext uri="{FF2B5EF4-FFF2-40B4-BE49-F238E27FC236}">
                  <a16:creationId xmlns:a16="http://schemas.microsoft.com/office/drawing/2014/main" id="{A452D495-ED4E-B63F-A7FB-412DF009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558800" cy="266700"/>
            </a:xfrm>
            <a:custGeom>
              <a:avLst/>
              <a:gdLst>
                <a:gd name="T0" fmla="*/ 2147483647 w 352"/>
                <a:gd name="T1" fmla="*/ 2147483647 h 168"/>
                <a:gd name="T2" fmla="*/ 2147483647 w 352"/>
                <a:gd name="T3" fmla="*/ 2147483647 h 168"/>
                <a:gd name="T4" fmla="*/ 2147483647 w 352"/>
                <a:gd name="T5" fmla="*/ 2147483647 h 168"/>
                <a:gd name="T6" fmla="*/ 2147483647 w 352"/>
                <a:gd name="T7" fmla="*/ 2147483647 h 168"/>
                <a:gd name="T8" fmla="*/ 2147483647 w 352"/>
                <a:gd name="T9" fmla="*/ 2147483647 h 168"/>
                <a:gd name="T10" fmla="*/ 0 w 352"/>
                <a:gd name="T11" fmla="*/ 0 h 168"/>
                <a:gd name="T12" fmla="*/ 2147483647 w 352"/>
                <a:gd name="T13" fmla="*/ 2147483647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2"/>
                <a:gd name="T22" fmla="*/ 0 h 168"/>
                <a:gd name="T23" fmla="*/ 352 w 352"/>
                <a:gd name="T24" fmla="*/ 168 h 1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2" h="168">
                  <a:moveTo>
                    <a:pt x="352" y="168"/>
                  </a:moveTo>
                  <a:lnTo>
                    <a:pt x="153" y="168"/>
                  </a:lnTo>
                  <a:lnTo>
                    <a:pt x="46" y="145"/>
                  </a:lnTo>
                  <a:lnTo>
                    <a:pt x="23" y="130"/>
                  </a:lnTo>
                  <a:lnTo>
                    <a:pt x="8" y="99"/>
                  </a:lnTo>
                  <a:lnTo>
                    <a:pt x="0" y="0"/>
                  </a:lnTo>
                  <a:lnTo>
                    <a:pt x="352" y="168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5" name="Freeform 165">
              <a:extLst>
                <a:ext uri="{FF2B5EF4-FFF2-40B4-BE49-F238E27FC236}">
                  <a16:creationId xmlns:a16="http://schemas.microsoft.com/office/drawing/2014/main" id="{71A69740-1EDC-108A-71D1-20F7BF8DA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6613" y="5574059"/>
              <a:ext cx="522288" cy="73025"/>
            </a:xfrm>
            <a:custGeom>
              <a:avLst/>
              <a:gdLst>
                <a:gd name="T0" fmla="*/ 2147483647 w 329"/>
                <a:gd name="T1" fmla="*/ 2147483647 h 46"/>
                <a:gd name="T2" fmla="*/ 2147483647 w 329"/>
                <a:gd name="T3" fmla="*/ 2147483647 h 46"/>
                <a:gd name="T4" fmla="*/ 2147483647 w 329"/>
                <a:gd name="T5" fmla="*/ 2147483647 h 46"/>
                <a:gd name="T6" fmla="*/ 2147483647 w 329"/>
                <a:gd name="T7" fmla="*/ 2147483647 h 46"/>
                <a:gd name="T8" fmla="*/ 2147483647 w 329"/>
                <a:gd name="T9" fmla="*/ 2147483647 h 46"/>
                <a:gd name="T10" fmla="*/ 2147483647 w 329"/>
                <a:gd name="T11" fmla="*/ 2147483647 h 46"/>
                <a:gd name="T12" fmla="*/ 2147483647 w 329"/>
                <a:gd name="T13" fmla="*/ 2147483647 h 46"/>
                <a:gd name="T14" fmla="*/ 0 w 329"/>
                <a:gd name="T15" fmla="*/ 2147483647 h 46"/>
                <a:gd name="T16" fmla="*/ 0 w 329"/>
                <a:gd name="T17" fmla="*/ 0 h 46"/>
                <a:gd name="T18" fmla="*/ 2147483647 w 329"/>
                <a:gd name="T19" fmla="*/ 0 h 46"/>
                <a:gd name="T20" fmla="*/ 2147483647 w 329"/>
                <a:gd name="T21" fmla="*/ 0 h 46"/>
                <a:gd name="T22" fmla="*/ 2147483647 w 329"/>
                <a:gd name="T23" fmla="*/ 2147483647 h 46"/>
                <a:gd name="T24" fmla="*/ 2147483647 w 329"/>
                <a:gd name="T25" fmla="*/ 2147483647 h 46"/>
                <a:gd name="T26" fmla="*/ 2147483647 w 329"/>
                <a:gd name="T27" fmla="*/ 2147483647 h 46"/>
                <a:gd name="T28" fmla="*/ 2147483647 w 329"/>
                <a:gd name="T29" fmla="*/ 2147483647 h 46"/>
                <a:gd name="T30" fmla="*/ 2147483647 w 329"/>
                <a:gd name="T31" fmla="*/ 2147483647 h 46"/>
                <a:gd name="T32" fmla="*/ 2147483647 w 329"/>
                <a:gd name="T33" fmla="*/ 2147483647 h 46"/>
                <a:gd name="T34" fmla="*/ 2147483647 w 329"/>
                <a:gd name="T35" fmla="*/ 2147483647 h 46"/>
                <a:gd name="T36" fmla="*/ 2147483647 w 329"/>
                <a:gd name="T37" fmla="*/ 2147483647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46"/>
                <a:gd name="T59" fmla="*/ 329 w 329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46">
                  <a:moveTo>
                    <a:pt x="329" y="46"/>
                  </a:moveTo>
                  <a:lnTo>
                    <a:pt x="130" y="46"/>
                  </a:lnTo>
                  <a:lnTo>
                    <a:pt x="23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31" y="15"/>
                  </a:lnTo>
                  <a:lnTo>
                    <a:pt x="23" y="15"/>
                  </a:lnTo>
                  <a:lnTo>
                    <a:pt x="130" y="38"/>
                  </a:lnTo>
                  <a:lnTo>
                    <a:pt x="329" y="38"/>
                  </a:lnTo>
                  <a:lnTo>
                    <a:pt x="329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6" name="Freeform 166">
              <a:extLst>
                <a:ext uri="{FF2B5EF4-FFF2-40B4-BE49-F238E27FC236}">
                  <a16:creationId xmlns:a16="http://schemas.microsoft.com/office/drawing/2014/main" id="{609409B9-9F31-B21E-D1D9-D71D095C7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0" y="5524847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0 w 23"/>
                <a:gd name="T3" fmla="*/ 0 h 31"/>
                <a:gd name="T4" fmla="*/ 0 w 23"/>
                <a:gd name="T5" fmla="*/ 0 h 31"/>
                <a:gd name="T6" fmla="*/ 2147483647 w 23"/>
                <a:gd name="T7" fmla="*/ 0 h 31"/>
                <a:gd name="T8" fmla="*/ 2147483647 w 23"/>
                <a:gd name="T9" fmla="*/ 0 h 31"/>
                <a:gd name="T10" fmla="*/ 2147483647 w 23"/>
                <a:gd name="T11" fmla="*/ 2147483647 h 31"/>
                <a:gd name="T12" fmla="*/ 2147483647 w 23"/>
                <a:gd name="T13" fmla="*/ 214748364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1"/>
                <a:gd name="T23" fmla="*/ 23 w 2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1">
                  <a:moveTo>
                    <a:pt x="15" y="31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23" y="31"/>
                  </a:lnTo>
                  <a:lnTo>
                    <a:pt x="15" y="31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7" name="Freeform 167">
              <a:extLst>
                <a:ext uri="{FF2B5EF4-FFF2-40B4-BE49-F238E27FC236}">
                  <a16:creationId xmlns:a16="http://schemas.microsoft.com/office/drawing/2014/main" id="{2FDA07C4-D9F2-496E-9AC1-4A964FAD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5367684"/>
              <a:ext cx="25400" cy="157163"/>
            </a:xfrm>
            <a:custGeom>
              <a:avLst/>
              <a:gdLst>
                <a:gd name="T0" fmla="*/ 2147483647 w 16"/>
                <a:gd name="T1" fmla="*/ 2147483647 h 99"/>
                <a:gd name="T2" fmla="*/ 2147483647 w 16"/>
                <a:gd name="T3" fmla="*/ 2147483647 h 99"/>
                <a:gd name="T4" fmla="*/ 2147483647 w 16"/>
                <a:gd name="T5" fmla="*/ 0 h 99"/>
                <a:gd name="T6" fmla="*/ 0 w 16"/>
                <a:gd name="T7" fmla="*/ 0 h 99"/>
                <a:gd name="T8" fmla="*/ 2147483647 w 16"/>
                <a:gd name="T9" fmla="*/ 214748364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99"/>
                <a:gd name="T17" fmla="*/ 16 w 16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99">
                  <a:moveTo>
                    <a:pt x="8" y="99"/>
                  </a:moveTo>
                  <a:lnTo>
                    <a:pt x="16" y="99"/>
                  </a:lnTo>
                  <a:lnTo>
                    <a:pt x="8" y="0"/>
                  </a:lnTo>
                  <a:lnTo>
                    <a:pt x="0" y="0"/>
                  </a:lnTo>
                  <a:lnTo>
                    <a:pt x="8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8" name="Freeform 168">
              <a:extLst>
                <a:ext uri="{FF2B5EF4-FFF2-40B4-BE49-F238E27FC236}">
                  <a16:creationId xmlns:a16="http://schemas.microsoft.com/office/drawing/2014/main" id="{F8DE88F4-AF2E-F60F-D6D9-A8C96D72A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33400" cy="241300"/>
            </a:xfrm>
            <a:custGeom>
              <a:avLst/>
              <a:gdLst>
                <a:gd name="T0" fmla="*/ 2147483647 w 336"/>
                <a:gd name="T1" fmla="*/ 2147483647 h 152"/>
                <a:gd name="T2" fmla="*/ 2147483647 w 336"/>
                <a:gd name="T3" fmla="*/ 0 h 152"/>
                <a:gd name="T4" fmla="*/ 0 w 336"/>
                <a:gd name="T5" fmla="*/ 0 h 152"/>
                <a:gd name="T6" fmla="*/ 2147483647 w 336"/>
                <a:gd name="T7" fmla="*/ 2147483647 h 1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6"/>
                <a:gd name="T13" fmla="*/ 0 h 152"/>
                <a:gd name="T14" fmla="*/ 336 w 336"/>
                <a:gd name="T15" fmla="*/ 152 h 1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6" h="152">
                  <a:moveTo>
                    <a:pt x="336" y="152"/>
                  </a:moveTo>
                  <a:lnTo>
                    <a:pt x="336" y="0"/>
                  </a:lnTo>
                  <a:lnTo>
                    <a:pt x="0" y="0"/>
                  </a:lnTo>
                  <a:lnTo>
                    <a:pt x="336" y="152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9" name="Rectangle 169">
              <a:extLst>
                <a:ext uri="{FF2B5EF4-FFF2-40B4-BE49-F238E27FC236}">
                  <a16:creationId xmlns:a16="http://schemas.microsoft.com/office/drawing/2014/main" id="{827908DC-4E96-0F4D-441E-A9CBFC72A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8900" y="5380384"/>
              <a:ext cx="12700" cy="241300"/>
            </a:xfrm>
            <a:prstGeom prst="rect">
              <a:avLst/>
            </a:pr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0" name="Freeform 170">
              <a:extLst>
                <a:ext uri="{FF2B5EF4-FFF2-40B4-BE49-F238E27FC236}">
                  <a16:creationId xmlns:a16="http://schemas.microsoft.com/office/drawing/2014/main" id="{9E35E4FA-BFE9-BB78-57F3-B5DF725A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5380384"/>
              <a:ext cx="546100" cy="254000"/>
            </a:xfrm>
            <a:custGeom>
              <a:avLst/>
              <a:gdLst>
                <a:gd name="T0" fmla="*/ 2147483647 w 344"/>
                <a:gd name="T1" fmla="*/ 2147483647 h 160"/>
                <a:gd name="T2" fmla="*/ 0 w 344"/>
                <a:gd name="T3" fmla="*/ 2147483647 h 160"/>
                <a:gd name="T4" fmla="*/ 0 w 344"/>
                <a:gd name="T5" fmla="*/ 0 h 160"/>
                <a:gd name="T6" fmla="*/ 0 w 344"/>
                <a:gd name="T7" fmla="*/ 0 h 160"/>
                <a:gd name="T8" fmla="*/ 2147483647 w 344"/>
                <a:gd name="T9" fmla="*/ 2147483647 h 160"/>
                <a:gd name="T10" fmla="*/ 2147483647 w 344"/>
                <a:gd name="T11" fmla="*/ 2147483647 h 160"/>
                <a:gd name="T12" fmla="*/ 2147483647 w 344"/>
                <a:gd name="T13" fmla="*/ 2147483647 h 160"/>
                <a:gd name="T14" fmla="*/ 2147483647 w 344"/>
                <a:gd name="T15" fmla="*/ 2147483647 h 160"/>
                <a:gd name="T16" fmla="*/ 0 w 344"/>
                <a:gd name="T17" fmla="*/ 2147483647 h 160"/>
                <a:gd name="T18" fmla="*/ 0 w 344"/>
                <a:gd name="T19" fmla="*/ 2147483647 h 160"/>
                <a:gd name="T20" fmla="*/ 0 w 344"/>
                <a:gd name="T21" fmla="*/ 0 h 160"/>
                <a:gd name="T22" fmla="*/ 2147483647 w 344"/>
                <a:gd name="T23" fmla="*/ 0 h 160"/>
                <a:gd name="T24" fmla="*/ 2147483647 w 344"/>
                <a:gd name="T25" fmla="*/ 2147483647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4"/>
                <a:gd name="T40" fmla="*/ 0 h 160"/>
                <a:gd name="T41" fmla="*/ 344 w 344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4" h="160">
                  <a:moveTo>
                    <a:pt x="336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336" y="152"/>
                  </a:lnTo>
                  <a:lnTo>
                    <a:pt x="344" y="152"/>
                  </a:lnTo>
                  <a:lnTo>
                    <a:pt x="344" y="160"/>
                  </a:lnTo>
                  <a:lnTo>
                    <a:pt x="336" y="160"/>
                  </a:lnTo>
                  <a:lnTo>
                    <a:pt x="0" y="7"/>
                  </a:lnTo>
                  <a:lnTo>
                    <a:pt x="0" y="0"/>
                  </a:lnTo>
                  <a:lnTo>
                    <a:pt x="336" y="0"/>
                  </a:lnTo>
                  <a:lnTo>
                    <a:pt x="336" y="7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1" name="Rectangle 171">
              <a:extLst>
                <a:ext uri="{FF2B5EF4-FFF2-40B4-BE49-F238E27FC236}">
                  <a16:creationId xmlns:a16="http://schemas.microsoft.com/office/drawing/2014/main" id="{936802F2-7361-6159-C5A9-498DA6300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984250" cy="109538"/>
            </a:xfrm>
            <a:prstGeom prst="rect">
              <a:avLst/>
            </a:prstGeom>
            <a:blipFill dpi="0" rotWithShape="0">
              <a:blip r:embed="rId5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2" name="Rectangle 172">
              <a:extLst>
                <a:ext uri="{FF2B5EF4-FFF2-40B4-BE49-F238E27FC236}">
                  <a16:creationId xmlns:a16="http://schemas.microsoft.com/office/drawing/2014/main" id="{E00C68AC-99F1-94B7-8B0D-2C9BC35DB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2013" y="5258147"/>
              <a:ext cx="11113" cy="1222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3" name="Rectangle 173">
              <a:extLst>
                <a:ext uri="{FF2B5EF4-FFF2-40B4-BE49-F238E27FC236}">
                  <a16:creationId xmlns:a16="http://schemas.microsoft.com/office/drawing/2014/main" id="{855A0229-40E2-EA0D-5F42-A55BA3EF5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367684"/>
              <a:ext cx="9842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4" name="Rectangle 174">
              <a:extLst>
                <a:ext uri="{FF2B5EF4-FFF2-40B4-BE49-F238E27FC236}">
                  <a16:creationId xmlns:a16="http://schemas.microsoft.com/office/drawing/2014/main" id="{47511F50-36CD-A836-8C8B-18353971E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763" y="5258147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5" name="Freeform 175">
              <a:extLst>
                <a:ext uri="{FF2B5EF4-FFF2-40B4-BE49-F238E27FC236}">
                  <a16:creationId xmlns:a16="http://schemas.microsoft.com/office/drawing/2014/main" id="{7EC68DF4-4A35-B32D-EE57-ADBDC0DC6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995363" cy="133350"/>
            </a:xfrm>
            <a:custGeom>
              <a:avLst/>
              <a:gdLst>
                <a:gd name="T0" fmla="*/ 0 w 627"/>
                <a:gd name="T1" fmla="*/ 2147483647 h 84"/>
                <a:gd name="T2" fmla="*/ 2147483647 w 627"/>
                <a:gd name="T3" fmla="*/ 0 h 84"/>
                <a:gd name="T4" fmla="*/ 2147483647 w 627"/>
                <a:gd name="T5" fmla="*/ 0 h 84"/>
                <a:gd name="T6" fmla="*/ 2147483647 w 627"/>
                <a:gd name="T7" fmla="*/ 2147483647 h 84"/>
                <a:gd name="T8" fmla="*/ 0 w 627"/>
                <a:gd name="T9" fmla="*/ 2147483647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7"/>
                <a:gd name="T16" fmla="*/ 0 h 84"/>
                <a:gd name="T17" fmla="*/ 627 w 627"/>
                <a:gd name="T18" fmla="*/ 84 h 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7" h="84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627" y="84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6" name="Freeform 176">
              <a:extLst>
                <a:ext uri="{FF2B5EF4-FFF2-40B4-BE49-F238E27FC236}">
                  <a16:creationId xmlns:a16="http://schemas.microsoft.com/office/drawing/2014/main" id="{552699FE-B757-9622-AC23-3C12BBA0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5137497"/>
              <a:ext cx="1020763" cy="144463"/>
            </a:xfrm>
            <a:custGeom>
              <a:avLst/>
              <a:gdLst>
                <a:gd name="T0" fmla="*/ 0 w 643"/>
                <a:gd name="T1" fmla="*/ 2147483647 h 91"/>
                <a:gd name="T2" fmla="*/ 2147483647 w 643"/>
                <a:gd name="T3" fmla="*/ 0 h 91"/>
                <a:gd name="T4" fmla="*/ 2147483647 w 643"/>
                <a:gd name="T5" fmla="*/ 0 h 91"/>
                <a:gd name="T6" fmla="*/ 2147483647 w 643"/>
                <a:gd name="T7" fmla="*/ 0 h 91"/>
                <a:gd name="T8" fmla="*/ 2147483647 w 643"/>
                <a:gd name="T9" fmla="*/ 0 h 91"/>
                <a:gd name="T10" fmla="*/ 2147483647 w 643"/>
                <a:gd name="T11" fmla="*/ 0 h 91"/>
                <a:gd name="T12" fmla="*/ 2147483647 w 643"/>
                <a:gd name="T13" fmla="*/ 0 h 91"/>
                <a:gd name="T14" fmla="*/ 2147483647 w 643"/>
                <a:gd name="T15" fmla="*/ 2147483647 h 91"/>
                <a:gd name="T16" fmla="*/ 2147483647 w 643"/>
                <a:gd name="T17" fmla="*/ 2147483647 h 91"/>
                <a:gd name="T18" fmla="*/ 2147483647 w 643"/>
                <a:gd name="T19" fmla="*/ 2147483647 h 91"/>
                <a:gd name="T20" fmla="*/ 2147483647 w 643"/>
                <a:gd name="T21" fmla="*/ 2147483647 h 91"/>
                <a:gd name="T22" fmla="*/ 2147483647 w 643"/>
                <a:gd name="T23" fmla="*/ 2147483647 h 91"/>
                <a:gd name="T24" fmla="*/ 2147483647 w 643"/>
                <a:gd name="T25" fmla="*/ 0 h 91"/>
                <a:gd name="T26" fmla="*/ 2147483647 w 643"/>
                <a:gd name="T27" fmla="*/ 2147483647 h 91"/>
                <a:gd name="T28" fmla="*/ 2147483647 w 643"/>
                <a:gd name="T29" fmla="*/ 2147483647 h 91"/>
                <a:gd name="T30" fmla="*/ 2147483647 w 643"/>
                <a:gd name="T31" fmla="*/ 0 h 91"/>
                <a:gd name="T32" fmla="*/ 2147483647 w 643"/>
                <a:gd name="T33" fmla="*/ 2147483647 h 91"/>
                <a:gd name="T34" fmla="*/ 2147483647 w 643"/>
                <a:gd name="T35" fmla="*/ 2147483647 h 91"/>
                <a:gd name="T36" fmla="*/ 0 w 643"/>
                <a:gd name="T37" fmla="*/ 214748364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43"/>
                <a:gd name="T58" fmla="*/ 0 h 91"/>
                <a:gd name="T59" fmla="*/ 643 w 643"/>
                <a:gd name="T60" fmla="*/ 91 h 9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43" h="91">
                  <a:moveTo>
                    <a:pt x="0" y="84"/>
                  </a:moveTo>
                  <a:lnTo>
                    <a:pt x="61" y="0"/>
                  </a:lnTo>
                  <a:lnTo>
                    <a:pt x="574" y="0"/>
                  </a:lnTo>
                  <a:lnTo>
                    <a:pt x="581" y="0"/>
                  </a:lnTo>
                  <a:lnTo>
                    <a:pt x="635" y="84"/>
                  </a:lnTo>
                  <a:lnTo>
                    <a:pt x="643" y="91"/>
                  </a:lnTo>
                  <a:lnTo>
                    <a:pt x="627" y="91"/>
                  </a:lnTo>
                  <a:lnTo>
                    <a:pt x="574" y="7"/>
                  </a:lnTo>
                  <a:lnTo>
                    <a:pt x="581" y="0"/>
                  </a:lnTo>
                  <a:lnTo>
                    <a:pt x="574" y="7"/>
                  </a:lnTo>
                  <a:lnTo>
                    <a:pt x="61" y="7"/>
                  </a:lnTo>
                  <a:lnTo>
                    <a:pt x="61" y="0"/>
                  </a:lnTo>
                  <a:lnTo>
                    <a:pt x="69" y="7"/>
                  </a:lnTo>
                  <a:lnTo>
                    <a:pt x="7" y="91"/>
                  </a:lnTo>
                  <a:lnTo>
                    <a:pt x="0" y="84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7" name="Freeform 177">
              <a:extLst>
                <a:ext uri="{FF2B5EF4-FFF2-40B4-BE49-F238E27FC236}">
                  <a16:creationId xmlns:a16="http://schemas.microsoft.com/office/drawing/2014/main" id="{B5E1F69B-1508-DFFF-36C8-165CF821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063" y="5270847"/>
              <a:ext cx="1008063" cy="11113"/>
            </a:xfrm>
            <a:custGeom>
              <a:avLst/>
              <a:gdLst>
                <a:gd name="T0" fmla="*/ 2147483647 w 635"/>
                <a:gd name="T1" fmla="*/ 2147483647 h 7"/>
                <a:gd name="T2" fmla="*/ 2147483647 w 635"/>
                <a:gd name="T3" fmla="*/ 2147483647 h 7"/>
                <a:gd name="T4" fmla="*/ 0 w 635"/>
                <a:gd name="T5" fmla="*/ 2147483647 h 7"/>
                <a:gd name="T6" fmla="*/ 2147483647 w 635"/>
                <a:gd name="T7" fmla="*/ 0 h 7"/>
                <a:gd name="T8" fmla="*/ 2147483647 w 635"/>
                <a:gd name="T9" fmla="*/ 0 h 7"/>
                <a:gd name="T10" fmla="*/ 2147483647 w 635"/>
                <a:gd name="T11" fmla="*/ 0 h 7"/>
                <a:gd name="T12" fmla="*/ 2147483647 w 635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5"/>
                <a:gd name="T22" fmla="*/ 0 h 7"/>
                <a:gd name="T23" fmla="*/ 635 w 63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5" h="7">
                  <a:moveTo>
                    <a:pt x="635" y="7"/>
                  </a:moveTo>
                  <a:lnTo>
                    <a:pt x="8" y="7"/>
                  </a:lnTo>
                  <a:lnTo>
                    <a:pt x="0" y="7"/>
                  </a:lnTo>
                  <a:lnTo>
                    <a:pt x="8" y="0"/>
                  </a:lnTo>
                  <a:lnTo>
                    <a:pt x="635" y="0"/>
                  </a:lnTo>
                  <a:lnTo>
                    <a:pt x="635" y="7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8" name="Rectangle 178">
              <a:extLst>
                <a:ext uri="{FF2B5EF4-FFF2-40B4-BE49-F238E27FC236}">
                  <a16:creationId xmlns:a16="http://schemas.microsoft.com/office/drawing/2014/main" id="{03EE14A0-D0C0-E06C-77CB-2E419239E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688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79" name="Rectangle 179">
              <a:extLst>
                <a:ext uri="{FF2B5EF4-FFF2-40B4-BE49-F238E27FC236}">
                  <a16:creationId xmlns:a16="http://schemas.microsoft.com/office/drawing/2014/main" id="{D8E3DB4E-00D7-5E7C-3607-A494ED005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8363" y="5367684"/>
              <a:ext cx="17621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n+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0" name="Rectangle 180">
              <a:extLst>
                <a:ext uri="{FF2B5EF4-FFF2-40B4-BE49-F238E27FC236}">
                  <a16:creationId xmlns:a16="http://schemas.microsoft.com/office/drawing/2014/main" id="{6E6907A5-91F9-B154-2B11-8EEFD1F02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8038" y="5161309"/>
              <a:ext cx="9207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1" name="Rectangle 181">
              <a:extLst>
                <a:ext uri="{FF2B5EF4-FFF2-40B4-BE49-F238E27FC236}">
                  <a16:creationId xmlns:a16="http://schemas.microsoft.com/office/drawing/2014/main" id="{14465E34-D2EB-E53B-EB3B-82D299472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3863" y="4942234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2" name="Rectangle 182">
              <a:extLst>
                <a:ext uri="{FF2B5EF4-FFF2-40B4-BE49-F238E27FC236}">
                  <a16:creationId xmlns:a16="http://schemas.microsoft.com/office/drawing/2014/main" id="{35110141-42E7-9E09-4D49-B79877E22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0838" y="4931122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3" name="Freeform 183">
              <a:extLst>
                <a:ext uri="{FF2B5EF4-FFF2-40B4-BE49-F238E27FC236}">
                  <a16:creationId xmlns:a16="http://schemas.microsoft.com/office/drawing/2014/main" id="{40B60845-19A7-EDFE-EF77-E239FEE3F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5" y="4858097"/>
              <a:ext cx="73025" cy="84138"/>
            </a:xfrm>
            <a:custGeom>
              <a:avLst/>
              <a:gdLst>
                <a:gd name="T0" fmla="*/ 2147483647 w 46"/>
                <a:gd name="T1" fmla="*/ 2147483647 h 53"/>
                <a:gd name="T2" fmla="*/ 2147483647 w 46"/>
                <a:gd name="T3" fmla="*/ 2147483647 h 53"/>
                <a:gd name="T4" fmla="*/ 2147483647 w 46"/>
                <a:gd name="T5" fmla="*/ 2147483647 h 53"/>
                <a:gd name="T6" fmla="*/ 2147483647 w 46"/>
                <a:gd name="T7" fmla="*/ 2147483647 h 53"/>
                <a:gd name="T8" fmla="*/ 2147483647 w 46"/>
                <a:gd name="T9" fmla="*/ 2147483647 h 53"/>
                <a:gd name="T10" fmla="*/ 2147483647 w 46"/>
                <a:gd name="T11" fmla="*/ 2147483647 h 53"/>
                <a:gd name="T12" fmla="*/ 2147483647 w 46"/>
                <a:gd name="T13" fmla="*/ 2147483647 h 53"/>
                <a:gd name="T14" fmla="*/ 2147483647 w 46"/>
                <a:gd name="T15" fmla="*/ 2147483647 h 53"/>
                <a:gd name="T16" fmla="*/ 2147483647 w 46"/>
                <a:gd name="T17" fmla="*/ 2147483647 h 53"/>
                <a:gd name="T18" fmla="*/ 2147483647 w 46"/>
                <a:gd name="T19" fmla="*/ 2147483647 h 53"/>
                <a:gd name="T20" fmla="*/ 2147483647 w 46"/>
                <a:gd name="T21" fmla="*/ 2147483647 h 53"/>
                <a:gd name="T22" fmla="*/ 2147483647 w 46"/>
                <a:gd name="T23" fmla="*/ 2147483647 h 53"/>
                <a:gd name="T24" fmla="*/ 2147483647 w 46"/>
                <a:gd name="T25" fmla="*/ 2147483647 h 53"/>
                <a:gd name="T26" fmla="*/ 2147483647 w 46"/>
                <a:gd name="T27" fmla="*/ 2147483647 h 53"/>
                <a:gd name="T28" fmla="*/ 2147483647 w 46"/>
                <a:gd name="T29" fmla="*/ 2147483647 h 53"/>
                <a:gd name="T30" fmla="*/ 2147483647 w 46"/>
                <a:gd name="T31" fmla="*/ 2147483647 h 53"/>
                <a:gd name="T32" fmla="*/ 2147483647 w 46"/>
                <a:gd name="T33" fmla="*/ 2147483647 h 53"/>
                <a:gd name="T34" fmla="*/ 2147483647 w 46"/>
                <a:gd name="T35" fmla="*/ 2147483647 h 53"/>
                <a:gd name="T36" fmla="*/ 2147483647 w 46"/>
                <a:gd name="T37" fmla="*/ 2147483647 h 53"/>
                <a:gd name="T38" fmla="*/ 2147483647 w 46"/>
                <a:gd name="T39" fmla="*/ 2147483647 h 53"/>
                <a:gd name="T40" fmla="*/ 2147483647 w 46"/>
                <a:gd name="T41" fmla="*/ 2147483647 h 53"/>
                <a:gd name="T42" fmla="*/ 2147483647 w 46"/>
                <a:gd name="T43" fmla="*/ 2147483647 h 53"/>
                <a:gd name="T44" fmla="*/ 2147483647 w 46"/>
                <a:gd name="T45" fmla="*/ 2147483647 h 53"/>
                <a:gd name="T46" fmla="*/ 2147483647 w 46"/>
                <a:gd name="T47" fmla="*/ 2147483647 h 53"/>
                <a:gd name="T48" fmla="*/ 2147483647 w 46"/>
                <a:gd name="T49" fmla="*/ 2147483647 h 53"/>
                <a:gd name="T50" fmla="*/ 2147483647 w 46"/>
                <a:gd name="T51" fmla="*/ 2147483647 h 53"/>
                <a:gd name="T52" fmla="*/ 2147483647 w 46"/>
                <a:gd name="T53" fmla="*/ 2147483647 h 53"/>
                <a:gd name="T54" fmla="*/ 2147483647 w 46"/>
                <a:gd name="T55" fmla="*/ 2147483647 h 53"/>
                <a:gd name="T56" fmla="*/ 2147483647 w 46"/>
                <a:gd name="T57" fmla="*/ 2147483647 h 53"/>
                <a:gd name="T58" fmla="*/ 2147483647 w 46"/>
                <a:gd name="T59" fmla="*/ 2147483647 h 53"/>
                <a:gd name="T60" fmla="*/ 2147483647 w 46"/>
                <a:gd name="T61" fmla="*/ 2147483647 h 53"/>
                <a:gd name="T62" fmla="*/ 2147483647 w 46"/>
                <a:gd name="T63" fmla="*/ 2147483647 h 53"/>
                <a:gd name="T64" fmla="*/ 2147483647 w 46"/>
                <a:gd name="T65" fmla="*/ 2147483647 h 53"/>
                <a:gd name="T66" fmla="*/ 2147483647 w 46"/>
                <a:gd name="T67" fmla="*/ 2147483647 h 53"/>
                <a:gd name="T68" fmla="*/ 2147483647 w 46"/>
                <a:gd name="T69" fmla="*/ 2147483647 h 53"/>
                <a:gd name="T70" fmla="*/ 0 w 46"/>
                <a:gd name="T71" fmla="*/ 2147483647 h 53"/>
                <a:gd name="T72" fmla="*/ 0 w 46"/>
                <a:gd name="T73" fmla="*/ 2147483647 h 53"/>
                <a:gd name="T74" fmla="*/ 0 w 46"/>
                <a:gd name="T75" fmla="*/ 2147483647 h 53"/>
                <a:gd name="T76" fmla="*/ 2147483647 w 46"/>
                <a:gd name="T77" fmla="*/ 2147483647 h 53"/>
                <a:gd name="T78" fmla="*/ 2147483647 w 46"/>
                <a:gd name="T79" fmla="*/ 2147483647 h 53"/>
                <a:gd name="T80" fmla="*/ 2147483647 w 46"/>
                <a:gd name="T81" fmla="*/ 2147483647 h 53"/>
                <a:gd name="T82" fmla="*/ 2147483647 w 46"/>
                <a:gd name="T83" fmla="*/ 0 h 53"/>
                <a:gd name="T84" fmla="*/ 2147483647 w 46"/>
                <a:gd name="T85" fmla="*/ 0 h 53"/>
                <a:gd name="T86" fmla="*/ 2147483647 w 46"/>
                <a:gd name="T87" fmla="*/ 0 h 53"/>
                <a:gd name="T88" fmla="*/ 2147483647 w 46"/>
                <a:gd name="T89" fmla="*/ 2147483647 h 53"/>
                <a:gd name="T90" fmla="*/ 2147483647 w 46"/>
                <a:gd name="T91" fmla="*/ 2147483647 h 53"/>
                <a:gd name="T92" fmla="*/ 2147483647 w 46"/>
                <a:gd name="T93" fmla="*/ 2147483647 h 53"/>
                <a:gd name="T94" fmla="*/ 2147483647 w 46"/>
                <a:gd name="T95" fmla="*/ 2147483647 h 53"/>
                <a:gd name="T96" fmla="*/ 2147483647 w 46"/>
                <a:gd name="T97" fmla="*/ 2147483647 h 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3"/>
                <a:gd name="T149" fmla="*/ 46 w 46"/>
                <a:gd name="T150" fmla="*/ 53 h 5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3">
                  <a:moveTo>
                    <a:pt x="38" y="23"/>
                  </a:moveTo>
                  <a:lnTo>
                    <a:pt x="31" y="8"/>
                  </a:lnTo>
                  <a:lnTo>
                    <a:pt x="31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8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1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1" y="46"/>
                  </a:lnTo>
                  <a:lnTo>
                    <a:pt x="15" y="53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15" y="0"/>
                  </a:lnTo>
                  <a:lnTo>
                    <a:pt x="31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4" name="Freeform 184">
              <a:extLst>
                <a:ext uri="{FF2B5EF4-FFF2-40B4-BE49-F238E27FC236}">
                  <a16:creationId xmlns:a16="http://schemas.microsoft.com/office/drawing/2014/main" id="{9D7605B8-E381-93F4-59C9-CA8E394F0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7350" y="4894609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5" name="Rectangle 185">
              <a:extLst>
                <a:ext uri="{FF2B5EF4-FFF2-40B4-BE49-F238E27FC236}">
                  <a16:creationId xmlns:a16="http://schemas.microsoft.com/office/drawing/2014/main" id="{A32133D6-1AAF-BA28-C5BF-1CA336EFC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5367684"/>
              <a:ext cx="20161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6" name="Rectangle 186">
              <a:extLst>
                <a:ext uri="{FF2B5EF4-FFF2-40B4-BE49-F238E27FC236}">
                  <a16:creationId xmlns:a16="http://schemas.microsoft.com/office/drawing/2014/main" id="{C6DEF6DE-EB70-0367-8D74-F603217DC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87" name="Freeform 187">
              <a:extLst>
                <a:ext uri="{FF2B5EF4-FFF2-40B4-BE49-F238E27FC236}">
                  <a16:creationId xmlns:a16="http://schemas.microsoft.com/office/drawing/2014/main" id="{218066E0-5D21-04C1-1819-C423DD749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7925" y="5088284"/>
              <a:ext cx="71438" cy="85725"/>
            </a:xfrm>
            <a:custGeom>
              <a:avLst/>
              <a:gdLst>
                <a:gd name="T0" fmla="*/ 2147483647 w 45"/>
                <a:gd name="T1" fmla="*/ 2147483647 h 54"/>
                <a:gd name="T2" fmla="*/ 2147483647 w 45"/>
                <a:gd name="T3" fmla="*/ 2147483647 h 54"/>
                <a:gd name="T4" fmla="*/ 2147483647 w 45"/>
                <a:gd name="T5" fmla="*/ 2147483647 h 54"/>
                <a:gd name="T6" fmla="*/ 2147483647 w 45"/>
                <a:gd name="T7" fmla="*/ 2147483647 h 54"/>
                <a:gd name="T8" fmla="*/ 2147483647 w 45"/>
                <a:gd name="T9" fmla="*/ 2147483647 h 54"/>
                <a:gd name="T10" fmla="*/ 2147483647 w 45"/>
                <a:gd name="T11" fmla="*/ 2147483647 h 54"/>
                <a:gd name="T12" fmla="*/ 2147483647 w 45"/>
                <a:gd name="T13" fmla="*/ 2147483647 h 54"/>
                <a:gd name="T14" fmla="*/ 2147483647 w 45"/>
                <a:gd name="T15" fmla="*/ 2147483647 h 54"/>
                <a:gd name="T16" fmla="*/ 2147483647 w 45"/>
                <a:gd name="T17" fmla="*/ 2147483647 h 54"/>
                <a:gd name="T18" fmla="*/ 2147483647 w 45"/>
                <a:gd name="T19" fmla="*/ 2147483647 h 54"/>
                <a:gd name="T20" fmla="*/ 2147483647 w 45"/>
                <a:gd name="T21" fmla="*/ 2147483647 h 54"/>
                <a:gd name="T22" fmla="*/ 2147483647 w 45"/>
                <a:gd name="T23" fmla="*/ 2147483647 h 54"/>
                <a:gd name="T24" fmla="*/ 2147483647 w 45"/>
                <a:gd name="T25" fmla="*/ 2147483647 h 54"/>
                <a:gd name="T26" fmla="*/ 2147483647 w 45"/>
                <a:gd name="T27" fmla="*/ 2147483647 h 54"/>
                <a:gd name="T28" fmla="*/ 2147483647 w 45"/>
                <a:gd name="T29" fmla="*/ 2147483647 h 54"/>
                <a:gd name="T30" fmla="*/ 2147483647 w 45"/>
                <a:gd name="T31" fmla="*/ 2147483647 h 54"/>
                <a:gd name="T32" fmla="*/ 2147483647 w 45"/>
                <a:gd name="T33" fmla="*/ 2147483647 h 54"/>
                <a:gd name="T34" fmla="*/ 2147483647 w 45"/>
                <a:gd name="T35" fmla="*/ 2147483647 h 54"/>
                <a:gd name="T36" fmla="*/ 2147483647 w 45"/>
                <a:gd name="T37" fmla="*/ 2147483647 h 54"/>
                <a:gd name="T38" fmla="*/ 2147483647 w 45"/>
                <a:gd name="T39" fmla="*/ 2147483647 h 54"/>
                <a:gd name="T40" fmla="*/ 2147483647 w 45"/>
                <a:gd name="T41" fmla="*/ 2147483647 h 54"/>
                <a:gd name="T42" fmla="*/ 2147483647 w 45"/>
                <a:gd name="T43" fmla="*/ 2147483647 h 54"/>
                <a:gd name="T44" fmla="*/ 2147483647 w 45"/>
                <a:gd name="T45" fmla="*/ 2147483647 h 54"/>
                <a:gd name="T46" fmla="*/ 2147483647 w 45"/>
                <a:gd name="T47" fmla="*/ 2147483647 h 54"/>
                <a:gd name="T48" fmla="*/ 2147483647 w 45"/>
                <a:gd name="T49" fmla="*/ 2147483647 h 54"/>
                <a:gd name="T50" fmla="*/ 2147483647 w 45"/>
                <a:gd name="T51" fmla="*/ 2147483647 h 54"/>
                <a:gd name="T52" fmla="*/ 2147483647 w 45"/>
                <a:gd name="T53" fmla="*/ 2147483647 h 54"/>
                <a:gd name="T54" fmla="*/ 2147483647 w 45"/>
                <a:gd name="T55" fmla="*/ 2147483647 h 54"/>
                <a:gd name="T56" fmla="*/ 2147483647 w 45"/>
                <a:gd name="T57" fmla="*/ 2147483647 h 54"/>
                <a:gd name="T58" fmla="*/ 2147483647 w 45"/>
                <a:gd name="T59" fmla="*/ 2147483647 h 54"/>
                <a:gd name="T60" fmla="*/ 2147483647 w 45"/>
                <a:gd name="T61" fmla="*/ 2147483647 h 54"/>
                <a:gd name="T62" fmla="*/ 2147483647 w 45"/>
                <a:gd name="T63" fmla="*/ 2147483647 h 54"/>
                <a:gd name="T64" fmla="*/ 2147483647 w 45"/>
                <a:gd name="T65" fmla="*/ 2147483647 h 54"/>
                <a:gd name="T66" fmla="*/ 2147483647 w 45"/>
                <a:gd name="T67" fmla="*/ 2147483647 h 54"/>
                <a:gd name="T68" fmla="*/ 2147483647 w 45"/>
                <a:gd name="T69" fmla="*/ 2147483647 h 54"/>
                <a:gd name="T70" fmla="*/ 0 w 45"/>
                <a:gd name="T71" fmla="*/ 2147483647 h 54"/>
                <a:gd name="T72" fmla="*/ 0 w 45"/>
                <a:gd name="T73" fmla="*/ 2147483647 h 54"/>
                <a:gd name="T74" fmla="*/ 0 w 45"/>
                <a:gd name="T75" fmla="*/ 2147483647 h 54"/>
                <a:gd name="T76" fmla="*/ 2147483647 w 45"/>
                <a:gd name="T77" fmla="*/ 2147483647 h 54"/>
                <a:gd name="T78" fmla="*/ 2147483647 w 45"/>
                <a:gd name="T79" fmla="*/ 2147483647 h 54"/>
                <a:gd name="T80" fmla="*/ 2147483647 w 45"/>
                <a:gd name="T81" fmla="*/ 2147483647 h 54"/>
                <a:gd name="T82" fmla="*/ 2147483647 w 45"/>
                <a:gd name="T83" fmla="*/ 0 h 54"/>
                <a:gd name="T84" fmla="*/ 2147483647 w 45"/>
                <a:gd name="T85" fmla="*/ 0 h 54"/>
                <a:gd name="T86" fmla="*/ 2147483647 w 45"/>
                <a:gd name="T87" fmla="*/ 0 h 54"/>
                <a:gd name="T88" fmla="*/ 2147483647 w 45"/>
                <a:gd name="T89" fmla="*/ 2147483647 h 54"/>
                <a:gd name="T90" fmla="*/ 2147483647 w 45"/>
                <a:gd name="T91" fmla="*/ 2147483647 h 54"/>
                <a:gd name="T92" fmla="*/ 2147483647 w 45"/>
                <a:gd name="T93" fmla="*/ 2147483647 h 54"/>
                <a:gd name="T94" fmla="*/ 2147483647 w 45"/>
                <a:gd name="T95" fmla="*/ 2147483647 h 54"/>
                <a:gd name="T96" fmla="*/ 2147483647 w 45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54"/>
                <a:gd name="T149" fmla="*/ 45 w 45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15" y="15"/>
                  </a:lnTo>
                  <a:lnTo>
                    <a:pt x="15" y="8"/>
                  </a:lnTo>
                  <a:lnTo>
                    <a:pt x="7" y="23"/>
                  </a:lnTo>
                  <a:lnTo>
                    <a:pt x="15" y="38"/>
                  </a:lnTo>
                  <a:lnTo>
                    <a:pt x="23" y="46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5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7" y="46"/>
                  </a:lnTo>
                  <a:lnTo>
                    <a:pt x="7" y="38"/>
                  </a:lnTo>
                  <a:lnTo>
                    <a:pt x="0" y="23"/>
                  </a:lnTo>
                  <a:lnTo>
                    <a:pt x="7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5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8" name="Freeform 188">
              <a:extLst>
                <a:ext uri="{FF2B5EF4-FFF2-40B4-BE49-F238E27FC236}">
                  <a16:creationId xmlns:a16="http://schemas.microsoft.com/office/drawing/2014/main" id="{C5D6108D-D823-603E-331C-BF1EF8E33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8250" y="5124797"/>
              <a:ext cx="11113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0 w 7"/>
                <a:gd name="T5" fmla="*/ 0 h 1"/>
                <a:gd name="T6" fmla="*/ 2147483647 w 7"/>
                <a:gd name="T7" fmla="*/ 0 h 1"/>
                <a:gd name="T8" fmla="*/ 2147483647 w 7"/>
                <a:gd name="T9" fmla="*/ 0 h 1"/>
                <a:gd name="T10" fmla="*/ 2147483647 w 7"/>
                <a:gd name="T11" fmla="*/ 0 h 1"/>
                <a:gd name="T12" fmla="*/ 0 w 7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"/>
                <a:gd name="T23" fmla="*/ 7 w 7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89" name="Rectangle 189">
              <a:extLst>
                <a:ext uri="{FF2B5EF4-FFF2-40B4-BE49-F238E27FC236}">
                  <a16:creationId xmlns:a16="http://schemas.microsoft.com/office/drawing/2014/main" id="{27E48077-5453-A254-582F-224FBF03C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2063" y="5124797"/>
              <a:ext cx="1190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 i="1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</a:t>
              </a:r>
              <a:endParaRPr lang="en-US" altLang="zh-CN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0" name="Rectangle 190">
              <a:extLst>
                <a:ext uri="{FF2B5EF4-FFF2-40B4-BE49-F238E27FC236}">
                  <a16:creationId xmlns:a16="http://schemas.microsoft.com/office/drawing/2014/main" id="{2B69D887-4499-3024-5A27-FA396B9E4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5200" y="5161309"/>
              <a:ext cx="12700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1" name="Freeform 191">
              <a:extLst>
                <a:ext uri="{FF2B5EF4-FFF2-40B4-BE49-F238E27FC236}">
                  <a16:creationId xmlns:a16="http://schemas.microsoft.com/office/drawing/2014/main" id="{461AE427-84ED-64A4-535F-D5ABFCA9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5088284"/>
              <a:ext cx="73025" cy="85725"/>
            </a:xfrm>
            <a:custGeom>
              <a:avLst/>
              <a:gdLst>
                <a:gd name="T0" fmla="*/ 2147483647 w 46"/>
                <a:gd name="T1" fmla="*/ 2147483647 h 54"/>
                <a:gd name="T2" fmla="*/ 2147483647 w 46"/>
                <a:gd name="T3" fmla="*/ 2147483647 h 54"/>
                <a:gd name="T4" fmla="*/ 2147483647 w 46"/>
                <a:gd name="T5" fmla="*/ 2147483647 h 54"/>
                <a:gd name="T6" fmla="*/ 2147483647 w 46"/>
                <a:gd name="T7" fmla="*/ 2147483647 h 54"/>
                <a:gd name="T8" fmla="*/ 2147483647 w 46"/>
                <a:gd name="T9" fmla="*/ 2147483647 h 54"/>
                <a:gd name="T10" fmla="*/ 2147483647 w 46"/>
                <a:gd name="T11" fmla="*/ 2147483647 h 54"/>
                <a:gd name="T12" fmla="*/ 2147483647 w 46"/>
                <a:gd name="T13" fmla="*/ 2147483647 h 54"/>
                <a:gd name="T14" fmla="*/ 0 w 46"/>
                <a:gd name="T15" fmla="*/ 2147483647 h 54"/>
                <a:gd name="T16" fmla="*/ 2147483647 w 46"/>
                <a:gd name="T17" fmla="*/ 2147483647 h 54"/>
                <a:gd name="T18" fmla="*/ 2147483647 w 46"/>
                <a:gd name="T19" fmla="*/ 2147483647 h 54"/>
                <a:gd name="T20" fmla="*/ 2147483647 w 46"/>
                <a:gd name="T21" fmla="*/ 2147483647 h 54"/>
                <a:gd name="T22" fmla="*/ 2147483647 w 46"/>
                <a:gd name="T23" fmla="*/ 2147483647 h 54"/>
                <a:gd name="T24" fmla="*/ 2147483647 w 46"/>
                <a:gd name="T25" fmla="*/ 2147483647 h 54"/>
                <a:gd name="T26" fmla="*/ 2147483647 w 46"/>
                <a:gd name="T27" fmla="*/ 2147483647 h 54"/>
                <a:gd name="T28" fmla="*/ 0 w 46"/>
                <a:gd name="T29" fmla="*/ 2147483647 h 54"/>
                <a:gd name="T30" fmla="*/ 0 w 46"/>
                <a:gd name="T31" fmla="*/ 2147483647 h 54"/>
                <a:gd name="T32" fmla="*/ 2147483647 w 46"/>
                <a:gd name="T33" fmla="*/ 2147483647 h 54"/>
                <a:gd name="T34" fmla="*/ 2147483647 w 46"/>
                <a:gd name="T35" fmla="*/ 2147483647 h 54"/>
                <a:gd name="T36" fmla="*/ 2147483647 w 46"/>
                <a:gd name="T37" fmla="*/ 2147483647 h 54"/>
                <a:gd name="T38" fmla="*/ 2147483647 w 46"/>
                <a:gd name="T39" fmla="*/ 2147483647 h 54"/>
                <a:gd name="T40" fmla="*/ 2147483647 w 46"/>
                <a:gd name="T41" fmla="*/ 2147483647 h 54"/>
                <a:gd name="T42" fmla="*/ 2147483647 w 46"/>
                <a:gd name="T43" fmla="*/ 2147483647 h 54"/>
                <a:gd name="T44" fmla="*/ 2147483647 w 46"/>
                <a:gd name="T45" fmla="*/ 2147483647 h 54"/>
                <a:gd name="T46" fmla="*/ 2147483647 w 46"/>
                <a:gd name="T47" fmla="*/ 2147483647 h 54"/>
                <a:gd name="T48" fmla="*/ 2147483647 w 46"/>
                <a:gd name="T49" fmla="*/ 2147483647 h 54"/>
                <a:gd name="T50" fmla="*/ 2147483647 w 46"/>
                <a:gd name="T51" fmla="*/ 2147483647 h 54"/>
                <a:gd name="T52" fmla="*/ 2147483647 w 46"/>
                <a:gd name="T53" fmla="*/ 2147483647 h 54"/>
                <a:gd name="T54" fmla="*/ 2147483647 w 46"/>
                <a:gd name="T55" fmla="*/ 2147483647 h 54"/>
                <a:gd name="T56" fmla="*/ 2147483647 w 46"/>
                <a:gd name="T57" fmla="*/ 2147483647 h 54"/>
                <a:gd name="T58" fmla="*/ 2147483647 w 46"/>
                <a:gd name="T59" fmla="*/ 2147483647 h 54"/>
                <a:gd name="T60" fmla="*/ 2147483647 w 46"/>
                <a:gd name="T61" fmla="*/ 2147483647 h 54"/>
                <a:gd name="T62" fmla="*/ 2147483647 w 46"/>
                <a:gd name="T63" fmla="*/ 2147483647 h 54"/>
                <a:gd name="T64" fmla="*/ 0 w 46"/>
                <a:gd name="T65" fmla="*/ 2147483647 h 54"/>
                <a:gd name="T66" fmla="*/ 0 w 46"/>
                <a:gd name="T67" fmla="*/ 2147483647 h 54"/>
                <a:gd name="T68" fmla="*/ 0 w 46"/>
                <a:gd name="T69" fmla="*/ 2147483647 h 54"/>
                <a:gd name="T70" fmla="*/ 0 w 46"/>
                <a:gd name="T71" fmla="*/ 2147483647 h 54"/>
                <a:gd name="T72" fmla="*/ 0 w 46"/>
                <a:gd name="T73" fmla="*/ 2147483647 h 54"/>
                <a:gd name="T74" fmla="*/ 0 w 46"/>
                <a:gd name="T75" fmla="*/ 2147483647 h 54"/>
                <a:gd name="T76" fmla="*/ 0 w 46"/>
                <a:gd name="T77" fmla="*/ 2147483647 h 54"/>
                <a:gd name="T78" fmla="*/ 0 w 46"/>
                <a:gd name="T79" fmla="*/ 2147483647 h 54"/>
                <a:gd name="T80" fmla="*/ 0 w 46"/>
                <a:gd name="T81" fmla="*/ 2147483647 h 54"/>
                <a:gd name="T82" fmla="*/ 2147483647 w 46"/>
                <a:gd name="T83" fmla="*/ 0 h 54"/>
                <a:gd name="T84" fmla="*/ 2147483647 w 46"/>
                <a:gd name="T85" fmla="*/ 0 h 54"/>
                <a:gd name="T86" fmla="*/ 2147483647 w 46"/>
                <a:gd name="T87" fmla="*/ 0 h 54"/>
                <a:gd name="T88" fmla="*/ 2147483647 w 46"/>
                <a:gd name="T89" fmla="*/ 2147483647 h 54"/>
                <a:gd name="T90" fmla="*/ 2147483647 w 46"/>
                <a:gd name="T91" fmla="*/ 2147483647 h 54"/>
                <a:gd name="T92" fmla="*/ 2147483647 w 46"/>
                <a:gd name="T93" fmla="*/ 2147483647 h 54"/>
                <a:gd name="T94" fmla="*/ 2147483647 w 46"/>
                <a:gd name="T95" fmla="*/ 2147483647 h 54"/>
                <a:gd name="T96" fmla="*/ 2147483647 w 46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"/>
                <a:gd name="T148" fmla="*/ 0 h 54"/>
                <a:gd name="T149" fmla="*/ 46 w 46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" h="54">
                  <a:moveTo>
                    <a:pt x="38" y="23"/>
                  </a:moveTo>
                  <a:lnTo>
                    <a:pt x="30" y="8"/>
                  </a:lnTo>
                  <a:lnTo>
                    <a:pt x="30" y="15"/>
                  </a:lnTo>
                  <a:lnTo>
                    <a:pt x="15" y="8"/>
                  </a:lnTo>
                  <a:lnTo>
                    <a:pt x="0" y="15"/>
                  </a:lnTo>
                  <a:lnTo>
                    <a:pt x="7" y="8"/>
                  </a:lnTo>
                  <a:lnTo>
                    <a:pt x="7" y="23"/>
                  </a:lnTo>
                  <a:lnTo>
                    <a:pt x="7" y="38"/>
                  </a:lnTo>
                  <a:lnTo>
                    <a:pt x="0" y="38"/>
                  </a:lnTo>
                  <a:lnTo>
                    <a:pt x="15" y="46"/>
                  </a:lnTo>
                  <a:lnTo>
                    <a:pt x="30" y="38"/>
                  </a:lnTo>
                  <a:lnTo>
                    <a:pt x="38" y="23"/>
                  </a:lnTo>
                  <a:lnTo>
                    <a:pt x="46" y="23"/>
                  </a:lnTo>
                  <a:lnTo>
                    <a:pt x="38" y="38"/>
                  </a:lnTo>
                  <a:lnTo>
                    <a:pt x="30" y="46"/>
                  </a:lnTo>
                  <a:lnTo>
                    <a:pt x="15" y="54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0" y="8"/>
                  </a:lnTo>
                  <a:lnTo>
                    <a:pt x="15" y="0"/>
                  </a:lnTo>
                  <a:lnTo>
                    <a:pt x="30" y="8"/>
                  </a:lnTo>
                  <a:lnTo>
                    <a:pt x="38" y="8"/>
                  </a:lnTo>
                  <a:lnTo>
                    <a:pt x="46" y="23"/>
                  </a:lnTo>
                  <a:lnTo>
                    <a:pt x="38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2" name="Freeform 192">
              <a:extLst>
                <a:ext uri="{FF2B5EF4-FFF2-40B4-BE49-F238E27FC236}">
                  <a16:creationId xmlns:a16="http://schemas.microsoft.com/office/drawing/2014/main" id="{F1461CEE-2557-BB37-188A-DA9854BD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512479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93" name="Rectangle 193">
              <a:extLst>
                <a:ext uri="{FF2B5EF4-FFF2-40B4-BE49-F238E27FC236}">
                  <a16:creationId xmlns:a16="http://schemas.microsoft.com/office/drawing/2014/main" id="{62C9F46C-B46B-91CC-86D1-95705683D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578697"/>
              <a:ext cx="12700" cy="3159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4" name="Rectangle 194">
              <a:extLst>
                <a:ext uri="{FF2B5EF4-FFF2-40B4-BE49-F238E27FC236}">
                  <a16:creationId xmlns:a16="http://schemas.microsoft.com/office/drawing/2014/main" id="{C79C4208-2176-69CC-9304-CE8CD40E4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8453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5" name="Rectangle 195">
              <a:extLst>
                <a:ext uri="{FF2B5EF4-FFF2-40B4-BE49-F238E27FC236}">
                  <a16:creationId xmlns:a16="http://schemas.microsoft.com/office/drawing/2014/main" id="{8097C3CF-B6F5-D4F6-DEC3-6CD4F3AB9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6" name="Rectangle 196">
              <a:extLst>
                <a:ext uri="{FF2B5EF4-FFF2-40B4-BE49-F238E27FC236}">
                  <a16:creationId xmlns:a16="http://schemas.microsoft.com/office/drawing/2014/main" id="{3EB84E91-9550-8635-D51B-AFD127FA8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627909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7" name="Rectangle 197">
              <a:extLst>
                <a:ext uri="{FF2B5EF4-FFF2-40B4-BE49-F238E27FC236}">
                  <a16:creationId xmlns:a16="http://schemas.microsoft.com/office/drawing/2014/main" id="{3BC08A97-A408-ECB4-3E13-C0EAF1181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518372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8" name="Rectangle 198">
              <a:extLst>
                <a:ext uri="{FF2B5EF4-FFF2-40B4-BE49-F238E27FC236}">
                  <a16:creationId xmlns:a16="http://schemas.microsoft.com/office/drawing/2014/main" id="{1F55D866-9678-3CC9-A6F1-DC3239CF0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845397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599" name="Rectangle 199">
              <a:extLst>
                <a:ext uri="{FF2B5EF4-FFF2-40B4-BE49-F238E27FC236}">
                  <a16:creationId xmlns:a16="http://schemas.microsoft.com/office/drawing/2014/main" id="{13F06E9F-995F-14E8-A6E6-46B902341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627909"/>
              <a:ext cx="12700" cy="21748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0" name="Rectangle 200">
              <a:extLst>
                <a:ext uri="{FF2B5EF4-FFF2-40B4-BE49-F238E27FC236}">
                  <a16:creationId xmlns:a16="http://schemas.microsoft.com/office/drawing/2014/main" id="{175DB041-E160-6BAD-5CEA-8FDA6B69E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550" y="4748559"/>
              <a:ext cx="968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1" name="Rectangle 201">
              <a:extLst>
                <a:ext uri="{FF2B5EF4-FFF2-40B4-BE49-F238E27FC236}">
                  <a16:creationId xmlns:a16="http://schemas.microsoft.com/office/drawing/2014/main" id="{08ACDAF8-EAB0-E8D0-A8AF-A2EA5DB28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3984972"/>
              <a:ext cx="12700" cy="3143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2" name="Rectangle 202">
              <a:extLst>
                <a:ext uri="{FF2B5EF4-FFF2-40B4-BE49-F238E27FC236}">
                  <a16:creationId xmlns:a16="http://schemas.microsoft.com/office/drawing/2014/main" id="{D46426FB-2C00-D619-AE34-4D635C110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251672"/>
              <a:ext cx="1222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3" name="Rectangle 203">
              <a:extLst>
                <a:ext uri="{FF2B5EF4-FFF2-40B4-BE49-F238E27FC236}">
                  <a16:creationId xmlns:a16="http://schemas.microsoft.com/office/drawing/2014/main" id="{5C48D16D-9DCD-9335-B958-EF23B8DA6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4" name="Rectangle 204">
              <a:extLst>
                <a:ext uri="{FF2B5EF4-FFF2-40B4-BE49-F238E27FC236}">
                  <a16:creationId xmlns:a16="http://schemas.microsoft.com/office/drawing/2014/main" id="{54EC088B-2241-0D95-4948-C74F6DE54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413" y="4032597"/>
              <a:ext cx="1222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5" name="Rectangle 205">
              <a:extLst>
                <a:ext uri="{FF2B5EF4-FFF2-40B4-BE49-F238E27FC236}">
                  <a16:creationId xmlns:a16="http://schemas.microsoft.com/office/drawing/2014/main" id="{D3E33F73-0B9C-8B5F-4078-D17963A96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3923059"/>
              <a:ext cx="11113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6" name="Rectangle 206">
              <a:extLst>
                <a:ext uri="{FF2B5EF4-FFF2-40B4-BE49-F238E27FC236}">
                  <a16:creationId xmlns:a16="http://schemas.microsoft.com/office/drawing/2014/main" id="{48E08844-E08C-0106-B366-8A6B81420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251672"/>
              <a:ext cx="11113" cy="968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7" name="Rectangle 207">
              <a:extLst>
                <a:ext uri="{FF2B5EF4-FFF2-40B4-BE49-F238E27FC236}">
                  <a16:creationId xmlns:a16="http://schemas.microsoft.com/office/drawing/2014/main" id="{EDB85EC9-1503-D188-C3CD-F7FD2FE1E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388" y="4032597"/>
              <a:ext cx="12700" cy="2190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08" name="Freeform 208">
              <a:extLst>
                <a:ext uri="{FF2B5EF4-FFF2-40B4-BE49-F238E27FC236}">
                  <a16:creationId xmlns:a16="http://schemas.microsoft.com/office/drawing/2014/main" id="{DCC81422-6523-BBE2-DD87-EB406D19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363" y="4105622"/>
              <a:ext cx="85725" cy="85725"/>
            </a:xfrm>
            <a:custGeom>
              <a:avLst/>
              <a:gdLst>
                <a:gd name="T0" fmla="*/ 2147483647 w 54"/>
                <a:gd name="T1" fmla="*/ 2147483647 h 54"/>
                <a:gd name="T2" fmla="*/ 2147483647 w 54"/>
                <a:gd name="T3" fmla="*/ 2147483647 h 54"/>
                <a:gd name="T4" fmla="*/ 2147483647 w 54"/>
                <a:gd name="T5" fmla="*/ 2147483647 h 54"/>
                <a:gd name="T6" fmla="*/ 2147483647 w 54"/>
                <a:gd name="T7" fmla="*/ 2147483647 h 54"/>
                <a:gd name="T8" fmla="*/ 2147483647 w 54"/>
                <a:gd name="T9" fmla="*/ 2147483647 h 54"/>
                <a:gd name="T10" fmla="*/ 2147483647 w 54"/>
                <a:gd name="T11" fmla="*/ 2147483647 h 54"/>
                <a:gd name="T12" fmla="*/ 2147483647 w 54"/>
                <a:gd name="T13" fmla="*/ 2147483647 h 54"/>
                <a:gd name="T14" fmla="*/ 2147483647 w 54"/>
                <a:gd name="T15" fmla="*/ 2147483647 h 54"/>
                <a:gd name="T16" fmla="*/ 2147483647 w 54"/>
                <a:gd name="T17" fmla="*/ 2147483647 h 54"/>
                <a:gd name="T18" fmla="*/ 2147483647 w 54"/>
                <a:gd name="T19" fmla="*/ 2147483647 h 54"/>
                <a:gd name="T20" fmla="*/ 2147483647 w 54"/>
                <a:gd name="T21" fmla="*/ 2147483647 h 54"/>
                <a:gd name="T22" fmla="*/ 2147483647 w 54"/>
                <a:gd name="T23" fmla="*/ 2147483647 h 54"/>
                <a:gd name="T24" fmla="*/ 2147483647 w 54"/>
                <a:gd name="T25" fmla="*/ 2147483647 h 54"/>
                <a:gd name="T26" fmla="*/ 2147483647 w 54"/>
                <a:gd name="T27" fmla="*/ 2147483647 h 54"/>
                <a:gd name="T28" fmla="*/ 2147483647 w 54"/>
                <a:gd name="T29" fmla="*/ 2147483647 h 54"/>
                <a:gd name="T30" fmla="*/ 2147483647 w 54"/>
                <a:gd name="T31" fmla="*/ 2147483647 h 54"/>
                <a:gd name="T32" fmla="*/ 2147483647 w 54"/>
                <a:gd name="T33" fmla="*/ 2147483647 h 54"/>
                <a:gd name="T34" fmla="*/ 2147483647 w 54"/>
                <a:gd name="T35" fmla="*/ 2147483647 h 54"/>
                <a:gd name="T36" fmla="*/ 2147483647 w 54"/>
                <a:gd name="T37" fmla="*/ 2147483647 h 54"/>
                <a:gd name="T38" fmla="*/ 2147483647 w 54"/>
                <a:gd name="T39" fmla="*/ 2147483647 h 54"/>
                <a:gd name="T40" fmla="*/ 2147483647 w 54"/>
                <a:gd name="T41" fmla="*/ 2147483647 h 54"/>
                <a:gd name="T42" fmla="*/ 2147483647 w 54"/>
                <a:gd name="T43" fmla="*/ 2147483647 h 54"/>
                <a:gd name="T44" fmla="*/ 2147483647 w 54"/>
                <a:gd name="T45" fmla="*/ 2147483647 h 54"/>
                <a:gd name="T46" fmla="*/ 2147483647 w 54"/>
                <a:gd name="T47" fmla="*/ 2147483647 h 54"/>
                <a:gd name="T48" fmla="*/ 2147483647 w 54"/>
                <a:gd name="T49" fmla="*/ 2147483647 h 54"/>
                <a:gd name="T50" fmla="*/ 2147483647 w 54"/>
                <a:gd name="T51" fmla="*/ 2147483647 h 54"/>
                <a:gd name="T52" fmla="*/ 2147483647 w 54"/>
                <a:gd name="T53" fmla="*/ 2147483647 h 54"/>
                <a:gd name="T54" fmla="*/ 2147483647 w 54"/>
                <a:gd name="T55" fmla="*/ 2147483647 h 54"/>
                <a:gd name="T56" fmla="*/ 2147483647 w 54"/>
                <a:gd name="T57" fmla="*/ 2147483647 h 54"/>
                <a:gd name="T58" fmla="*/ 2147483647 w 54"/>
                <a:gd name="T59" fmla="*/ 2147483647 h 54"/>
                <a:gd name="T60" fmla="*/ 2147483647 w 54"/>
                <a:gd name="T61" fmla="*/ 2147483647 h 54"/>
                <a:gd name="T62" fmla="*/ 2147483647 w 54"/>
                <a:gd name="T63" fmla="*/ 2147483647 h 54"/>
                <a:gd name="T64" fmla="*/ 2147483647 w 54"/>
                <a:gd name="T65" fmla="*/ 2147483647 h 54"/>
                <a:gd name="T66" fmla="*/ 2147483647 w 54"/>
                <a:gd name="T67" fmla="*/ 2147483647 h 54"/>
                <a:gd name="T68" fmla="*/ 2147483647 w 54"/>
                <a:gd name="T69" fmla="*/ 2147483647 h 54"/>
                <a:gd name="T70" fmla="*/ 0 w 54"/>
                <a:gd name="T71" fmla="*/ 2147483647 h 54"/>
                <a:gd name="T72" fmla="*/ 0 w 54"/>
                <a:gd name="T73" fmla="*/ 2147483647 h 54"/>
                <a:gd name="T74" fmla="*/ 0 w 54"/>
                <a:gd name="T75" fmla="*/ 2147483647 h 54"/>
                <a:gd name="T76" fmla="*/ 2147483647 w 54"/>
                <a:gd name="T77" fmla="*/ 2147483647 h 54"/>
                <a:gd name="T78" fmla="*/ 2147483647 w 54"/>
                <a:gd name="T79" fmla="*/ 2147483647 h 54"/>
                <a:gd name="T80" fmla="*/ 2147483647 w 54"/>
                <a:gd name="T81" fmla="*/ 2147483647 h 54"/>
                <a:gd name="T82" fmla="*/ 2147483647 w 54"/>
                <a:gd name="T83" fmla="*/ 0 h 54"/>
                <a:gd name="T84" fmla="*/ 2147483647 w 54"/>
                <a:gd name="T85" fmla="*/ 0 h 54"/>
                <a:gd name="T86" fmla="*/ 2147483647 w 54"/>
                <a:gd name="T87" fmla="*/ 0 h 54"/>
                <a:gd name="T88" fmla="*/ 2147483647 w 54"/>
                <a:gd name="T89" fmla="*/ 2147483647 h 54"/>
                <a:gd name="T90" fmla="*/ 2147483647 w 54"/>
                <a:gd name="T91" fmla="*/ 2147483647 h 54"/>
                <a:gd name="T92" fmla="*/ 2147483647 w 54"/>
                <a:gd name="T93" fmla="*/ 2147483647 h 54"/>
                <a:gd name="T94" fmla="*/ 2147483647 w 54"/>
                <a:gd name="T95" fmla="*/ 2147483647 h 54"/>
                <a:gd name="T96" fmla="*/ 2147483647 w 54"/>
                <a:gd name="T97" fmla="*/ 2147483647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4"/>
                <a:gd name="T148" fmla="*/ 0 h 54"/>
                <a:gd name="T149" fmla="*/ 54 w 54"/>
                <a:gd name="T150" fmla="*/ 54 h 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4" h="54">
                  <a:moveTo>
                    <a:pt x="46" y="23"/>
                  </a:moveTo>
                  <a:lnTo>
                    <a:pt x="39" y="8"/>
                  </a:lnTo>
                  <a:lnTo>
                    <a:pt x="39" y="15"/>
                  </a:lnTo>
                  <a:lnTo>
                    <a:pt x="23" y="8"/>
                  </a:lnTo>
                  <a:lnTo>
                    <a:pt x="8" y="15"/>
                  </a:lnTo>
                  <a:lnTo>
                    <a:pt x="16" y="8"/>
                  </a:lnTo>
                  <a:lnTo>
                    <a:pt x="8" y="23"/>
                  </a:lnTo>
                  <a:lnTo>
                    <a:pt x="16" y="38"/>
                  </a:lnTo>
                  <a:lnTo>
                    <a:pt x="8" y="38"/>
                  </a:lnTo>
                  <a:lnTo>
                    <a:pt x="23" y="46"/>
                  </a:lnTo>
                  <a:lnTo>
                    <a:pt x="39" y="38"/>
                  </a:lnTo>
                  <a:lnTo>
                    <a:pt x="46" y="23"/>
                  </a:lnTo>
                  <a:lnTo>
                    <a:pt x="54" y="23"/>
                  </a:lnTo>
                  <a:lnTo>
                    <a:pt x="46" y="38"/>
                  </a:lnTo>
                  <a:lnTo>
                    <a:pt x="39" y="46"/>
                  </a:lnTo>
                  <a:lnTo>
                    <a:pt x="23" y="54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0" y="23"/>
                  </a:lnTo>
                  <a:lnTo>
                    <a:pt x="8" y="8"/>
                  </a:lnTo>
                  <a:lnTo>
                    <a:pt x="23" y="0"/>
                  </a:lnTo>
                  <a:lnTo>
                    <a:pt x="39" y="8"/>
                  </a:lnTo>
                  <a:lnTo>
                    <a:pt x="46" y="8"/>
                  </a:lnTo>
                  <a:lnTo>
                    <a:pt x="54" y="23"/>
                  </a:lnTo>
                  <a:lnTo>
                    <a:pt x="46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09" name="Freeform 209">
              <a:extLst>
                <a:ext uri="{FF2B5EF4-FFF2-40B4-BE49-F238E27FC236}">
                  <a16:creationId xmlns:a16="http://schemas.microsoft.com/office/drawing/2014/main" id="{E444A7BA-DE5B-F8C0-07F8-7C33E83F8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4142134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0" name="Rectangle 210">
              <a:extLst>
                <a:ext uri="{FF2B5EF4-FFF2-40B4-BE49-F238E27FC236}">
                  <a16:creationId xmlns:a16="http://schemas.microsoft.com/office/drawing/2014/main" id="{ED28702B-A78C-61E1-99A6-AE80792B6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7143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1" name="Rectangle 211">
              <a:extLst>
                <a:ext uri="{FF2B5EF4-FFF2-40B4-BE49-F238E27FC236}">
                  <a16:creationId xmlns:a16="http://schemas.microsoft.com/office/drawing/2014/main" id="{1BA0EC52-709E-EC68-619D-12834DB71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57869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2" name="Rectangle 212">
              <a:extLst>
                <a:ext uri="{FF2B5EF4-FFF2-40B4-BE49-F238E27FC236}">
                  <a16:creationId xmlns:a16="http://schemas.microsoft.com/office/drawing/2014/main" id="{618352C4-4874-45B9-A8AC-843545937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213" y="4578697"/>
              <a:ext cx="2174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3" name="Rectangle 213">
              <a:extLst>
                <a:ext uri="{FF2B5EF4-FFF2-40B4-BE49-F238E27FC236}">
                  <a16:creationId xmlns:a16="http://schemas.microsoft.com/office/drawing/2014/main" id="{929F08CC-94EF-CADA-F675-72989322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163" y="4445347"/>
              <a:ext cx="12700" cy="1095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4" name="Freeform 214">
              <a:extLst>
                <a:ext uri="{FF2B5EF4-FFF2-40B4-BE49-F238E27FC236}">
                  <a16:creationId xmlns:a16="http://schemas.microsoft.com/office/drawing/2014/main" id="{F0830695-F914-BBD3-E857-9A5317B3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275" y="5015259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5" name="Freeform 215">
              <a:extLst>
                <a:ext uri="{FF2B5EF4-FFF2-40B4-BE49-F238E27FC236}">
                  <a16:creationId xmlns:a16="http://schemas.microsoft.com/office/drawing/2014/main" id="{B830E9FE-3740-B916-FE65-8E3924F5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325" y="50152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6" name="Rectangle 216">
              <a:extLst>
                <a:ext uri="{FF2B5EF4-FFF2-40B4-BE49-F238E27FC236}">
                  <a16:creationId xmlns:a16="http://schemas.microsoft.com/office/drawing/2014/main" id="{49B04AD9-49D9-4542-52DA-4E065466B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5015259"/>
              <a:ext cx="10795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17" name="Freeform 217">
              <a:extLst>
                <a:ext uri="{FF2B5EF4-FFF2-40B4-BE49-F238E27FC236}">
                  <a16:creationId xmlns:a16="http://schemas.microsoft.com/office/drawing/2014/main" id="{1E9BD38F-F778-AA68-B0A2-ECBE5CF93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188" y="49787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8" name="Freeform 218">
              <a:extLst>
                <a:ext uri="{FF2B5EF4-FFF2-40B4-BE49-F238E27FC236}">
                  <a16:creationId xmlns:a16="http://schemas.microsoft.com/office/drawing/2014/main" id="{EFDFAB19-5AAE-12CD-B79D-7E2916F4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113" y="49787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19" name="Rectangle 219">
              <a:extLst>
                <a:ext uri="{FF2B5EF4-FFF2-40B4-BE49-F238E27FC236}">
                  <a16:creationId xmlns:a16="http://schemas.microsoft.com/office/drawing/2014/main" id="{1C11E36B-F25E-04B5-1FF6-A46556DF7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3" y="4978747"/>
              <a:ext cx="219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0" name="Freeform 220">
              <a:extLst>
                <a:ext uri="{FF2B5EF4-FFF2-40B4-BE49-F238E27FC236}">
                  <a16:creationId xmlns:a16="http://schemas.microsoft.com/office/drawing/2014/main" id="{1FB09F60-E533-DD94-A23B-326069CC4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942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1" name="Freeform 221">
              <a:extLst>
                <a:ext uri="{FF2B5EF4-FFF2-40B4-BE49-F238E27FC236}">
                  <a16:creationId xmlns:a16="http://schemas.microsoft.com/office/drawing/2014/main" id="{FECD6EE0-B9C8-760D-39AE-9C760C0B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788" y="4942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2" name="Rectangle 222">
              <a:extLst>
                <a:ext uri="{FF2B5EF4-FFF2-40B4-BE49-F238E27FC236}">
                  <a16:creationId xmlns:a16="http://schemas.microsoft.com/office/drawing/2014/main" id="{3CB2B922-15CE-4C63-2CD3-430F29646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3788" y="4942234"/>
              <a:ext cx="3270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3" name="Freeform 223">
              <a:extLst>
                <a:ext uri="{FF2B5EF4-FFF2-40B4-BE49-F238E27FC236}">
                  <a16:creationId xmlns:a16="http://schemas.microsoft.com/office/drawing/2014/main" id="{D716F5F1-1B51-E3BA-6AD4-8CD82970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75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4" name="Freeform 224">
              <a:extLst>
                <a:ext uri="{FF2B5EF4-FFF2-40B4-BE49-F238E27FC236}">
                  <a16:creationId xmlns:a16="http://schemas.microsoft.com/office/drawing/2014/main" id="{9C854A8A-D45A-5EA3-1EC3-A29DF593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538" y="47374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2147483647 w 8"/>
                <a:gd name="T3" fmla="*/ 0 h 7"/>
                <a:gd name="T4" fmla="*/ 2147483647 w 8"/>
                <a:gd name="T5" fmla="*/ 0 h 7"/>
                <a:gd name="T6" fmla="*/ 0 w 8"/>
                <a:gd name="T7" fmla="*/ 0 h 7"/>
                <a:gd name="T8" fmla="*/ 0 w 8"/>
                <a:gd name="T9" fmla="*/ 2147483647 h 7"/>
                <a:gd name="T10" fmla="*/ 0 w 8"/>
                <a:gd name="T11" fmla="*/ 2147483647 h 7"/>
                <a:gd name="T12" fmla="*/ 2147483647 w 8"/>
                <a:gd name="T13" fmla="*/ 2147483647 h 7"/>
                <a:gd name="T14" fmla="*/ 2147483647 w 8"/>
                <a:gd name="T15" fmla="*/ 2147483647 h 7"/>
                <a:gd name="T16" fmla="*/ 2147483647 w 8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7"/>
                <a:gd name="T29" fmla="*/ 8 w 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7">
                  <a:moveTo>
                    <a:pt x="8" y="7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5" name="Rectangle 225">
              <a:extLst>
                <a:ext uri="{FF2B5EF4-FFF2-40B4-BE49-F238E27FC236}">
                  <a16:creationId xmlns:a16="http://schemas.microsoft.com/office/drawing/2014/main" id="{605C0FE4-D459-EF32-3A24-28BE3C0ED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4737447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6" name="Freeform 226">
              <a:extLst>
                <a:ext uri="{FF2B5EF4-FFF2-40B4-BE49-F238E27FC236}">
                  <a16:creationId xmlns:a16="http://schemas.microsoft.com/office/drawing/2014/main" id="{FF3C4AE8-2F82-404D-5694-D91630553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4712047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7" name="Freeform 227">
              <a:extLst>
                <a:ext uri="{FF2B5EF4-FFF2-40B4-BE49-F238E27FC236}">
                  <a16:creationId xmlns:a16="http://schemas.microsoft.com/office/drawing/2014/main" id="{C238AE9F-3B97-FCD6-3D3F-D45EF8780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712047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28" name="Rectangle 228">
              <a:extLst>
                <a:ext uri="{FF2B5EF4-FFF2-40B4-BE49-F238E27FC236}">
                  <a16:creationId xmlns:a16="http://schemas.microsoft.com/office/drawing/2014/main" id="{41C573C6-6A13-F139-40A6-5E5D0EEC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025" y="4712047"/>
              <a:ext cx="1825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29" name="Freeform 229">
              <a:extLst>
                <a:ext uri="{FF2B5EF4-FFF2-40B4-BE49-F238E27FC236}">
                  <a16:creationId xmlns:a16="http://schemas.microsoft.com/office/drawing/2014/main" id="{542A52C3-0C26-A475-4566-C3C2FF4F0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0" y="4688234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0 h 8"/>
                <a:gd name="T4" fmla="*/ 2147483647 w 7"/>
                <a:gd name="T5" fmla="*/ 0 h 8"/>
                <a:gd name="T6" fmla="*/ 0 w 7"/>
                <a:gd name="T7" fmla="*/ 0 h 8"/>
                <a:gd name="T8" fmla="*/ 0 w 7"/>
                <a:gd name="T9" fmla="*/ 2147483647 h 8"/>
                <a:gd name="T10" fmla="*/ 0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8"/>
                <a:gd name="T29" fmla="*/ 7 w 7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8">
                  <a:moveTo>
                    <a:pt x="7" y="8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0" name="Freeform 230">
              <a:extLst>
                <a:ext uri="{FF2B5EF4-FFF2-40B4-BE49-F238E27FC236}">
                  <a16:creationId xmlns:a16="http://schemas.microsoft.com/office/drawing/2014/main" id="{6397555B-EFDC-1B7E-DB22-F28919B1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813" y="4688234"/>
              <a:ext cx="12700" cy="12700"/>
            </a:xfrm>
            <a:custGeom>
              <a:avLst/>
              <a:gdLst>
                <a:gd name="T0" fmla="*/ 2147483647 w 8"/>
                <a:gd name="T1" fmla="*/ 2147483647 h 8"/>
                <a:gd name="T2" fmla="*/ 2147483647 w 8"/>
                <a:gd name="T3" fmla="*/ 0 h 8"/>
                <a:gd name="T4" fmla="*/ 2147483647 w 8"/>
                <a:gd name="T5" fmla="*/ 0 h 8"/>
                <a:gd name="T6" fmla="*/ 0 w 8"/>
                <a:gd name="T7" fmla="*/ 0 h 8"/>
                <a:gd name="T8" fmla="*/ 0 w 8"/>
                <a:gd name="T9" fmla="*/ 2147483647 h 8"/>
                <a:gd name="T10" fmla="*/ 0 w 8"/>
                <a:gd name="T11" fmla="*/ 2147483647 h 8"/>
                <a:gd name="T12" fmla="*/ 2147483647 w 8"/>
                <a:gd name="T13" fmla="*/ 2147483647 h 8"/>
                <a:gd name="T14" fmla="*/ 2147483647 w 8"/>
                <a:gd name="T15" fmla="*/ 2147483647 h 8"/>
                <a:gd name="T16" fmla="*/ 2147483647 w 8"/>
                <a:gd name="T17" fmla="*/ 214748364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1" name="Rectangle 231">
              <a:extLst>
                <a:ext uri="{FF2B5EF4-FFF2-40B4-BE49-F238E27FC236}">
                  <a16:creationId xmlns:a16="http://schemas.microsoft.com/office/drawing/2014/main" id="{3AE0B4AA-B5E6-C820-D140-7FCD063D0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813" y="4688234"/>
              <a:ext cx="268288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2" name="Rectangle 232">
              <a:extLst>
                <a:ext uri="{FF2B5EF4-FFF2-40B4-BE49-F238E27FC236}">
                  <a16:creationId xmlns:a16="http://schemas.microsoft.com/office/drawing/2014/main" id="{F4FE6678-DB1D-8ED3-F236-FC20BC08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445347"/>
              <a:ext cx="47307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3" name="Rectangle 233">
              <a:extLst>
                <a:ext uri="{FF2B5EF4-FFF2-40B4-BE49-F238E27FC236}">
                  <a16:creationId xmlns:a16="http://schemas.microsoft.com/office/drawing/2014/main" id="{D7435003-4BC8-CD9D-B07B-67868C057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650" y="4335809"/>
              <a:ext cx="11113" cy="20637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4" name="Rectangle 234">
              <a:extLst>
                <a:ext uri="{FF2B5EF4-FFF2-40B4-BE49-F238E27FC236}">
                  <a16:creationId xmlns:a16="http://schemas.microsoft.com/office/drawing/2014/main" id="{AE2C65EE-2992-E1A9-A0F1-4502DE952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7485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5" name="Rectangle 235">
              <a:extLst>
                <a:ext uri="{FF2B5EF4-FFF2-40B4-BE49-F238E27FC236}">
                  <a16:creationId xmlns:a16="http://schemas.microsoft.com/office/drawing/2014/main" id="{48801517-D77F-AA82-F4EC-09CF8E392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925" y="4142134"/>
              <a:ext cx="11113" cy="6064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6" name="Rectangle 236">
              <a:extLst>
                <a:ext uri="{FF2B5EF4-FFF2-40B4-BE49-F238E27FC236}">
                  <a16:creationId xmlns:a16="http://schemas.microsoft.com/office/drawing/2014/main" id="{3EBED95B-01B9-CC27-C585-88A6FAD9B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663" y="4445347"/>
              <a:ext cx="1952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7" name="Rectangle 237">
              <a:extLst>
                <a:ext uri="{FF2B5EF4-FFF2-40B4-BE49-F238E27FC236}">
                  <a16:creationId xmlns:a16="http://schemas.microsoft.com/office/drawing/2014/main" id="{6668FC0A-179B-31C9-091D-6FADE6F9A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5" y="3923059"/>
              <a:ext cx="15716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38" name="Freeform 238">
              <a:extLst>
                <a:ext uri="{FF2B5EF4-FFF2-40B4-BE49-F238E27FC236}">
                  <a16:creationId xmlns:a16="http://schemas.microsoft.com/office/drawing/2014/main" id="{D03DC3A4-B1FB-8F82-8F8E-7A6A1EAC9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39" name="Freeform 239">
              <a:extLst>
                <a:ext uri="{FF2B5EF4-FFF2-40B4-BE49-F238E27FC236}">
                  <a16:creationId xmlns:a16="http://schemas.microsoft.com/office/drawing/2014/main" id="{1DAF2769-00F7-48B0-D725-98D98EFB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0" name="Freeform 240">
              <a:extLst>
                <a:ext uri="{FF2B5EF4-FFF2-40B4-BE49-F238E27FC236}">
                  <a16:creationId xmlns:a16="http://schemas.microsoft.com/office/drawing/2014/main" id="{39D0D77E-BA15-E3C5-E64F-4055351D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1" name="Freeform 241">
              <a:extLst>
                <a:ext uri="{FF2B5EF4-FFF2-40B4-BE49-F238E27FC236}">
                  <a16:creationId xmlns:a16="http://schemas.microsoft.com/office/drawing/2014/main" id="{6604412A-CD0E-A1EF-FC6F-F4F6BA80B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2" name="Freeform 242">
              <a:extLst>
                <a:ext uri="{FF2B5EF4-FFF2-40B4-BE49-F238E27FC236}">
                  <a16:creationId xmlns:a16="http://schemas.microsoft.com/office/drawing/2014/main" id="{3317DB49-83EC-1001-748F-D300BD5A1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8" y="8"/>
                  </a:lnTo>
                  <a:lnTo>
                    <a:pt x="15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3" name="Freeform 243">
              <a:extLst>
                <a:ext uri="{FF2B5EF4-FFF2-40B4-BE49-F238E27FC236}">
                  <a16:creationId xmlns:a16="http://schemas.microsoft.com/office/drawing/2014/main" id="{B258194C-AE93-B295-C4BF-0DC1B3E6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038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4" name="Freeform 244">
              <a:extLst>
                <a:ext uri="{FF2B5EF4-FFF2-40B4-BE49-F238E27FC236}">
                  <a16:creationId xmlns:a16="http://schemas.microsoft.com/office/drawing/2014/main" id="{75549EA7-69D1-A4E9-6215-CB9CF5609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5" name="Freeform 245">
              <a:extLst>
                <a:ext uri="{FF2B5EF4-FFF2-40B4-BE49-F238E27FC236}">
                  <a16:creationId xmlns:a16="http://schemas.microsoft.com/office/drawing/2014/main" id="{D6AD2826-ED61-9972-A8F0-392B5E63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6" name="Freeform 246">
              <a:extLst>
                <a:ext uri="{FF2B5EF4-FFF2-40B4-BE49-F238E27FC236}">
                  <a16:creationId xmlns:a16="http://schemas.microsoft.com/office/drawing/2014/main" id="{F9CD0D31-6757-F2B2-97F4-90F18787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863" y="4445347"/>
              <a:ext cx="12700" cy="1588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2147483647 w 8"/>
                <a:gd name="T7" fmla="*/ 0 h 1"/>
                <a:gd name="T8" fmla="*/ 2147483647 w 8"/>
                <a:gd name="T9" fmla="*/ 0 h 1"/>
                <a:gd name="T10" fmla="*/ 2147483647 w 8"/>
                <a:gd name="T11" fmla="*/ 0 h 1"/>
                <a:gd name="T12" fmla="*/ 0 w 8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"/>
                <a:gd name="T23" fmla="*/ 8 w 8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7" name="Freeform 247">
              <a:extLst>
                <a:ext uri="{FF2B5EF4-FFF2-40B4-BE49-F238E27FC236}">
                  <a16:creationId xmlns:a16="http://schemas.microsoft.com/office/drawing/2014/main" id="{0A2543E4-0684-96D7-3675-87C8EFD9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25400" cy="25400"/>
            </a:xfrm>
            <a:custGeom>
              <a:avLst/>
              <a:gdLst>
                <a:gd name="T0" fmla="*/ 2147483647 w 16"/>
                <a:gd name="T1" fmla="*/ 2147483647 h 16"/>
                <a:gd name="T2" fmla="*/ 2147483647 w 16"/>
                <a:gd name="T3" fmla="*/ 2147483647 h 16"/>
                <a:gd name="T4" fmla="*/ 2147483647 w 16"/>
                <a:gd name="T5" fmla="*/ 0 h 16"/>
                <a:gd name="T6" fmla="*/ 0 w 16"/>
                <a:gd name="T7" fmla="*/ 2147483647 h 16"/>
                <a:gd name="T8" fmla="*/ 0 w 16"/>
                <a:gd name="T9" fmla="*/ 2147483647 h 16"/>
                <a:gd name="T10" fmla="*/ 0 w 16"/>
                <a:gd name="T11" fmla="*/ 2147483647 h 16"/>
                <a:gd name="T12" fmla="*/ 2147483647 w 16"/>
                <a:gd name="T13" fmla="*/ 2147483647 h 16"/>
                <a:gd name="T14" fmla="*/ 2147483647 w 16"/>
                <a:gd name="T15" fmla="*/ 2147483647 h 16"/>
                <a:gd name="T16" fmla="*/ 2147483647 w 16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16"/>
                <a:gd name="T29" fmla="*/ 16 w 16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16">
                  <a:moveTo>
                    <a:pt x="16" y="8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8" name="Freeform 248">
              <a:extLst>
                <a:ext uri="{FF2B5EF4-FFF2-40B4-BE49-F238E27FC236}">
                  <a16:creationId xmlns:a16="http://schemas.microsoft.com/office/drawing/2014/main" id="{A4E8C71A-AD26-3AC4-DBCA-7B58D6833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0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16" y="16"/>
                  </a:moveTo>
                  <a:lnTo>
                    <a:pt x="8" y="16"/>
                  </a:lnTo>
                  <a:lnTo>
                    <a:pt x="8" y="8"/>
                  </a:lnTo>
                  <a:lnTo>
                    <a:pt x="8" y="0"/>
                  </a:lnTo>
                  <a:lnTo>
                    <a:pt x="16" y="8"/>
                  </a:lnTo>
                  <a:lnTo>
                    <a:pt x="8" y="16"/>
                  </a:lnTo>
                  <a:lnTo>
                    <a:pt x="8" y="8"/>
                  </a:lnTo>
                  <a:lnTo>
                    <a:pt x="8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23" y="16"/>
                  </a:lnTo>
                  <a:lnTo>
                    <a:pt x="16" y="23"/>
                  </a:lnTo>
                  <a:lnTo>
                    <a:pt x="8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8" y="0"/>
                  </a:lnTo>
                  <a:lnTo>
                    <a:pt x="16" y="0"/>
                  </a:lnTo>
                  <a:lnTo>
                    <a:pt x="16" y="8"/>
                  </a:lnTo>
                  <a:lnTo>
                    <a:pt x="8" y="8"/>
                  </a:lnTo>
                  <a:lnTo>
                    <a:pt x="16" y="8"/>
                  </a:lnTo>
                  <a:lnTo>
                    <a:pt x="16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49" name="Freeform 249">
              <a:extLst>
                <a:ext uri="{FF2B5EF4-FFF2-40B4-BE49-F238E27FC236}">
                  <a16:creationId xmlns:a16="http://schemas.microsoft.com/office/drawing/2014/main" id="{4B3C701B-BD00-ED90-ACE3-827673CC3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125" y="4445347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0 w 7"/>
                <a:gd name="T5" fmla="*/ 2147483647 h 8"/>
                <a:gd name="T6" fmla="*/ 0 w 7"/>
                <a:gd name="T7" fmla="*/ 0 h 8"/>
                <a:gd name="T8" fmla="*/ 2147483647 w 7"/>
                <a:gd name="T9" fmla="*/ 2147483647 h 8"/>
                <a:gd name="T10" fmla="*/ 2147483647 w 7"/>
                <a:gd name="T11" fmla="*/ 2147483647 h 8"/>
                <a:gd name="T12" fmla="*/ 0 w 7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0" name="Freeform 250">
              <a:extLst>
                <a:ext uri="{FF2B5EF4-FFF2-40B4-BE49-F238E27FC236}">
                  <a16:creationId xmlns:a16="http://schemas.microsoft.com/office/drawing/2014/main" id="{F5ADA0E0-FC02-C9E5-C4D7-AC5E62B2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0 h 16"/>
                <a:gd name="T6" fmla="*/ 0 w 15"/>
                <a:gd name="T7" fmla="*/ 2147483647 h 16"/>
                <a:gd name="T8" fmla="*/ 0 w 15"/>
                <a:gd name="T9" fmla="*/ 2147483647 h 16"/>
                <a:gd name="T10" fmla="*/ 0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"/>
                <a:gd name="T29" fmla="*/ 15 w 15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1" name="Freeform 251">
              <a:extLst>
                <a:ext uri="{FF2B5EF4-FFF2-40B4-BE49-F238E27FC236}">
                  <a16:creationId xmlns:a16="http://schemas.microsoft.com/office/drawing/2014/main" id="{4EA9CB3E-021C-39C8-437D-EC50C61E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432647"/>
              <a:ext cx="36513" cy="36513"/>
            </a:xfrm>
            <a:custGeom>
              <a:avLst/>
              <a:gdLst>
                <a:gd name="T0" fmla="*/ 2147483647 w 23"/>
                <a:gd name="T1" fmla="*/ 2147483647 h 23"/>
                <a:gd name="T2" fmla="*/ 2147483647 w 23"/>
                <a:gd name="T3" fmla="*/ 2147483647 h 23"/>
                <a:gd name="T4" fmla="*/ 2147483647 w 23"/>
                <a:gd name="T5" fmla="*/ 2147483647 h 23"/>
                <a:gd name="T6" fmla="*/ 2147483647 w 23"/>
                <a:gd name="T7" fmla="*/ 2147483647 h 23"/>
                <a:gd name="T8" fmla="*/ 2147483647 w 23"/>
                <a:gd name="T9" fmla="*/ 2147483647 h 23"/>
                <a:gd name="T10" fmla="*/ 2147483647 w 23"/>
                <a:gd name="T11" fmla="*/ 2147483647 h 23"/>
                <a:gd name="T12" fmla="*/ 2147483647 w 23"/>
                <a:gd name="T13" fmla="*/ 2147483647 h 23"/>
                <a:gd name="T14" fmla="*/ 2147483647 w 23"/>
                <a:gd name="T15" fmla="*/ 2147483647 h 23"/>
                <a:gd name="T16" fmla="*/ 2147483647 w 23"/>
                <a:gd name="T17" fmla="*/ 2147483647 h 23"/>
                <a:gd name="T18" fmla="*/ 2147483647 w 23"/>
                <a:gd name="T19" fmla="*/ 2147483647 h 23"/>
                <a:gd name="T20" fmla="*/ 2147483647 w 23"/>
                <a:gd name="T21" fmla="*/ 2147483647 h 23"/>
                <a:gd name="T22" fmla="*/ 2147483647 w 23"/>
                <a:gd name="T23" fmla="*/ 2147483647 h 23"/>
                <a:gd name="T24" fmla="*/ 2147483647 w 23"/>
                <a:gd name="T25" fmla="*/ 2147483647 h 23"/>
                <a:gd name="T26" fmla="*/ 2147483647 w 23"/>
                <a:gd name="T27" fmla="*/ 2147483647 h 23"/>
                <a:gd name="T28" fmla="*/ 0 w 23"/>
                <a:gd name="T29" fmla="*/ 2147483647 h 23"/>
                <a:gd name="T30" fmla="*/ 0 w 23"/>
                <a:gd name="T31" fmla="*/ 2147483647 h 23"/>
                <a:gd name="T32" fmla="*/ 2147483647 w 23"/>
                <a:gd name="T33" fmla="*/ 2147483647 h 23"/>
                <a:gd name="T34" fmla="*/ 2147483647 w 23"/>
                <a:gd name="T35" fmla="*/ 2147483647 h 23"/>
                <a:gd name="T36" fmla="*/ 2147483647 w 23"/>
                <a:gd name="T37" fmla="*/ 2147483647 h 23"/>
                <a:gd name="T38" fmla="*/ 2147483647 w 23"/>
                <a:gd name="T39" fmla="*/ 2147483647 h 23"/>
                <a:gd name="T40" fmla="*/ 2147483647 w 23"/>
                <a:gd name="T41" fmla="*/ 2147483647 h 23"/>
                <a:gd name="T42" fmla="*/ 2147483647 w 23"/>
                <a:gd name="T43" fmla="*/ 2147483647 h 23"/>
                <a:gd name="T44" fmla="*/ 2147483647 w 23"/>
                <a:gd name="T45" fmla="*/ 2147483647 h 23"/>
                <a:gd name="T46" fmla="*/ 2147483647 w 23"/>
                <a:gd name="T47" fmla="*/ 2147483647 h 23"/>
                <a:gd name="T48" fmla="*/ 2147483647 w 23"/>
                <a:gd name="T49" fmla="*/ 2147483647 h 23"/>
                <a:gd name="T50" fmla="*/ 2147483647 w 23"/>
                <a:gd name="T51" fmla="*/ 2147483647 h 23"/>
                <a:gd name="T52" fmla="*/ 2147483647 w 23"/>
                <a:gd name="T53" fmla="*/ 2147483647 h 23"/>
                <a:gd name="T54" fmla="*/ 2147483647 w 23"/>
                <a:gd name="T55" fmla="*/ 2147483647 h 23"/>
                <a:gd name="T56" fmla="*/ 2147483647 w 23"/>
                <a:gd name="T57" fmla="*/ 2147483647 h 23"/>
                <a:gd name="T58" fmla="*/ 2147483647 w 23"/>
                <a:gd name="T59" fmla="*/ 2147483647 h 23"/>
                <a:gd name="T60" fmla="*/ 2147483647 w 23"/>
                <a:gd name="T61" fmla="*/ 2147483647 h 23"/>
                <a:gd name="T62" fmla="*/ 2147483647 w 23"/>
                <a:gd name="T63" fmla="*/ 2147483647 h 23"/>
                <a:gd name="T64" fmla="*/ 0 w 23"/>
                <a:gd name="T65" fmla="*/ 2147483647 h 23"/>
                <a:gd name="T66" fmla="*/ 0 w 23"/>
                <a:gd name="T67" fmla="*/ 2147483647 h 23"/>
                <a:gd name="T68" fmla="*/ 0 w 23"/>
                <a:gd name="T69" fmla="*/ 2147483647 h 23"/>
                <a:gd name="T70" fmla="*/ 0 w 23"/>
                <a:gd name="T71" fmla="*/ 2147483647 h 23"/>
                <a:gd name="T72" fmla="*/ 0 w 23"/>
                <a:gd name="T73" fmla="*/ 2147483647 h 23"/>
                <a:gd name="T74" fmla="*/ 0 w 23"/>
                <a:gd name="T75" fmla="*/ 2147483647 h 23"/>
                <a:gd name="T76" fmla="*/ 0 w 23"/>
                <a:gd name="T77" fmla="*/ 2147483647 h 23"/>
                <a:gd name="T78" fmla="*/ 0 w 23"/>
                <a:gd name="T79" fmla="*/ 2147483647 h 23"/>
                <a:gd name="T80" fmla="*/ 0 w 23"/>
                <a:gd name="T81" fmla="*/ 2147483647 h 23"/>
                <a:gd name="T82" fmla="*/ 2147483647 w 23"/>
                <a:gd name="T83" fmla="*/ 0 h 23"/>
                <a:gd name="T84" fmla="*/ 2147483647 w 23"/>
                <a:gd name="T85" fmla="*/ 0 h 23"/>
                <a:gd name="T86" fmla="*/ 2147483647 w 23"/>
                <a:gd name="T87" fmla="*/ 0 h 23"/>
                <a:gd name="T88" fmla="*/ 2147483647 w 23"/>
                <a:gd name="T89" fmla="*/ 2147483647 h 23"/>
                <a:gd name="T90" fmla="*/ 2147483647 w 23"/>
                <a:gd name="T91" fmla="*/ 2147483647 h 23"/>
                <a:gd name="T92" fmla="*/ 2147483647 w 23"/>
                <a:gd name="T93" fmla="*/ 2147483647 h 23"/>
                <a:gd name="T94" fmla="*/ 2147483647 w 23"/>
                <a:gd name="T95" fmla="*/ 2147483647 h 23"/>
                <a:gd name="T96" fmla="*/ 2147483647 w 23"/>
                <a:gd name="T97" fmla="*/ 2147483647 h 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"/>
                <a:gd name="T148" fmla="*/ 0 h 23"/>
                <a:gd name="T149" fmla="*/ 23 w 23"/>
                <a:gd name="T150" fmla="*/ 23 h 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" h="23">
                  <a:moveTo>
                    <a:pt x="23" y="8"/>
                  </a:moveTo>
                  <a:lnTo>
                    <a:pt x="23" y="8"/>
                  </a:lnTo>
                  <a:lnTo>
                    <a:pt x="15" y="16"/>
                  </a:lnTo>
                  <a:lnTo>
                    <a:pt x="7" y="8"/>
                  </a:lnTo>
                  <a:lnTo>
                    <a:pt x="15" y="8"/>
                  </a:lnTo>
                  <a:lnTo>
                    <a:pt x="7" y="16"/>
                  </a:lnTo>
                  <a:lnTo>
                    <a:pt x="7" y="8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15" y="16"/>
                  </a:lnTo>
                  <a:lnTo>
                    <a:pt x="15" y="8"/>
                  </a:lnTo>
                  <a:lnTo>
                    <a:pt x="23" y="8"/>
                  </a:lnTo>
                  <a:lnTo>
                    <a:pt x="23" y="16"/>
                  </a:lnTo>
                  <a:lnTo>
                    <a:pt x="15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3" y="8"/>
                  </a:lnTo>
                  <a:lnTo>
                    <a:pt x="15" y="8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2" name="Rectangle 252">
              <a:extLst>
                <a:ext uri="{FF2B5EF4-FFF2-40B4-BE49-F238E27FC236}">
                  <a16:creationId xmlns:a16="http://schemas.microsoft.com/office/drawing/2014/main" id="{FAAAAA42-52BE-1F47-D068-FEA0C7E4C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3" name="Freeform 253">
              <a:extLst>
                <a:ext uri="{FF2B5EF4-FFF2-40B4-BE49-F238E27FC236}">
                  <a16:creationId xmlns:a16="http://schemas.microsoft.com/office/drawing/2014/main" id="{1154C40E-1D82-1287-CC01-C43451B5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49263" cy="642938"/>
            </a:xfrm>
            <a:custGeom>
              <a:avLst/>
              <a:gdLst>
                <a:gd name="T0" fmla="*/ 0 w 283"/>
                <a:gd name="T1" fmla="*/ 0 h 405"/>
                <a:gd name="T2" fmla="*/ 2147483647 w 283"/>
                <a:gd name="T3" fmla="*/ 2147483647 h 405"/>
                <a:gd name="T4" fmla="*/ 2147483647 w 283"/>
                <a:gd name="T5" fmla="*/ 2147483647 h 405"/>
                <a:gd name="T6" fmla="*/ 2147483647 w 283"/>
                <a:gd name="T7" fmla="*/ 2147483647 h 405"/>
                <a:gd name="T8" fmla="*/ 2147483647 w 283"/>
                <a:gd name="T9" fmla="*/ 2147483647 h 405"/>
                <a:gd name="T10" fmla="*/ 2147483647 w 283"/>
                <a:gd name="T11" fmla="*/ 2147483647 h 405"/>
                <a:gd name="T12" fmla="*/ 2147483647 w 283"/>
                <a:gd name="T13" fmla="*/ 2147483647 h 405"/>
                <a:gd name="T14" fmla="*/ 2147483647 w 283"/>
                <a:gd name="T15" fmla="*/ 2147483647 h 405"/>
                <a:gd name="T16" fmla="*/ 2147483647 w 283"/>
                <a:gd name="T17" fmla="*/ 2147483647 h 405"/>
                <a:gd name="T18" fmla="*/ 2147483647 w 283"/>
                <a:gd name="T19" fmla="*/ 2147483647 h 405"/>
                <a:gd name="T20" fmla="*/ 0 w 283"/>
                <a:gd name="T21" fmla="*/ 2147483647 h 405"/>
                <a:gd name="T22" fmla="*/ 0 w 283"/>
                <a:gd name="T23" fmla="*/ 0 h 4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3"/>
                <a:gd name="T37" fmla="*/ 0 h 405"/>
                <a:gd name="T38" fmla="*/ 283 w 283"/>
                <a:gd name="T39" fmla="*/ 405 h 40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3" h="40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37" y="69"/>
                  </a:lnTo>
                  <a:lnTo>
                    <a:pt x="268" y="99"/>
                  </a:lnTo>
                  <a:lnTo>
                    <a:pt x="283" y="206"/>
                  </a:lnTo>
                  <a:lnTo>
                    <a:pt x="268" y="306"/>
                  </a:lnTo>
                  <a:lnTo>
                    <a:pt x="237" y="344"/>
                  </a:lnTo>
                  <a:lnTo>
                    <a:pt x="207" y="367"/>
                  </a:lnTo>
                  <a:lnTo>
                    <a:pt x="122" y="397"/>
                  </a:lnTo>
                  <a:lnTo>
                    <a:pt x="0" y="405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4" name="Freeform 254">
              <a:extLst>
                <a:ext uri="{FF2B5EF4-FFF2-40B4-BE49-F238E27FC236}">
                  <a16:creationId xmlns:a16="http://schemas.microsoft.com/office/drawing/2014/main" id="{673BF3FC-5509-BC38-7256-F1C84A48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3426172"/>
              <a:ext cx="461963" cy="595313"/>
            </a:xfrm>
            <a:custGeom>
              <a:avLst/>
              <a:gdLst>
                <a:gd name="T0" fmla="*/ 0 w 291"/>
                <a:gd name="T1" fmla="*/ 0 h 375"/>
                <a:gd name="T2" fmla="*/ 2147483647 w 291"/>
                <a:gd name="T3" fmla="*/ 2147483647 h 375"/>
                <a:gd name="T4" fmla="*/ 2147483647 w 291"/>
                <a:gd name="T5" fmla="*/ 2147483647 h 375"/>
                <a:gd name="T6" fmla="*/ 2147483647 w 291"/>
                <a:gd name="T7" fmla="*/ 2147483647 h 375"/>
                <a:gd name="T8" fmla="*/ 2147483647 w 291"/>
                <a:gd name="T9" fmla="*/ 2147483647 h 375"/>
                <a:gd name="T10" fmla="*/ 2147483647 w 291"/>
                <a:gd name="T11" fmla="*/ 2147483647 h 375"/>
                <a:gd name="T12" fmla="*/ 2147483647 w 291"/>
                <a:gd name="T13" fmla="*/ 2147483647 h 375"/>
                <a:gd name="T14" fmla="*/ 2147483647 w 291"/>
                <a:gd name="T15" fmla="*/ 2147483647 h 375"/>
                <a:gd name="T16" fmla="*/ 2147483647 w 291"/>
                <a:gd name="T17" fmla="*/ 2147483647 h 375"/>
                <a:gd name="T18" fmla="*/ 2147483647 w 291"/>
                <a:gd name="T19" fmla="*/ 2147483647 h 375"/>
                <a:gd name="T20" fmla="*/ 2147483647 w 291"/>
                <a:gd name="T21" fmla="*/ 2147483647 h 375"/>
                <a:gd name="T22" fmla="*/ 2147483647 w 291"/>
                <a:gd name="T23" fmla="*/ 2147483647 h 375"/>
                <a:gd name="T24" fmla="*/ 2147483647 w 291"/>
                <a:gd name="T25" fmla="*/ 2147483647 h 375"/>
                <a:gd name="T26" fmla="*/ 2147483647 w 291"/>
                <a:gd name="T27" fmla="*/ 2147483647 h 375"/>
                <a:gd name="T28" fmla="*/ 2147483647 w 291"/>
                <a:gd name="T29" fmla="*/ 2147483647 h 375"/>
                <a:gd name="T30" fmla="*/ 2147483647 w 291"/>
                <a:gd name="T31" fmla="*/ 2147483647 h 375"/>
                <a:gd name="T32" fmla="*/ 2147483647 w 291"/>
                <a:gd name="T33" fmla="*/ 2147483647 h 375"/>
                <a:gd name="T34" fmla="*/ 2147483647 w 291"/>
                <a:gd name="T35" fmla="*/ 2147483647 h 375"/>
                <a:gd name="T36" fmla="*/ 2147483647 w 291"/>
                <a:gd name="T37" fmla="*/ 2147483647 h 375"/>
                <a:gd name="T38" fmla="*/ 2147483647 w 291"/>
                <a:gd name="T39" fmla="*/ 2147483647 h 375"/>
                <a:gd name="T40" fmla="*/ 2147483647 w 291"/>
                <a:gd name="T41" fmla="*/ 2147483647 h 375"/>
                <a:gd name="T42" fmla="*/ 2147483647 w 291"/>
                <a:gd name="T43" fmla="*/ 2147483647 h 375"/>
                <a:gd name="T44" fmla="*/ 2147483647 w 291"/>
                <a:gd name="T45" fmla="*/ 2147483647 h 375"/>
                <a:gd name="T46" fmla="*/ 2147483647 w 291"/>
                <a:gd name="T47" fmla="*/ 2147483647 h 375"/>
                <a:gd name="T48" fmla="*/ 2147483647 w 291"/>
                <a:gd name="T49" fmla="*/ 2147483647 h 375"/>
                <a:gd name="T50" fmla="*/ 2147483647 w 291"/>
                <a:gd name="T51" fmla="*/ 2147483647 h 375"/>
                <a:gd name="T52" fmla="*/ 2147483647 w 291"/>
                <a:gd name="T53" fmla="*/ 2147483647 h 375"/>
                <a:gd name="T54" fmla="*/ 2147483647 w 291"/>
                <a:gd name="T55" fmla="*/ 2147483647 h 375"/>
                <a:gd name="T56" fmla="*/ 2147483647 w 291"/>
                <a:gd name="T57" fmla="*/ 2147483647 h 375"/>
                <a:gd name="T58" fmla="*/ 2147483647 w 291"/>
                <a:gd name="T59" fmla="*/ 2147483647 h 375"/>
                <a:gd name="T60" fmla="*/ 2147483647 w 291"/>
                <a:gd name="T61" fmla="*/ 2147483647 h 375"/>
                <a:gd name="T62" fmla="*/ 2147483647 w 291"/>
                <a:gd name="T63" fmla="*/ 2147483647 h 375"/>
                <a:gd name="T64" fmla="*/ 2147483647 w 291"/>
                <a:gd name="T65" fmla="*/ 2147483647 h 375"/>
                <a:gd name="T66" fmla="*/ 2147483647 w 291"/>
                <a:gd name="T67" fmla="*/ 2147483647 h 375"/>
                <a:gd name="T68" fmla="*/ 2147483647 w 291"/>
                <a:gd name="T69" fmla="*/ 2147483647 h 375"/>
                <a:gd name="T70" fmla="*/ 2147483647 w 291"/>
                <a:gd name="T71" fmla="*/ 2147483647 h 375"/>
                <a:gd name="T72" fmla="*/ 2147483647 w 291"/>
                <a:gd name="T73" fmla="*/ 2147483647 h 375"/>
                <a:gd name="T74" fmla="*/ 2147483647 w 291"/>
                <a:gd name="T75" fmla="*/ 2147483647 h 375"/>
                <a:gd name="T76" fmla="*/ 2147483647 w 291"/>
                <a:gd name="T77" fmla="*/ 2147483647 h 375"/>
                <a:gd name="T78" fmla="*/ 2147483647 w 291"/>
                <a:gd name="T79" fmla="*/ 2147483647 h 375"/>
                <a:gd name="T80" fmla="*/ 2147483647 w 291"/>
                <a:gd name="T81" fmla="*/ 2147483647 h 375"/>
                <a:gd name="T82" fmla="*/ 2147483647 w 291"/>
                <a:gd name="T83" fmla="*/ 2147483647 h 375"/>
                <a:gd name="T84" fmla="*/ 2147483647 w 291"/>
                <a:gd name="T85" fmla="*/ 2147483647 h 375"/>
                <a:gd name="T86" fmla="*/ 2147483647 w 291"/>
                <a:gd name="T87" fmla="*/ 2147483647 h 375"/>
                <a:gd name="T88" fmla="*/ 2147483647 w 291"/>
                <a:gd name="T89" fmla="*/ 2147483647 h 375"/>
                <a:gd name="T90" fmla="*/ 2147483647 w 291"/>
                <a:gd name="T91" fmla="*/ 2147483647 h 375"/>
                <a:gd name="T92" fmla="*/ 2147483647 w 291"/>
                <a:gd name="T93" fmla="*/ 2147483647 h 375"/>
                <a:gd name="T94" fmla="*/ 0 w 291"/>
                <a:gd name="T95" fmla="*/ 2147483647 h 375"/>
                <a:gd name="T96" fmla="*/ 0 w 291"/>
                <a:gd name="T97" fmla="*/ 0 h 3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1"/>
                <a:gd name="T148" fmla="*/ 0 h 375"/>
                <a:gd name="T149" fmla="*/ 291 w 291"/>
                <a:gd name="T150" fmla="*/ 375 h 3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1" h="375">
                  <a:moveTo>
                    <a:pt x="0" y="0"/>
                  </a:moveTo>
                  <a:lnTo>
                    <a:pt x="122" y="8"/>
                  </a:lnTo>
                  <a:lnTo>
                    <a:pt x="207" y="38"/>
                  </a:lnTo>
                  <a:lnTo>
                    <a:pt x="214" y="38"/>
                  </a:lnTo>
                  <a:lnTo>
                    <a:pt x="245" y="69"/>
                  </a:lnTo>
                  <a:lnTo>
                    <a:pt x="275" y="99"/>
                  </a:lnTo>
                  <a:lnTo>
                    <a:pt x="291" y="206"/>
                  </a:lnTo>
                  <a:lnTo>
                    <a:pt x="275" y="306"/>
                  </a:lnTo>
                  <a:lnTo>
                    <a:pt x="275" y="313"/>
                  </a:lnTo>
                  <a:lnTo>
                    <a:pt x="245" y="352"/>
                  </a:lnTo>
                  <a:lnTo>
                    <a:pt x="214" y="375"/>
                  </a:lnTo>
                  <a:lnTo>
                    <a:pt x="207" y="375"/>
                  </a:lnTo>
                  <a:lnTo>
                    <a:pt x="207" y="367"/>
                  </a:lnTo>
                  <a:lnTo>
                    <a:pt x="237" y="344"/>
                  </a:lnTo>
                  <a:lnTo>
                    <a:pt x="268" y="306"/>
                  </a:lnTo>
                  <a:lnTo>
                    <a:pt x="283" y="206"/>
                  </a:lnTo>
                  <a:lnTo>
                    <a:pt x="268" y="99"/>
                  </a:lnTo>
                  <a:lnTo>
                    <a:pt x="268" y="107"/>
                  </a:lnTo>
                  <a:lnTo>
                    <a:pt x="237" y="76"/>
                  </a:lnTo>
                  <a:lnTo>
                    <a:pt x="207" y="46"/>
                  </a:lnTo>
                  <a:lnTo>
                    <a:pt x="122" y="15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5" name="Freeform 255">
              <a:extLst>
                <a:ext uri="{FF2B5EF4-FFF2-40B4-BE49-F238E27FC236}">
                  <a16:creationId xmlns:a16="http://schemas.microsoft.com/office/drawing/2014/main" id="{ABBAF85A-D6DF-4062-92AC-6F02F8A53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4008784"/>
              <a:ext cx="134938" cy="60325"/>
            </a:xfrm>
            <a:custGeom>
              <a:avLst/>
              <a:gdLst>
                <a:gd name="T0" fmla="*/ 2147483647 w 85"/>
                <a:gd name="T1" fmla="*/ 2147483647 h 38"/>
                <a:gd name="T2" fmla="*/ 0 w 85"/>
                <a:gd name="T3" fmla="*/ 2147483647 h 38"/>
                <a:gd name="T4" fmla="*/ 0 w 85"/>
                <a:gd name="T5" fmla="*/ 2147483647 h 38"/>
                <a:gd name="T6" fmla="*/ 0 w 85"/>
                <a:gd name="T7" fmla="*/ 2147483647 h 38"/>
                <a:gd name="T8" fmla="*/ 0 w 85"/>
                <a:gd name="T9" fmla="*/ 2147483647 h 38"/>
                <a:gd name="T10" fmla="*/ 2147483647 w 85"/>
                <a:gd name="T11" fmla="*/ 0 h 38"/>
                <a:gd name="T12" fmla="*/ 2147483647 w 85"/>
                <a:gd name="T13" fmla="*/ 214748364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38"/>
                <a:gd name="T23" fmla="*/ 85 w 85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38">
                  <a:moveTo>
                    <a:pt x="85" y="8"/>
                  </a:moveTo>
                  <a:lnTo>
                    <a:pt x="0" y="38"/>
                  </a:lnTo>
                  <a:lnTo>
                    <a:pt x="0" y="30"/>
                  </a:lnTo>
                  <a:lnTo>
                    <a:pt x="85" y="0"/>
                  </a:lnTo>
                  <a:lnTo>
                    <a:pt x="8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6" name="Freeform 256">
              <a:extLst>
                <a:ext uri="{FF2B5EF4-FFF2-40B4-BE49-F238E27FC236}">
                  <a16:creationId xmlns:a16="http://schemas.microsoft.com/office/drawing/2014/main" id="{D3ECAC61-0D8F-9A96-D8B6-A376EA4B0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0" y="4056409"/>
              <a:ext cx="193675" cy="25400"/>
            </a:xfrm>
            <a:custGeom>
              <a:avLst/>
              <a:gdLst>
                <a:gd name="T0" fmla="*/ 2147483647 w 122"/>
                <a:gd name="T1" fmla="*/ 2147483647 h 16"/>
                <a:gd name="T2" fmla="*/ 2147483647 w 122"/>
                <a:gd name="T3" fmla="*/ 0 h 16"/>
                <a:gd name="T4" fmla="*/ 0 w 122"/>
                <a:gd name="T5" fmla="*/ 2147483647 h 16"/>
                <a:gd name="T6" fmla="*/ 0 w 122"/>
                <a:gd name="T7" fmla="*/ 2147483647 h 16"/>
                <a:gd name="T8" fmla="*/ 2147483647 w 122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2"/>
                <a:gd name="T16" fmla="*/ 0 h 16"/>
                <a:gd name="T17" fmla="*/ 122 w 122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2" h="16">
                  <a:moveTo>
                    <a:pt x="122" y="8"/>
                  </a:moveTo>
                  <a:lnTo>
                    <a:pt x="122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122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57" name="Rectangle 257">
              <a:extLst>
                <a:ext uri="{FF2B5EF4-FFF2-40B4-BE49-F238E27FC236}">
                  <a16:creationId xmlns:a16="http://schemas.microsoft.com/office/drawing/2014/main" id="{958DDA48-DF87-67F3-F3A1-E64274F83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499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8" name="Rectangle 258">
              <a:extLst>
                <a:ext uri="{FF2B5EF4-FFF2-40B4-BE49-F238E27FC236}">
                  <a16:creationId xmlns:a16="http://schemas.microsoft.com/office/drawing/2014/main" id="{DC8B9FD9-0E8B-D177-35A8-DCEE6659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63254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59" name="Rectangle 259">
              <a:extLst>
                <a:ext uri="{FF2B5EF4-FFF2-40B4-BE49-F238E27FC236}">
                  <a16:creationId xmlns:a16="http://schemas.microsoft.com/office/drawing/2014/main" id="{E463C688-C856-AFE7-D48A-BD9562E54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753197"/>
              <a:ext cx="3048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0" name="Rectangle 260">
              <a:extLst>
                <a:ext uri="{FF2B5EF4-FFF2-40B4-BE49-F238E27FC236}">
                  <a16:creationId xmlns:a16="http://schemas.microsoft.com/office/drawing/2014/main" id="{E8A5A386-BB75-97C0-D90B-BA52DE0E2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900" y="389924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1" name="Rectangle 261">
              <a:extLst>
                <a:ext uri="{FF2B5EF4-FFF2-40B4-BE49-F238E27FC236}">
                  <a16:creationId xmlns:a16="http://schemas.microsoft.com/office/drawing/2014/main" id="{9BBAC57D-2550-CD36-85F1-FC55BEA73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263" y="3742084"/>
              <a:ext cx="96838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2" name="Rectangle 262">
              <a:extLst>
                <a:ext uri="{FF2B5EF4-FFF2-40B4-BE49-F238E27FC236}">
                  <a16:creationId xmlns:a16="http://schemas.microsoft.com/office/drawing/2014/main" id="{528D5628-F977-3D0C-0FD0-1B652C4D7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0" y="3426172"/>
              <a:ext cx="12700" cy="6429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3" name="Rectangle 263">
              <a:extLst>
                <a:ext uri="{FF2B5EF4-FFF2-40B4-BE49-F238E27FC236}">
                  <a16:creationId xmlns:a16="http://schemas.microsoft.com/office/drawing/2014/main" id="{22D2CDB9-18E4-6320-538B-A585C93A9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8988" y="4700934"/>
              <a:ext cx="6397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DEVICE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4" name="Rectangle 264">
              <a:extLst>
                <a:ext uri="{FF2B5EF4-FFF2-40B4-BE49-F238E27FC236}">
                  <a16:creationId xmlns:a16="http://schemas.microsoft.com/office/drawing/2014/main" id="{C4D560FF-03B1-7C80-639D-CD6156E84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3263" y="3886547"/>
              <a:ext cx="712788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CIRCUIT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5" name="Rectangle 265">
              <a:extLst>
                <a:ext uri="{FF2B5EF4-FFF2-40B4-BE49-F238E27FC236}">
                  <a16:creationId xmlns:a16="http://schemas.microsoft.com/office/drawing/2014/main" id="{B6F2230F-9622-ACDC-97EC-187FFC807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9963" y="3269009"/>
              <a:ext cx="466725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GATE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6" name="Rectangle 266">
              <a:extLst>
                <a:ext uri="{FF2B5EF4-FFF2-40B4-BE49-F238E27FC236}">
                  <a16:creationId xmlns:a16="http://schemas.microsoft.com/office/drawing/2014/main" id="{8E5ED48D-F234-0975-588E-B06AE7D50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450" y="2430809"/>
              <a:ext cx="7413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chemeClr val="bg1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MODULE</a:t>
              </a:r>
              <a:endParaRPr lang="en-US" altLang="zh-CN" sz="180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67" name="Freeform 267">
              <a:extLst>
                <a:ext uri="{FF2B5EF4-FFF2-40B4-BE49-F238E27FC236}">
                  <a16:creationId xmlns:a16="http://schemas.microsoft.com/office/drawing/2014/main" id="{4F7C2178-EA29-8530-4A13-14C6CCEEF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837084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3"/>
                  </a:lnTo>
                  <a:lnTo>
                    <a:pt x="16" y="61"/>
                  </a:lnTo>
                  <a:lnTo>
                    <a:pt x="16" y="107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0" y="53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8" name="Freeform 268">
              <a:extLst>
                <a:ext uri="{FF2B5EF4-FFF2-40B4-BE49-F238E27FC236}">
                  <a16:creationId xmlns:a16="http://schemas.microsoft.com/office/drawing/2014/main" id="{717E0BDA-C7C9-CBF1-A1B4-63240C7F9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1837084"/>
              <a:ext cx="23813" cy="107950"/>
            </a:xfrm>
            <a:custGeom>
              <a:avLst/>
              <a:gdLst>
                <a:gd name="T0" fmla="*/ 2147483647 w 15"/>
                <a:gd name="T1" fmla="*/ 0 h 68"/>
                <a:gd name="T2" fmla="*/ 2147483647 w 15"/>
                <a:gd name="T3" fmla="*/ 2147483647 h 68"/>
                <a:gd name="T4" fmla="*/ 2147483647 w 15"/>
                <a:gd name="T5" fmla="*/ 2147483647 h 68"/>
                <a:gd name="T6" fmla="*/ 2147483647 w 15"/>
                <a:gd name="T7" fmla="*/ 2147483647 h 68"/>
                <a:gd name="T8" fmla="*/ 2147483647 w 15"/>
                <a:gd name="T9" fmla="*/ 2147483647 h 68"/>
                <a:gd name="T10" fmla="*/ 0 w 15"/>
                <a:gd name="T11" fmla="*/ 2147483647 h 68"/>
                <a:gd name="T12" fmla="*/ 0 w 15"/>
                <a:gd name="T13" fmla="*/ 2147483647 h 68"/>
                <a:gd name="T14" fmla="*/ 0 w 15"/>
                <a:gd name="T15" fmla="*/ 2147483647 h 68"/>
                <a:gd name="T16" fmla="*/ 2147483647 w 15"/>
                <a:gd name="T17" fmla="*/ 2147483647 h 68"/>
                <a:gd name="T18" fmla="*/ 2147483647 w 15"/>
                <a:gd name="T19" fmla="*/ 2147483647 h 68"/>
                <a:gd name="T20" fmla="*/ 2147483647 w 15"/>
                <a:gd name="T21" fmla="*/ 2147483647 h 68"/>
                <a:gd name="T22" fmla="*/ 2147483647 w 15"/>
                <a:gd name="T23" fmla="*/ 0 h 68"/>
                <a:gd name="T24" fmla="*/ 2147483647 w 15"/>
                <a:gd name="T25" fmla="*/ 0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8"/>
                <a:gd name="T41" fmla="*/ 15 w 15"/>
                <a:gd name="T42" fmla="*/ 68 h 6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8">
                  <a:moveTo>
                    <a:pt x="15" y="0"/>
                  </a:moveTo>
                  <a:lnTo>
                    <a:pt x="15" y="53"/>
                  </a:lnTo>
                  <a:lnTo>
                    <a:pt x="15" y="61"/>
                  </a:lnTo>
                  <a:lnTo>
                    <a:pt x="7" y="68"/>
                  </a:lnTo>
                  <a:lnTo>
                    <a:pt x="0" y="61"/>
                  </a:lnTo>
                  <a:lnTo>
                    <a:pt x="7" y="53"/>
                  </a:lnTo>
                  <a:lnTo>
                    <a:pt x="15" y="61"/>
                  </a:lnTo>
                  <a:lnTo>
                    <a:pt x="7" y="53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69" name="Rectangle 269">
              <a:extLst>
                <a:ext uri="{FF2B5EF4-FFF2-40B4-BE49-F238E27FC236}">
                  <a16:creationId xmlns:a16="http://schemas.microsoft.com/office/drawing/2014/main" id="{A7E4001F-45C7-04E1-7F8D-37225BA5B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638" y="1933922"/>
              <a:ext cx="11113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0" name="Rectangle 270">
              <a:extLst>
                <a:ext uri="{FF2B5EF4-FFF2-40B4-BE49-F238E27FC236}">
                  <a16:creationId xmlns:a16="http://schemas.microsoft.com/office/drawing/2014/main" id="{28A28275-6323-D3C7-C62F-35A9A676A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938" y="2006947"/>
              <a:ext cx="1270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1" name="Freeform 271">
              <a:extLst>
                <a:ext uri="{FF2B5EF4-FFF2-40B4-BE49-F238E27FC236}">
                  <a16:creationId xmlns:a16="http://schemas.microsoft.com/office/drawing/2014/main" id="{6BD6547E-7FB8-6716-5292-1F5B2EEDF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238" y="1921222"/>
              <a:ext cx="25400" cy="85725"/>
            </a:xfrm>
            <a:custGeom>
              <a:avLst/>
              <a:gdLst>
                <a:gd name="T0" fmla="*/ 2147483647 w 16"/>
                <a:gd name="T1" fmla="*/ 2147483647 h 54"/>
                <a:gd name="T2" fmla="*/ 2147483647 w 16"/>
                <a:gd name="T3" fmla="*/ 2147483647 h 54"/>
                <a:gd name="T4" fmla="*/ 2147483647 w 16"/>
                <a:gd name="T5" fmla="*/ 2147483647 h 54"/>
                <a:gd name="T6" fmla="*/ 2147483647 w 16"/>
                <a:gd name="T7" fmla="*/ 2147483647 h 54"/>
                <a:gd name="T8" fmla="*/ 0 w 16"/>
                <a:gd name="T9" fmla="*/ 2147483647 h 54"/>
                <a:gd name="T10" fmla="*/ 0 w 16"/>
                <a:gd name="T11" fmla="*/ 2147483647 h 54"/>
                <a:gd name="T12" fmla="*/ 0 w 16"/>
                <a:gd name="T13" fmla="*/ 0 h 54"/>
                <a:gd name="T14" fmla="*/ 2147483647 w 16"/>
                <a:gd name="T15" fmla="*/ 0 h 54"/>
                <a:gd name="T16" fmla="*/ 2147483647 w 16"/>
                <a:gd name="T17" fmla="*/ 2147483647 h 54"/>
                <a:gd name="T18" fmla="*/ 2147483647 w 16"/>
                <a:gd name="T19" fmla="*/ 2147483647 h 54"/>
                <a:gd name="T20" fmla="*/ 2147483647 w 16"/>
                <a:gd name="T21" fmla="*/ 2147483647 h 54"/>
                <a:gd name="T22" fmla="*/ 2147483647 w 16"/>
                <a:gd name="T23" fmla="*/ 2147483647 h 54"/>
                <a:gd name="T24" fmla="*/ 2147483647 w 16"/>
                <a:gd name="T25" fmla="*/ 2147483647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4"/>
                <a:gd name="T41" fmla="*/ 16 w 16"/>
                <a:gd name="T42" fmla="*/ 54 h 5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4">
                  <a:moveTo>
                    <a:pt x="8" y="54"/>
                  </a:moveTo>
                  <a:lnTo>
                    <a:pt x="8" y="8"/>
                  </a:lnTo>
                  <a:lnTo>
                    <a:pt x="16" y="8"/>
                  </a:lnTo>
                  <a:lnTo>
                    <a:pt x="8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8"/>
                  </a:lnTo>
                  <a:lnTo>
                    <a:pt x="16" y="54"/>
                  </a:lnTo>
                  <a:lnTo>
                    <a:pt x="8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2" name="Rectangle 272">
              <a:extLst>
                <a:ext uri="{FF2B5EF4-FFF2-40B4-BE49-F238E27FC236}">
                  <a16:creationId xmlns:a16="http://schemas.microsoft.com/office/drawing/2014/main" id="{84B9BFE8-8E38-C1DA-36BD-38E14BAF4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1837084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3" name="Freeform 273">
              <a:extLst>
                <a:ext uri="{FF2B5EF4-FFF2-40B4-BE49-F238E27FC236}">
                  <a16:creationId xmlns:a16="http://schemas.microsoft.com/office/drawing/2014/main" id="{89CFBD6E-69E4-E729-73F1-44E6D702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36513" cy="169863"/>
            </a:xfrm>
            <a:custGeom>
              <a:avLst/>
              <a:gdLst>
                <a:gd name="T0" fmla="*/ 0 w 23"/>
                <a:gd name="T1" fmla="*/ 0 h 107"/>
                <a:gd name="T2" fmla="*/ 2147483647 w 23"/>
                <a:gd name="T3" fmla="*/ 0 h 107"/>
                <a:gd name="T4" fmla="*/ 2147483647 w 23"/>
                <a:gd name="T5" fmla="*/ 2147483647 h 107"/>
                <a:gd name="T6" fmla="*/ 2147483647 w 23"/>
                <a:gd name="T7" fmla="*/ 2147483647 h 107"/>
                <a:gd name="T8" fmla="*/ 2147483647 w 23"/>
                <a:gd name="T9" fmla="*/ 2147483647 h 107"/>
                <a:gd name="T10" fmla="*/ 2147483647 w 23"/>
                <a:gd name="T11" fmla="*/ 2147483647 h 107"/>
                <a:gd name="T12" fmla="*/ 2147483647 w 23"/>
                <a:gd name="T13" fmla="*/ 2147483647 h 107"/>
                <a:gd name="T14" fmla="*/ 0 w 23"/>
                <a:gd name="T15" fmla="*/ 2147483647 h 107"/>
                <a:gd name="T16" fmla="*/ 0 w 23"/>
                <a:gd name="T17" fmla="*/ 0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07"/>
                <a:gd name="T29" fmla="*/ 23 w 23"/>
                <a:gd name="T30" fmla="*/ 107 h 1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07">
                  <a:moveTo>
                    <a:pt x="0" y="0"/>
                  </a:moveTo>
                  <a:lnTo>
                    <a:pt x="23" y="0"/>
                  </a:lnTo>
                  <a:lnTo>
                    <a:pt x="23" y="54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4" name="Rectangle 274">
              <a:extLst>
                <a:ext uri="{FF2B5EF4-FFF2-40B4-BE49-F238E27FC236}">
                  <a16:creationId xmlns:a16="http://schemas.microsoft.com/office/drawing/2014/main" id="{A0C43E20-1E32-8BA5-2697-6EFADC84B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492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5" name="Freeform 275">
              <a:extLst>
                <a:ext uri="{FF2B5EF4-FFF2-40B4-BE49-F238E27FC236}">
                  <a16:creationId xmlns:a16="http://schemas.microsoft.com/office/drawing/2014/main" id="{B6CD0A32-BDBE-50C9-E3C9-83598F4A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884709"/>
              <a:ext cx="49213" cy="169863"/>
            </a:xfrm>
            <a:custGeom>
              <a:avLst/>
              <a:gdLst>
                <a:gd name="T0" fmla="*/ 2147483647 w 31"/>
                <a:gd name="T1" fmla="*/ 0 h 107"/>
                <a:gd name="T2" fmla="*/ 2147483647 w 31"/>
                <a:gd name="T3" fmla="*/ 2147483647 h 107"/>
                <a:gd name="T4" fmla="*/ 2147483647 w 31"/>
                <a:gd name="T5" fmla="*/ 2147483647 h 107"/>
                <a:gd name="T6" fmla="*/ 2147483647 w 31"/>
                <a:gd name="T7" fmla="*/ 2147483647 h 107"/>
                <a:gd name="T8" fmla="*/ 2147483647 w 31"/>
                <a:gd name="T9" fmla="*/ 2147483647 h 107"/>
                <a:gd name="T10" fmla="*/ 2147483647 w 31"/>
                <a:gd name="T11" fmla="*/ 2147483647 h 107"/>
                <a:gd name="T12" fmla="*/ 2147483647 w 31"/>
                <a:gd name="T13" fmla="*/ 2147483647 h 107"/>
                <a:gd name="T14" fmla="*/ 2147483647 w 31"/>
                <a:gd name="T15" fmla="*/ 2147483647 h 107"/>
                <a:gd name="T16" fmla="*/ 2147483647 w 31"/>
                <a:gd name="T17" fmla="*/ 2147483647 h 107"/>
                <a:gd name="T18" fmla="*/ 2147483647 w 31"/>
                <a:gd name="T19" fmla="*/ 2147483647 h 107"/>
                <a:gd name="T20" fmla="*/ 2147483647 w 31"/>
                <a:gd name="T21" fmla="*/ 2147483647 h 107"/>
                <a:gd name="T22" fmla="*/ 2147483647 w 31"/>
                <a:gd name="T23" fmla="*/ 2147483647 h 107"/>
                <a:gd name="T24" fmla="*/ 2147483647 w 31"/>
                <a:gd name="T25" fmla="*/ 2147483647 h 107"/>
                <a:gd name="T26" fmla="*/ 0 w 31"/>
                <a:gd name="T27" fmla="*/ 2147483647 h 107"/>
                <a:gd name="T28" fmla="*/ 0 w 31"/>
                <a:gd name="T29" fmla="*/ 2147483647 h 107"/>
                <a:gd name="T30" fmla="*/ 0 w 31"/>
                <a:gd name="T31" fmla="*/ 2147483647 h 107"/>
                <a:gd name="T32" fmla="*/ 2147483647 w 31"/>
                <a:gd name="T33" fmla="*/ 2147483647 h 107"/>
                <a:gd name="T34" fmla="*/ 2147483647 w 31"/>
                <a:gd name="T35" fmla="*/ 2147483647 h 107"/>
                <a:gd name="T36" fmla="*/ 2147483647 w 31"/>
                <a:gd name="T37" fmla="*/ 2147483647 h 107"/>
                <a:gd name="T38" fmla="*/ 2147483647 w 31"/>
                <a:gd name="T39" fmla="*/ 2147483647 h 107"/>
                <a:gd name="T40" fmla="*/ 2147483647 w 31"/>
                <a:gd name="T41" fmla="*/ 2147483647 h 107"/>
                <a:gd name="T42" fmla="*/ 2147483647 w 31"/>
                <a:gd name="T43" fmla="*/ 2147483647 h 107"/>
                <a:gd name="T44" fmla="*/ 2147483647 w 31"/>
                <a:gd name="T45" fmla="*/ 2147483647 h 107"/>
                <a:gd name="T46" fmla="*/ 2147483647 w 31"/>
                <a:gd name="T47" fmla="*/ 2147483647 h 107"/>
                <a:gd name="T48" fmla="*/ 2147483647 w 31"/>
                <a:gd name="T49" fmla="*/ 2147483647 h 107"/>
                <a:gd name="T50" fmla="*/ 2147483647 w 31"/>
                <a:gd name="T51" fmla="*/ 2147483647 h 107"/>
                <a:gd name="T52" fmla="*/ 2147483647 w 31"/>
                <a:gd name="T53" fmla="*/ 2147483647 h 107"/>
                <a:gd name="T54" fmla="*/ 2147483647 w 31"/>
                <a:gd name="T55" fmla="*/ 2147483647 h 107"/>
                <a:gd name="T56" fmla="*/ 2147483647 w 31"/>
                <a:gd name="T57" fmla="*/ 2147483647 h 107"/>
                <a:gd name="T58" fmla="*/ 2147483647 w 31"/>
                <a:gd name="T59" fmla="*/ 0 h 107"/>
                <a:gd name="T60" fmla="*/ 2147483647 w 31"/>
                <a:gd name="T61" fmla="*/ 0 h 10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"/>
                <a:gd name="T94" fmla="*/ 0 h 107"/>
                <a:gd name="T95" fmla="*/ 31 w 31"/>
                <a:gd name="T96" fmla="*/ 107 h 10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" h="107">
                  <a:moveTo>
                    <a:pt x="31" y="0"/>
                  </a:moveTo>
                  <a:lnTo>
                    <a:pt x="31" y="54"/>
                  </a:lnTo>
                  <a:lnTo>
                    <a:pt x="31" y="61"/>
                  </a:lnTo>
                  <a:lnTo>
                    <a:pt x="23" y="69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9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8" y="54"/>
                  </a:lnTo>
                  <a:lnTo>
                    <a:pt x="15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23" y="54"/>
                  </a:lnTo>
                  <a:lnTo>
                    <a:pt x="31" y="61"/>
                  </a:lnTo>
                  <a:lnTo>
                    <a:pt x="23" y="54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6" name="Rectangle 276">
              <a:extLst>
                <a:ext uri="{FF2B5EF4-FFF2-40B4-BE49-F238E27FC236}">
                  <a16:creationId xmlns:a16="http://schemas.microsoft.com/office/drawing/2014/main" id="{5D2D37EB-EAB8-F2D2-B848-7FA0F71E7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188470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7" name="Freeform 277">
              <a:extLst>
                <a:ext uri="{FF2B5EF4-FFF2-40B4-BE49-F238E27FC236}">
                  <a16:creationId xmlns:a16="http://schemas.microsoft.com/office/drawing/2014/main" id="{375AD071-DA3A-2113-F891-944F9FB3C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47625" cy="169863"/>
            </a:xfrm>
            <a:custGeom>
              <a:avLst/>
              <a:gdLst>
                <a:gd name="T0" fmla="*/ 0 w 30"/>
                <a:gd name="T1" fmla="*/ 0 h 107"/>
                <a:gd name="T2" fmla="*/ 2147483647 w 30"/>
                <a:gd name="T3" fmla="*/ 0 h 107"/>
                <a:gd name="T4" fmla="*/ 2147483647 w 30"/>
                <a:gd name="T5" fmla="*/ 2147483647 h 107"/>
                <a:gd name="T6" fmla="*/ 2147483647 w 30"/>
                <a:gd name="T7" fmla="*/ 2147483647 h 107"/>
                <a:gd name="T8" fmla="*/ 2147483647 w 30"/>
                <a:gd name="T9" fmla="*/ 2147483647 h 107"/>
                <a:gd name="T10" fmla="*/ 2147483647 w 30"/>
                <a:gd name="T11" fmla="*/ 2147483647 h 107"/>
                <a:gd name="T12" fmla="*/ 2147483647 w 30"/>
                <a:gd name="T13" fmla="*/ 2147483647 h 107"/>
                <a:gd name="T14" fmla="*/ 2147483647 w 30"/>
                <a:gd name="T15" fmla="*/ 2147483647 h 107"/>
                <a:gd name="T16" fmla="*/ 2147483647 w 30"/>
                <a:gd name="T17" fmla="*/ 0 h 107"/>
                <a:gd name="T18" fmla="*/ 0 w 30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107"/>
                <a:gd name="T32" fmla="*/ 30 w 30"/>
                <a:gd name="T33" fmla="*/ 107 h 1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107">
                  <a:moveTo>
                    <a:pt x="0" y="0"/>
                  </a:moveTo>
                  <a:lnTo>
                    <a:pt x="30" y="0"/>
                  </a:lnTo>
                  <a:lnTo>
                    <a:pt x="30" y="54"/>
                  </a:lnTo>
                  <a:lnTo>
                    <a:pt x="23" y="61"/>
                  </a:lnTo>
                  <a:lnTo>
                    <a:pt x="23" y="107"/>
                  </a:lnTo>
                  <a:lnTo>
                    <a:pt x="15" y="107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78" name="Rectangle 278">
              <a:extLst>
                <a:ext uri="{FF2B5EF4-FFF2-40B4-BE49-F238E27FC236}">
                  <a16:creationId xmlns:a16="http://schemas.microsoft.com/office/drawing/2014/main" id="{DA2CA837-B76B-458A-4684-46B03750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500" y="1751359"/>
              <a:ext cx="60325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79" name="Freeform 279">
              <a:extLst>
                <a:ext uri="{FF2B5EF4-FFF2-40B4-BE49-F238E27FC236}">
                  <a16:creationId xmlns:a16="http://schemas.microsoft.com/office/drawing/2014/main" id="{3FC5E30B-C8F2-4DFA-2571-044F0EEE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1751359"/>
              <a:ext cx="23813" cy="109538"/>
            </a:xfrm>
            <a:custGeom>
              <a:avLst/>
              <a:gdLst>
                <a:gd name="T0" fmla="*/ 2147483647 w 15"/>
                <a:gd name="T1" fmla="*/ 0 h 69"/>
                <a:gd name="T2" fmla="*/ 2147483647 w 15"/>
                <a:gd name="T3" fmla="*/ 2147483647 h 69"/>
                <a:gd name="T4" fmla="*/ 2147483647 w 15"/>
                <a:gd name="T5" fmla="*/ 2147483647 h 69"/>
                <a:gd name="T6" fmla="*/ 2147483647 w 15"/>
                <a:gd name="T7" fmla="*/ 2147483647 h 69"/>
                <a:gd name="T8" fmla="*/ 2147483647 w 15"/>
                <a:gd name="T9" fmla="*/ 2147483647 h 69"/>
                <a:gd name="T10" fmla="*/ 0 w 15"/>
                <a:gd name="T11" fmla="*/ 2147483647 h 69"/>
                <a:gd name="T12" fmla="*/ 0 w 15"/>
                <a:gd name="T13" fmla="*/ 2147483647 h 69"/>
                <a:gd name="T14" fmla="*/ 0 w 15"/>
                <a:gd name="T15" fmla="*/ 2147483647 h 69"/>
                <a:gd name="T16" fmla="*/ 2147483647 w 15"/>
                <a:gd name="T17" fmla="*/ 2147483647 h 69"/>
                <a:gd name="T18" fmla="*/ 2147483647 w 15"/>
                <a:gd name="T19" fmla="*/ 2147483647 h 69"/>
                <a:gd name="T20" fmla="*/ 2147483647 w 15"/>
                <a:gd name="T21" fmla="*/ 2147483647 h 69"/>
                <a:gd name="T22" fmla="*/ 2147483647 w 15"/>
                <a:gd name="T23" fmla="*/ 0 h 69"/>
                <a:gd name="T24" fmla="*/ 2147483647 w 15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69"/>
                <a:gd name="T41" fmla="*/ 15 w 15"/>
                <a:gd name="T42" fmla="*/ 69 h 6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69">
                  <a:moveTo>
                    <a:pt x="15" y="0"/>
                  </a:moveTo>
                  <a:lnTo>
                    <a:pt x="15" y="54"/>
                  </a:lnTo>
                  <a:lnTo>
                    <a:pt x="15" y="61"/>
                  </a:lnTo>
                  <a:lnTo>
                    <a:pt x="7" y="69"/>
                  </a:lnTo>
                  <a:lnTo>
                    <a:pt x="0" y="61"/>
                  </a:lnTo>
                  <a:lnTo>
                    <a:pt x="7" y="54"/>
                  </a:lnTo>
                  <a:lnTo>
                    <a:pt x="15" y="61"/>
                  </a:lnTo>
                  <a:lnTo>
                    <a:pt x="7" y="54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0" name="Rectangle 280">
              <a:extLst>
                <a:ext uri="{FF2B5EF4-FFF2-40B4-BE49-F238E27FC236}">
                  <a16:creationId xmlns:a16="http://schemas.microsoft.com/office/drawing/2014/main" id="{9415D226-68C5-89DA-3B10-B077452F2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313" y="1921222"/>
              <a:ext cx="127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1" name="Freeform 281">
              <a:extLst>
                <a:ext uri="{FF2B5EF4-FFF2-40B4-BE49-F238E27FC236}">
                  <a16:creationId xmlns:a16="http://schemas.microsoft.com/office/drawing/2014/main" id="{FB9BD6E2-D3DC-8070-A863-306B1E33C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837084"/>
              <a:ext cx="25400" cy="84138"/>
            </a:xfrm>
            <a:custGeom>
              <a:avLst/>
              <a:gdLst>
                <a:gd name="T0" fmla="*/ 2147483647 w 16"/>
                <a:gd name="T1" fmla="*/ 2147483647 h 53"/>
                <a:gd name="T2" fmla="*/ 2147483647 w 16"/>
                <a:gd name="T3" fmla="*/ 2147483647 h 53"/>
                <a:gd name="T4" fmla="*/ 2147483647 w 16"/>
                <a:gd name="T5" fmla="*/ 2147483647 h 53"/>
                <a:gd name="T6" fmla="*/ 2147483647 w 16"/>
                <a:gd name="T7" fmla="*/ 2147483647 h 53"/>
                <a:gd name="T8" fmla="*/ 0 w 16"/>
                <a:gd name="T9" fmla="*/ 2147483647 h 53"/>
                <a:gd name="T10" fmla="*/ 0 w 16"/>
                <a:gd name="T11" fmla="*/ 2147483647 h 53"/>
                <a:gd name="T12" fmla="*/ 0 w 16"/>
                <a:gd name="T13" fmla="*/ 0 h 53"/>
                <a:gd name="T14" fmla="*/ 2147483647 w 16"/>
                <a:gd name="T15" fmla="*/ 0 h 53"/>
                <a:gd name="T16" fmla="*/ 2147483647 w 16"/>
                <a:gd name="T17" fmla="*/ 2147483647 h 53"/>
                <a:gd name="T18" fmla="*/ 2147483647 w 16"/>
                <a:gd name="T19" fmla="*/ 2147483647 h 53"/>
                <a:gd name="T20" fmla="*/ 2147483647 w 16"/>
                <a:gd name="T21" fmla="*/ 2147483647 h 53"/>
                <a:gd name="T22" fmla="*/ 2147483647 w 16"/>
                <a:gd name="T23" fmla="*/ 2147483647 h 53"/>
                <a:gd name="T24" fmla="*/ 2147483647 w 16"/>
                <a:gd name="T25" fmla="*/ 2147483647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53"/>
                <a:gd name="T41" fmla="*/ 16 w 16"/>
                <a:gd name="T42" fmla="*/ 53 h 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53">
                  <a:moveTo>
                    <a:pt x="8" y="53"/>
                  </a:moveTo>
                  <a:lnTo>
                    <a:pt x="8" y="7"/>
                  </a:lnTo>
                  <a:lnTo>
                    <a:pt x="16" y="7"/>
                  </a:lnTo>
                  <a:lnTo>
                    <a:pt x="8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7"/>
                  </a:lnTo>
                  <a:lnTo>
                    <a:pt x="16" y="53"/>
                  </a:lnTo>
                  <a:lnTo>
                    <a:pt x="8" y="5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2" name="Rectangle 282">
              <a:extLst>
                <a:ext uri="{FF2B5EF4-FFF2-40B4-BE49-F238E27FC236}">
                  <a16:creationId xmlns:a16="http://schemas.microsoft.com/office/drawing/2014/main" id="{F0435A99-4CBE-1138-F585-CB0DF2BD7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613" y="1751359"/>
              <a:ext cx="12700" cy="85725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3" name="Freeform 283">
              <a:extLst>
                <a:ext uri="{FF2B5EF4-FFF2-40B4-BE49-F238E27FC236}">
                  <a16:creationId xmlns:a16="http://schemas.microsoft.com/office/drawing/2014/main" id="{FB459DA8-FBC0-537B-5F7B-8ABC0EF01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751359"/>
              <a:ext cx="11113" cy="12700"/>
            </a:xfrm>
            <a:custGeom>
              <a:avLst/>
              <a:gdLst>
                <a:gd name="T0" fmla="*/ 2147483647 w 7"/>
                <a:gd name="T1" fmla="*/ 2147483647 h 8"/>
                <a:gd name="T2" fmla="*/ 0 w 7"/>
                <a:gd name="T3" fmla="*/ 2147483647 h 8"/>
                <a:gd name="T4" fmla="*/ 0 w 7"/>
                <a:gd name="T5" fmla="*/ 0 h 8"/>
                <a:gd name="T6" fmla="*/ 0 w 7"/>
                <a:gd name="T7" fmla="*/ 2147483647 h 8"/>
                <a:gd name="T8" fmla="*/ 0 w 7"/>
                <a:gd name="T9" fmla="*/ 0 h 8"/>
                <a:gd name="T10" fmla="*/ 2147483647 w 7"/>
                <a:gd name="T11" fmla="*/ 0 h 8"/>
                <a:gd name="T12" fmla="*/ 2147483647 w 7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7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4" name="Freeform 284">
              <a:extLst>
                <a:ext uri="{FF2B5EF4-FFF2-40B4-BE49-F238E27FC236}">
                  <a16:creationId xmlns:a16="http://schemas.microsoft.com/office/drawing/2014/main" id="{83C8AA73-CE55-A740-E518-5EC30E0B3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49213" cy="180975"/>
            </a:xfrm>
            <a:custGeom>
              <a:avLst/>
              <a:gdLst>
                <a:gd name="T0" fmla="*/ 0 w 31"/>
                <a:gd name="T1" fmla="*/ 0 h 114"/>
                <a:gd name="T2" fmla="*/ 2147483647 w 31"/>
                <a:gd name="T3" fmla="*/ 0 h 114"/>
                <a:gd name="T4" fmla="*/ 2147483647 w 31"/>
                <a:gd name="T5" fmla="*/ 2147483647 h 114"/>
                <a:gd name="T6" fmla="*/ 2147483647 w 31"/>
                <a:gd name="T7" fmla="*/ 2147483647 h 114"/>
                <a:gd name="T8" fmla="*/ 2147483647 w 31"/>
                <a:gd name="T9" fmla="*/ 2147483647 h 114"/>
                <a:gd name="T10" fmla="*/ 2147483647 w 31"/>
                <a:gd name="T11" fmla="*/ 2147483647 h 114"/>
                <a:gd name="T12" fmla="*/ 2147483647 w 31"/>
                <a:gd name="T13" fmla="*/ 2147483647 h 114"/>
                <a:gd name="T14" fmla="*/ 2147483647 w 31"/>
                <a:gd name="T15" fmla="*/ 2147483647 h 114"/>
                <a:gd name="T16" fmla="*/ 2147483647 w 31"/>
                <a:gd name="T17" fmla="*/ 0 h 114"/>
                <a:gd name="T18" fmla="*/ 0 w 31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1"/>
                <a:gd name="T31" fmla="*/ 0 h 114"/>
                <a:gd name="T32" fmla="*/ 31 w 31"/>
                <a:gd name="T33" fmla="*/ 114 h 1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1" h="114">
                  <a:moveTo>
                    <a:pt x="0" y="0"/>
                  </a:moveTo>
                  <a:lnTo>
                    <a:pt x="31" y="0"/>
                  </a:lnTo>
                  <a:lnTo>
                    <a:pt x="31" y="53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16" y="107"/>
                  </a:lnTo>
                  <a:lnTo>
                    <a:pt x="16" y="61"/>
                  </a:lnTo>
                  <a:lnTo>
                    <a:pt x="8" y="53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7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5" name="Rectangle 285">
              <a:extLst>
                <a:ext uri="{FF2B5EF4-FFF2-40B4-BE49-F238E27FC236}">
                  <a16:creationId xmlns:a16="http://schemas.microsoft.com/office/drawing/2014/main" id="{4E41518A-BFF4-2D87-088A-1DE914F2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788" y="2006947"/>
              <a:ext cx="61913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6" name="Freeform 286">
              <a:extLst>
                <a:ext uri="{FF2B5EF4-FFF2-40B4-BE49-F238E27FC236}">
                  <a16:creationId xmlns:a16="http://schemas.microsoft.com/office/drawing/2014/main" id="{11A4EB23-4103-CA96-B4FC-3DFA80E4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006947"/>
              <a:ext cx="49213" cy="206375"/>
            </a:xfrm>
            <a:custGeom>
              <a:avLst/>
              <a:gdLst>
                <a:gd name="T0" fmla="*/ 2147483647 w 31"/>
                <a:gd name="T1" fmla="*/ 0 h 130"/>
                <a:gd name="T2" fmla="*/ 2147483647 w 31"/>
                <a:gd name="T3" fmla="*/ 2147483647 h 130"/>
                <a:gd name="T4" fmla="*/ 2147483647 w 31"/>
                <a:gd name="T5" fmla="*/ 2147483647 h 130"/>
                <a:gd name="T6" fmla="*/ 2147483647 w 31"/>
                <a:gd name="T7" fmla="*/ 2147483647 h 130"/>
                <a:gd name="T8" fmla="*/ 2147483647 w 31"/>
                <a:gd name="T9" fmla="*/ 2147483647 h 130"/>
                <a:gd name="T10" fmla="*/ 2147483647 w 31"/>
                <a:gd name="T11" fmla="*/ 2147483647 h 130"/>
                <a:gd name="T12" fmla="*/ 2147483647 w 31"/>
                <a:gd name="T13" fmla="*/ 2147483647 h 130"/>
                <a:gd name="T14" fmla="*/ 2147483647 w 31"/>
                <a:gd name="T15" fmla="*/ 2147483647 h 130"/>
                <a:gd name="T16" fmla="*/ 2147483647 w 31"/>
                <a:gd name="T17" fmla="*/ 2147483647 h 130"/>
                <a:gd name="T18" fmla="*/ 2147483647 w 31"/>
                <a:gd name="T19" fmla="*/ 2147483647 h 130"/>
                <a:gd name="T20" fmla="*/ 2147483647 w 31"/>
                <a:gd name="T21" fmla="*/ 2147483647 h 130"/>
                <a:gd name="T22" fmla="*/ 2147483647 w 31"/>
                <a:gd name="T23" fmla="*/ 2147483647 h 130"/>
                <a:gd name="T24" fmla="*/ 2147483647 w 31"/>
                <a:gd name="T25" fmla="*/ 2147483647 h 130"/>
                <a:gd name="T26" fmla="*/ 2147483647 w 31"/>
                <a:gd name="T27" fmla="*/ 2147483647 h 130"/>
                <a:gd name="T28" fmla="*/ 2147483647 w 31"/>
                <a:gd name="T29" fmla="*/ 2147483647 h 130"/>
                <a:gd name="T30" fmla="*/ 2147483647 w 31"/>
                <a:gd name="T31" fmla="*/ 2147483647 h 130"/>
                <a:gd name="T32" fmla="*/ 0 w 31"/>
                <a:gd name="T33" fmla="*/ 2147483647 h 130"/>
                <a:gd name="T34" fmla="*/ 0 w 31"/>
                <a:gd name="T35" fmla="*/ 2147483647 h 130"/>
                <a:gd name="T36" fmla="*/ 0 w 31"/>
                <a:gd name="T37" fmla="*/ 2147483647 h 130"/>
                <a:gd name="T38" fmla="*/ 2147483647 w 31"/>
                <a:gd name="T39" fmla="*/ 2147483647 h 130"/>
                <a:gd name="T40" fmla="*/ 2147483647 w 31"/>
                <a:gd name="T41" fmla="*/ 2147483647 h 130"/>
                <a:gd name="T42" fmla="*/ 2147483647 w 31"/>
                <a:gd name="T43" fmla="*/ 2147483647 h 130"/>
                <a:gd name="T44" fmla="*/ 2147483647 w 31"/>
                <a:gd name="T45" fmla="*/ 2147483647 h 130"/>
                <a:gd name="T46" fmla="*/ 2147483647 w 31"/>
                <a:gd name="T47" fmla="*/ 2147483647 h 130"/>
                <a:gd name="T48" fmla="*/ 2147483647 w 31"/>
                <a:gd name="T49" fmla="*/ 2147483647 h 130"/>
                <a:gd name="T50" fmla="*/ 2147483647 w 31"/>
                <a:gd name="T51" fmla="*/ 2147483647 h 130"/>
                <a:gd name="T52" fmla="*/ 2147483647 w 31"/>
                <a:gd name="T53" fmla="*/ 2147483647 h 130"/>
                <a:gd name="T54" fmla="*/ 2147483647 w 31"/>
                <a:gd name="T55" fmla="*/ 2147483647 h 130"/>
                <a:gd name="T56" fmla="*/ 2147483647 w 31"/>
                <a:gd name="T57" fmla="*/ 2147483647 h 130"/>
                <a:gd name="T58" fmla="*/ 2147483647 w 31"/>
                <a:gd name="T59" fmla="*/ 2147483647 h 130"/>
                <a:gd name="T60" fmla="*/ 2147483647 w 31"/>
                <a:gd name="T61" fmla="*/ 2147483647 h 130"/>
                <a:gd name="T62" fmla="*/ 2147483647 w 31"/>
                <a:gd name="T63" fmla="*/ 2147483647 h 130"/>
                <a:gd name="T64" fmla="*/ 2147483647 w 31"/>
                <a:gd name="T65" fmla="*/ 2147483647 h 130"/>
                <a:gd name="T66" fmla="*/ 2147483647 w 31"/>
                <a:gd name="T67" fmla="*/ 2147483647 h 130"/>
                <a:gd name="T68" fmla="*/ 2147483647 w 31"/>
                <a:gd name="T69" fmla="*/ 2147483647 h 130"/>
                <a:gd name="T70" fmla="*/ 2147483647 w 31"/>
                <a:gd name="T71" fmla="*/ 0 h 130"/>
                <a:gd name="T72" fmla="*/ 2147483647 w 31"/>
                <a:gd name="T73" fmla="*/ 0 h 1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"/>
                <a:gd name="T112" fmla="*/ 0 h 130"/>
                <a:gd name="T113" fmla="*/ 31 w 31"/>
                <a:gd name="T114" fmla="*/ 130 h 13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" h="130">
                  <a:moveTo>
                    <a:pt x="31" y="0"/>
                  </a:moveTo>
                  <a:lnTo>
                    <a:pt x="31" y="53"/>
                  </a:lnTo>
                  <a:lnTo>
                    <a:pt x="31" y="61"/>
                  </a:lnTo>
                  <a:lnTo>
                    <a:pt x="23" y="68"/>
                  </a:lnTo>
                  <a:lnTo>
                    <a:pt x="15" y="61"/>
                  </a:lnTo>
                  <a:lnTo>
                    <a:pt x="23" y="61"/>
                  </a:lnTo>
                  <a:lnTo>
                    <a:pt x="23" y="114"/>
                  </a:lnTo>
                  <a:lnTo>
                    <a:pt x="23" y="130"/>
                  </a:lnTo>
                  <a:lnTo>
                    <a:pt x="15" y="122"/>
                  </a:lnTo>
                  <a:lnTo>
                    <a:pt x="8" y="114"/>
                  </a:lnTo>
                  <a:lnTo>
                    <a:pt x="8" y="107"/>
                  </a:lnTo>
                  <a:lnTo>
                    <a:pt x="8" y="61"/>
                  </a:lnTo>
                  <a:lnTo>
                    <a:pt x="15" y="61"/>
                  </a:lnTo>
                  <a:lnTo>
                    <a:pt x="8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8" y="53"/>
                  </a:lnTo>
                  <a:lnTo>
                    <a:pt x="15" y="61"/>
                  </a:lnTo>
                  <a:lnTo>
                    <a:pt x="15" y="107"/>
                  </a:lnTo>
                  <a:lnTo>
                    <a:pt x="8" y="107"/>
                  </a:lnTo>
                  <a:lnTo>
                    <a:pt x="15" y="107"/>
                  </a:lnTo>
                  <a:lnTo>
                    <a:pt x="23" y="114"/>
                  </a:lnTo>
                  <a:lnTo>
                    <a:pt x="15" y="122"/>
                  </a:lnTo>
                  <a:lnTo>
                    <a:pt x="15" y="114"/>
                  </a:lnTo>
                  <a:lnTo>
                    <a:pt x="15" y="61"/>
                  </a:lnTo>
                  <a:lnTo>
                    <a:pt x="23" y="53"/>
                  </a:lnTo>
                  <a:lnTo>
                    <a:pt x="31" y="61"/>
                  </a:lnTo>
                  <a:lnTo>
                    <a:pt x="23" y="53"/>
                  </a:lnTo>
                  <a:lnTo>
                    <a:pt x="23" y="0"/>
                  </a:lnTo>
                  <a:lnTo>
                    <a:pt x="31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7" name="Rectangle 287">
              <a:extLst>
                <a:ext uri="{FF2B5EF4-FFF2-40B4-BE49-F238E27FC236}">
                  <a16:creationId xmlns:a16="http://schemas.microsoft.com/office/drawing/2014/main" id="{EF9A1EEA-438B-8EDD-7244-8E1AB2116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2006947"/>
              <a:ext cx="12700" cy="84138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688" name="Freeform 288">
              <a:extLst>
                <a:ext uri="{FF2B5EF4-FFF2-40B4-BE49-F238E27FC236}">
                  <a16:creationId xmlns:a16="http://schemas.microsoft.com/office/drawing/2014/main" id="{A8E4F59C-2EA3-53F9-A7B1-F510DDF47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006947"/>
              <a:ext cx="12700" cy="11113"/>
            </a:xfrm>
            <a:custGeom>
              <a:avLst/>
              <a:gdLst>
                <a:gd name="T0" fmla="*/ 2147483647 w 8"/>
                <a:gd name="T1" fmla="*/ 2147483647 h 7"/>
                <a:gd name="T2" fmla="*/ 0 w 8"/>
                <a:gd name="T3" fmla="*/ 2147483647 h 7"/>
                <a:gd name="T4" fmla="*/ 0 w 8"/>
                <a:gd name="T5" fmla="*/ 0 h 7"/>
                <a:gd name="T6" fmla="*/ 0 w 8"/>
                <a:gd name="T7" fmla="*/ 2147483647 h 7"/>
                <a:gd name="T8" fmla="*/ 0 w 8"/>
                <a:gd name="T9" fmla="*/ 0 h 7"/>
                <a:gd name="T10" fmla="*/ 2147483647 w 8"/>
                <a:gd name="T11" fmla="*/ 0 h 7"/>
                <a:gd name="T12" fmla="*/ 2147483647 w 8"/>
                <a:gd name="T13" fmla="*/ 214748364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7"/>
                <a:gd name="T23" fmla="*/ 8 w 8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7">
                  <a:moveTo>
                    <a:pt x="8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89" name="Freeform 289">
              <a:extLst>
                <a:ext uri="{FF2B5EF4-FFF2-40B4-BE49-F238E27FC236}">
                  <a16:creationId xmlns:a16="http://schemas.microsoft.com/office/drawing/2014/main" id="{C2666329-2E2D-2742-48B4-8EE3A28E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50950" cy="436563"/>
            </a:xfrm>
            <a:custGeom>
              <a:avLst/>
              <a:gdLst>
                <a:gd name="T0" fmla="*/ 0 w 788"/>
                <a:gd name="T1" fmla="*/ 2147483647 h 275"/>
                <a:gd name="T2" fmla="*/ 2147483647 w 788"/>
                <a:gd name="T3" fmla="*/ 0 h 275"/>
                <a:gd name="T4" fmla="*/ 2147483647 w 788"/>
                <a:gd name="T5" fmla="*/ 2147483647 h 275"/>
                <a:gd name="T6" fmla="*/ 2147483647 w 788"/>
                <a:gd name="T7" fmla="*/ 2147483647 h 275"/>
                <a:gd name="T8" fmla="*/ 0 w 788"/>
                <a:gd name="T9" fmla="*/ 2147483647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88"/>
                <a:gd name="T16" fmla="*/ 0 h 275"/>
                <a:gd name="T17" fmla="*/ 788 w 788"/>
                <a:gd name="T18" fmla="*/ 275 h 2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88" h="275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512" y="275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0" name="Freeform 290">
              <a:extLst>
                <a:ext uri="{FF2B5EF4-FFF2-40B4-BE49-F238E27FC236}">
                  <a16:creationId xmlns:a16="http://schemas.microsoft.com/office/drawing/2014/main" id="{B80772D3-17F5-6F85-EFD9-089475E3A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484659"/>
              <a:ext cx="1274763" cy="449263"/>
            </a:xfrm>
            <a:custGeom>
              <a:avLst/>
              <a:gdLst>
                <a:gd name="T0" fmla="*/ 0 w 803"/>
                <a:gd name="T1" fmla="*/ 2147483647 h 283"/>
                <a:gd name="T2" fmla="*/ 2147483647 w 803"/>
                <a:gd name="T3" fmla="*/ 0 h 283"/>
                <a:gd name="T4" fmla="*/ 2147483647 w 803"/>
                <a:gd name="T5" fmla="*/ 0 h 283"/>
                <a:gd name="T6" fmla="*/ 2147483647 w 803"/>
                <a:gd name="T7" fmla="*/ 0 h 283"/>
                <a:gd name="T8" fmla="*/ 2147483647 w 803"/>
                <a:gd name="T9" fmla="*/ 2147483647 h 283"/>
                <a:gd name="T10" fmla="*/ 2147483647 w 803"/>
                <a:gd name="T11" fmla="*/ 2147483647 h 283"/>
                <a:gd name="T12" fmla="*/ 2147483647 w 803"/>
                <a:gd name="T13" fmla="*/ 2147483647 h 283"/>
                <a:gd name="T14" fmla="*/ 2147483647 w 803"/>
                <a:gd name="T15" fmla="*/ 2147483647 h 283"/>
                <a:gd name="T16" fmla="*/ 2147483647 w 803"/>
                <a:gd name="T17" fmla="*/ 2147483647 h 283"/>
                <a:gd name="T18" fmla="*/ 2147483647 w 803"/>
                <a:gd name="T19" fmla="*/ 2147483647 h 283"/>
                <a:gd name="T20" fmla="*/ 2147483647 w 803"/>
                <a:gd name="T21" fmla="*/ 2147483647 h 283"/>
                <a:gd name="T22" fmla="*/ 2147483647 w 803"/>
                <a:gd name="T23" fmla="*/ 2147483647 h 283"/>
                <a:gd name="T24" fmla="*/ 2147483647 w 803"/>
                <a:gd name="T25" fmla="*/ 2147483647 h 283"/>
                <a:gd name="T26" fmla="*/ 2147483647 w 803"/>
                <a:gd name="T27" fmla="*/ 2147483647 h 283"/>
                <a:gd name="T28" fmla="*/ 2147483647 w 803"/>
                <a:gd name="T29" fmla="*/ 2147483647 h 283"/>
                <a:gd name="T30" fmla="*/ 2147483647 w 803"/>
                <a:gd name="T31" fmla="*/ 0 h 283"/>
                <a:gd name="T32" fmla="*/ 2147483647 w 803"/>
                <a:gd name="T33" fmla="*/ 2147483647 h 283"/>
                <a:gd name="T34" fmla="*/ 0 w 803"/>
                <a:gd name="T35" fmla="*/ 2147483647 h 283"/>
                <a:gd name="T36" fmla="*/ 0 w 803"/>
                <a:gd name="T37" fmla="*/ 2147483647 h 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3"/>
                <a:gd name="T58" fmla="*/ 0 h 283"/>
                <a:gd name="T59" fmla="*/ 803 w 803"/>
                <a:gd name="T60" fmla="*/ 283 h 28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3" h="283">
                  <a:moveTo>
                    <a:pt x="0" y="99"/>
                  </a:moveTo>
                  <a:lnTo>
                    <a:pt x="290" y="0"/>
                  </a:lnTo>
                  <a:lnTo>
                    <a:pt x="788" y="153"/>
                  </a:lnTo>
                  <a:lnTo>
                    <a:pt x="803" y="153"/>
                  </a:lnTo>
                  <a:lnTo>
                    <a:pt x="788" y="161"/>
                  </a:lnTo>
                  <a:lnTo>
                    <a:pt x="512" y="283"/>
                  </a:lnTo>
                  <a:lnTo>
                    <a:pt x="512" y="275"/>
                  </a:lnTo>
                  <a:lnTo>
                    <a:pt x="788" y="153"/>
                  </a:lnTo>
                  <a:lnTo>
                    <a:pt x="788" y="161"/>
                  </a:lnTo>
                  <a:lnTo>
                    <a:pt x="290" y="8"/>
                  </a:lnTo>
                  <a:lnTo>
                    <a:pt x="290" y="0"/>
                  </a:lnTo>
                  <a:lnTo>
                    <a:pt x="290" y="8"/>
                  </a:lnTo>
                  <a:lnTo>
                    <a:pt x="0" y="107"/>
                  </a:lnTo>
                  <a:lnTo>
                    <a:pt x="0" y="9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1" name="Freeform 291">
              <a:extLst>
                <a:ext uri="{FF2B5EF4-FFF2-40B4-BE49-F238E27FC236}">
                  <a16:creationId xmlns:a16="http://schemas.microsoft.com/office/drawing/2014/main" id="{C3F37C12-D16A-94F5-98E7-34B6BF535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1641822"/>
              <a:ext cx="812800" cy="292100"/>
            </a:xfrm>
            <a:custGeom>
              <a:avLst/>
              <a:gdLst>
                <a:gd name="T0" fmla="*/ 2147483647 w 512"/>
                <a:gd name="T1" fmla="*/ 2147483647 h 184"/>
                <a:gd name="T2" fmla="*/ 0 w 512"/>
                <a:gd name="T3" fmla="*/ 2147483647 h 184"/>
                <a:gd name="T4" fmla="*/ 0 w 512"/>
                <a:gd name="T5" fmla="*/ 0 h 184"/>
                <a:gd name="T6" fmla="*/ 0 w 512"/>
                <a:gd name="T7" fmla="*/ 0 h 184"/>
                <a:gd name="T8" fmla="*/ 0 w 512"/>
                <a:gd name="T9" fmla="*/ 0 h 184"/>
                <a:gd name="T10" fmla="*/ 2147483647 w 512"/>
                <a:gd name="T11" fmla="*/ 2147483647 h 184"/>
                <a:gd name="T12" fmla="*/ 2147483647 w 512"/>
                <a:gd name="T13" fmla="*/ 2147483647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2"/>
                <a:gd name="T22" fmla="*/ 0 h 184"/>
                <a:gd name="T23" fmla="*/ 512 w 512"/>
                <a:gd name="T24" fmla="*/ 184 h 1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2" h="184">
                  <a:moveTo>
                    <a:pt x="512" y="18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12" y="176"/>
                  </a:lnTo>
                  <a:lnTo>
                    <a:pt x="512" y="1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2" name="Freeform 292">
              <a:extLst>
                <a:ext uri="{FF2B5EF4-FFF2-40B4-BE49-F238E27FC236}">
                  <a16:creationId xmlns:a16="http://schemas.microsoft.com/office/drawing/2014/main" id="{F69C2A85-0A7E-5B02-D0B9-BF923F7AC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12750" cy="303213"/>
            </a:xfrm>
            <a:custGeom>
              <a:avLst/>
              <a:gdLst>
                <a:gd name="T0" fmla="*/ 2147483647 w 260"/>
                <a:gd name="T1" fmla="*/ 0 h 191"/>
                <a:gd name="T2" fmla="*/ 2147483647 w 260"/>
                <a:gd name="T3" fmla="*/ 2147483647 h 191"/>
                <a:gd name="T4" fmla="*/ 0 w 260"/>
                <a:gd name="T5" fmla="*/ 2147483647 h 191"/>
                <a:gd name="T6" fmla="*/ 0 w 260"/>
                <a:gd name="T7" fmla="*/ 2147483647 h 191"/>
                <a:gd name="T8" fmla="*/ 2147483647 w 260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191"/>
                <a:gd name="T17" fmla="*/ 260 w 260"/>
                <a:gd name="T18" fmla="*/ 191 h 1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191">
                  <a:moveTo>
                    <a:pt x="260" y="0"/>
                  </a:moveTo>
                  <a:lnTo>
                    <a:pt x="260" y="6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260" y="0"/>
                  </a:lnTo>
                  <a:close/>
                </a:path>
              </a:pathLst>
            </a:custGeom>
            <a:blipFill dpi="0" rotWithShape="0">
              <a:blip r:embed="rId6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3" name="Freeform 293">
              <a:extLst>
                <a:ext uri="{FF2B5EF4-FFF2-40B4-BE49-F238E27FC236}">
                  <a16:creationId xmlns:a16="http://schemas.microsoft.com/office/drawing/2014/main" id="{786FD4B1-69BD-C593-CB65-7F793E1C4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315913"/>
            </a:xfrm>
            <a:custGeom>
              <a:avLst/>
              <a:gdLst>
                <a:gd name="T0" fmla="*/ 2147483647 w 268"/>
                <a:gd name="T1" fmla="*/ 0 h 199"/>
                <a:gd name="T2" fmla="*/ 2147483647 w 268"/>
                <a:gd name="T3" fmla="*/ 2147483647 h 199"/>
                <a:gd name="T4" fmla="*/ 2147483647 w 268"/>
                <a:gd name="T5" fmla="*/ 2147483647 h 199"/>
                <a:gd name="T6" fmla="*/ 2147483647 w 268"/>
                <a:gd name="T7" fmla="*/ 2147483647 h 199"/>
                <a:gd name="T8" fmla="*/ 0 w 268"/>
                <a:gd name="T9" fmla="*/ 2147483647 h 199"/>
                <a:gd name="T10" fmla="*/ 0 w 268"/>
                <a:gd name="T11" fmla="*/ 2147483647 h 199"/>
                <a:gd name="T12" fmla="*/ 0 w 268"/>
                <a:gd name="T13" fmla="*/ 2147483647 h 199"/>
                <a:gd name="T14" fmla="*/ 0 w 268"/>
                <a:gd name="T15" fmla="*/ 2147483647 h 199"/>
                <a:gd name="T16" fmla="*/ 0 w 268"/>
                <a:gd name="T17" fmla="*/ 2147483647 h 199"/>
                <a:gd name="T18" fmla="*/ 0 w 268"/>
                <a:gd name="T19" fmla="*/ 2147483647 h 199"/>
                <a:gd name="T20" fmla="*/ 2147483647 w 268"/>
                <a:gd name="T21" fmla="*/ 2147483647 h 199"/>
                <a:gd name="T22" fmla="*/ 2147483647 w 268"/>
                <a:gd name="T23" fmla="*/ 2147483647 h 199"/>
                <a:gd name="T24" fmla="*/ 0 w 268"/>
                <a:gd name="T25" fmla="*/ 2147483647 h 199"/>
                <a:gd name="T26" fmla="*/ 0 w 268"/>
                <a:gd name="T27" fmla="*/ 2147483647 h 199"/>
                <a:gd name="T28" fmla="*/ 2147483647 w 268"/>
                <a:gd name="T29" fmla="*/ 2147483647 h 199"/>
                <a:gd name="T30" fmla="*/ 2147483647 w 268"/>
                <a:gd name="T31" fmla="*/ 2147483647 h 199"/>
                <a:gd name="T32" fmla="*/ 2147483647 w 268"/>
                <a:gd name="T33" fmla="*/ 2147483647 h 199"/>
                <a:gd name="T34" fmla="*/ 2147483647 w 268"/>
                <a:gd name="T35" fmla="*/ 0 h 199"/>
                <a:gd name="T36" fmla="*/ 2147483647 w 268"/>
                <a:gd name="T37" fmla="*/ 0 h 1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68"/>
                <a:gd name="T58" fmla="*/ 0 h 199"/>
                <a:gd name="T59" fmla="*/ 268 w 268"/>
                <a:gd name="T60" fmla="*/ 199 h 1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68" h="199">
                  <a:moveTo>
                    <a:pt x="268" y="0"/>
                  </a:moveTo>
                  <a:lnTo>
                    <a:pt x="268" y="69"/>
                  </a:lnTo>
                  <a:lnTo>
                    <a:pt x="268" y="76"/>
                  </a:lnTo>
                  <a:lnTo>
                    <a:pt x="260" y="76"/>
                  </a:lnTo>
                  <a:lnTo>
                    <a:pt x="0" y="199"/>
                  </a:lnTo>
                  <a:lnTo>
                    <a:pt x="0" y="191"/>
                  </a:lnTo>
                  <a:lnTo>
                    <a:pt x="0" y="122"/>
                  </a:lnTo>
                  <a:lnTo>
                    <a:pt x="8" y="122"/>
                  </a:lnTo>
                  <a:lnTo>
                    <a:pt x="8" y="191"/>
                  </a:lnTo>
                  <a:lnTo>
                    <a:pt x="0" y="191"/>
                  </a:lnTo>
                  <a:lnTo>
                    <a:pt x="260" y="69"/>
                  </a:lnTo>
                  <a:lnTo>
                    <a:pt x="260" y="76"/>
                  </a:lnTo>
                  <a:lnTo>
                    <a:pt x="260" y="69"/>
                  </a:lnTo>
                  <a:lnTo>
                    <a:pt x="260" y="0"/>
                  </a:lnTo>
                  <a:lnTo>
                    <a:pt x="268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4" name="Freeform 294">
              <a:extLst>
                <a:ext uri="{FF2B5EF4-FFF2-40B4-BE49-F238E27FC236}">
                  <a16:creationId xmlns:a16="http://schemas.microsoft.com/office/drawing/2014/main" id="{D682739E-136B-2FA4-489F-0073E9C9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1727547"/>
              <a:ext cx="425450" cy="206375"/>
            </a:xfrm>
            <a:custGeom>
              <a:avLst/>
              <a:gdLst>
                <a:gd name="T0" fmla="*/ 0 w 268"/>
                <a:gd name="T1" fmla="*/ 2147483647 h 130"/>
                <a:gd name="T2" fmla="*/ 2147483647 w 268"/>
                <a:gd name="T3" fmla="*/ 0 h 130"/>
                <a:gd name="T4" fmla="*/ 2147483647 w 268"/>
                <a:gd name="T5" fmla="*/ 0 h 130"/>
                <a:gd name="T6" fmla="*/ 2147483647 w 268"/>
                <a:gd name="T7" fmla="*/ 0 h 130"/>
                <a:gd name="T8" fmla="*/ 2147483647 w 268"/>
                <a:gd name="T9" fmla="*/ 2147483647 h 130"/>
                <a:gd name="T10" fmla="*/ 0 w 268"/>
                <a:gd name="T11" fmla="*/ 2147483647 h 130"/>
                <a:gd name="T12" fmla="*/ 0 w 268"/>
                <a:gd name="T13" fmla="*/ 21474836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8"/>
                <a:gd name="T22" fmla="*/ 0 h 130"/>
                <a:gd name="T23" fmla="*/ 268 w 268"/>
                <a:gd name="T24" fmla="*/ 130 h 1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8" h="130">
                  <a:moveTo>
                    <a:pt x="0" y="122"/>
                  </a:moveTo>
                  <a:lnTo>
                    <a:pt x="260" y="0"/>
                  </a:lnTo>
                  <a:lnTo>
                    <a:pt x="268" y="0"/>
                  </a:lnTo>
                  <a:lnTo>
                    <a:pt x="260" y="8"/>
                  </a:lnTo>
                  <a:lnTo>
                    <a:pt x="0" y="130"/>
                  </a:lnTo>
                  <a:lnTo>
                    <a:pt x="0" y="12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5" name="Freeform 295">
              <a:extLst>
                <a:ext uri="{FF2B5EF4-FFF2-40B4-BE49-F238E27FC236}">
                  <a16:creationId xmlns:a16="http://schemas.microsoft.com/office/drawing/2014/main" id="{20BFC1E9-761F-DB68-A8ED-D31E2CEB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14388" cy="388938"/>
            </a:xfrm>
            <a:custGeom>
              <a:avLst/>
              <a:gdLst>
                <a:gd name="T0" fmla="*/ 0 w 513"/>
                <a:gd name="T1" fmla="*/ 0 h 245"/>
                <a:gd name="T2" fmla="*/ 2147483647 w 513"/>
                <a:gd name="T3" fmla="*/ 2147483647 h 245"/>
                <a:gd name="T4" fmla="*/ 2147483647 w 513"/>
                <a:gd name="T5" fmla="*/ 2147483647 h 245"/>
                <a:gd name="T6" fmla="*/ 0 w 513"/>
                <a:gd name="T7" fmla="*/ 2147483647 h 245"/>
                <a:gd name="T8" fmla="*/ 0 w 513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3"/>
                <a:gd name="T16" fmla="*/ 0 h 245"/>
                <a:gd name="T17" fmla="*/ 513 w 513"/>
                <a:gd name="T18" fmla="*/ 245 h 2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3" h="245">
                  <a:moveTo>
                    <a:pt x="0" y="0"/>
                  </a:moveTo>
                  <a:lnTo>
                    <a:pt x="513" y="176"/>
                  </a:lnTo>
                  <a:lnTo>
                    <a:pt x="513" y="245"/>
                  </a:lnTo>
                  <a:lnTo>
                    <a:pt x="0" y="62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8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6" name="Freeform 296">
              <a:extLst>
                <a:ext uri="{FF2B5EF4-FFF2-40B4-BE49-F238E27FC236}">
                  <a16:creationId xmlns:a16="http://schemas.microsoft.com/office/drawing/2014/main" id="{26E0BA78-76AC-6B1B-0020-FEE25CA1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827088" cy="401638"/>
            </a:xfrm>
            <a:custGeom>
              <a:avLst/>
              <a:gdLst>
                <a:gd name="T0" fmla="*/ 0 w 521"/>
                <a:gd name="T1" fmla="*/ 0 h 253"/>
                <a:gd name="T2" fmla="*/ 2147483647 w 521"/>
                <a:gd name="T3" fmla="*/ 2147483647 h 253"/>
                <a:gd name="T4" fmla="*/ 2147483647 w 521"/>
                <a:gd name="T5" fmla="*/ 2147483647 h 253"/>
                <a:gd name="T6" fmla="*/ 2147483647 w 521"/>
                <a:gd name="T7" fmla="*/ 2147483647 h 253"/>
                <a:gd name="T8" fmla="*/ 2147483647 w 521"/>
                <a:gd name="T9" fmla="*/ 2147483647 h 253"/>
                <a:gd name="T10" fmla="*/ 2147483647 w 521"/>
                <a:gd name="T11" fmla="*/ 2147483647 h 253"/>
                <a:gd name="T12" fmla="*/ 2147483647 w 521"/>
                <a:gd name="T13" fmla="*/ 2147483647 h 253"/>
                <a:gd name="T14" fmla="*/ 0 w 521"/>
                <a:gd name="T15" fmla="*/ 2147483647 h 253"/>
                <a:gd name="T16" fmla="*/ 0 w 521"/>
                <a:gd name="T17" fmla="*/ 2147483647 h 253"/>
                <a:gd name="T18" fmla="*/ 0 w 521"/>
                <a:gd name="T19" fmla="*/ 2147483647 h 253"/>
                <a:gd name="T20" fmla="*/ 0 w 521"/>
                <a:gd name="T21" fmla="*/ 2147483647 h 253"/>
                <a:gd name="T22" fmla="*/ 2147483647 w 521"/>
                <a:gd name="T23" fmla="*/ 2147483647 h 253"/>
                <a:gd name="T24" fmla="*/ 2147483647 w 521"/>
                <a:gd name="T25" fmla="*/ 2147483647 h 253"/>
                <a:gd name="T26" fmla="*/ 2147483647 w 521"/>
                <a:gd name="T27" fmla="*/ 2147483647 h 253"/>
                <a:gd name="T28" fmla="*/ 2147483647 w 521"/>
                <a:gd name="T29" fmla="*/ 2147483647 h 253"/>
                <a:gd name="T30" fmla="*/ 2147483647 w 521"/>
                <a:gd name="T31" fmla="*/ 2147483647 h 253"/>
                <a:gd name="T32" fmla="*/ 2147483647 w 521"/>
                <a:gd name="T33" fmla="*/ 2147483647 h 253"/>
                <a:gd name="T34" fmla="*/ 0 w 521"/>
                <a:gd name="T35" fmla="*/ 2147483647 h 253"/>
                <a:gd name="T36" fmla="*/ 0 w 521"/>
                <a:gd name="T37" fmla="*/ 0 h 2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1"/>
                <a:gd name="T58" fmla="*/ 0 h 253"/>
                <a:gd name="T59" fmla="*/ 521 w 521"/>
                <a:gd name="T60" fmla="*/ 253 h 25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1" h="253">
                  <a:moveTo>
                    <a:pt x="0" y="0"/>
                  </a:moveTo>
                  <a:lnTo>
                    <a:pt x="513" y="176"/>
                  </a:lnTo>
                  <a:lnTo>
                    <a:pt x="521" y="176"/>
                  </a:lnTo>
                  <a:lnTo>
                    <a:pt x="521" y="245"/>
                  </a:lnTo>
                  <a:lnTo>
                    <a:pt x="521" y="253"/>
                  </a:lnTo>
                  <a:lnTo>
                    <a:pt x="513" y="253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513" y="245"/>
                  </a:lnTo>
                  <a:lnTo>
                    <a:pt x="513" y="253"/>
                  </a:lnTo>
                  <a:lnTo>
                    <a:pt x="513" y="245"/>
                  </a:lnTo>
                  <a:lnTo>
                    <a:pt x="513" y="176"/>
                  </a:lnTo>
                  <a:lnTo>
                    <a:pt x="521" y="176"/>
                  </a:lnTo>
                  <a:lnTo>
                    <a:pt x="513" y="184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7" name="Freeform 297">
              <a:extLst>
                <a:ext uri="{FF2B5EF4-FFF2-40B4-BE49-F238E27FC236}">
                  <a16:creationId xmlns:a16="http://schemas.microsoft.com/office/drawing/2014/main" id="{8E4A7FD3-D771-2AA4-8BEA-19700DAE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641822"/>
              <a:ext cx="12700" cy="98425"/>
            </a:xfrm>
            <a:custGeom>
              <a:avLst/>
              <a:gdLst>
                <a:gd name="T0" fmla="*/ 0 w 8"/>
                <a:gd name="T1" fmla="*/ 2147483647 h 62"/>
                <a:gd name="T2" fmla="*/ 0 w 8"/>
                <a:gd name="T3" fmla="*/ 0 h 62"/>
                <a:gd name="T4" fmla="*/ 0 w 8"/>
                <a:gd name="T5" fmla="*/ 0 h 62"/>
                <a:gd name="T6" fmla="*/ 0 w 8"/>
                <a:gd name="T7" fmla="*/ 0 h 62"/>
                <a:gd name="T8" fmla="*/ 2147483647 w 8"/>
                <a:gd name="T9" fmla="*/ 0 h 62"/>
                <a:gd name="T10" fmla="*/ 2147483647 w 8"/>
                <a:gd name="T11" fmla="*/ 2147483647 h 62"/>
                <a:gd name="T12" fmla="*/ 0 w 8"/>
                <a:gd name="T13" fmla="*/ 2147483647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62"/>
                <a:gd name="T23" fmla="*/ 8 w 8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62">
                  <a:moveTo>
                    <a:pt x="0" y="62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62"/>
                  </a:lnTo>
                  <a:lnTo>
                    <a:pt x="0" y="6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8" name="Freeform 298">
              <a:extLst>
                <a:ext uri="{FF2B5EF4-FFF2-40B4-BE49-F238E27FC236}">
                  <a16:creationId xmlns:a16="http://schemas.microsoft.com/office/drawing/2014/main" id="{915F4488-F332-EFD0-0570-1519B879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498475" cy="182563"/>
            </a:xfrm>
            <a:custGeom>
              <a:avLst/>
              <a:gdLst>
                <a:gd name="T0" fmla="*/ 0 w 314"/>
                <a:gd name="T1" fmla="*/ 2147483647 h 115"/>
                <a:gd name="T2" fmla="*/ 2147483647 w 314"/>
                <a:gd name="T3" fmla="*/ 0 h 115"/>
                <a:gd name="T4" fmla="*/ 2147483647 w 314"/>
                <a:gd name="T5" fmla="*/ 2147483647 h 115"/>
                <a:gd name="T6" fmla="*/ 2147483647 w 314"/>
                <a:gd name="T7" fmla="*/ 2147483647 h 115"/>
                <a:gd name="T8" fmla="*/ 0 w 314"/>
                <a:gd name="T9" fmla="*/ 214748364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"/>
                <a:gd name="T16" fmla="*/ 0 h 115"/>
                <a:gd name="T17" fmla="*/ 314 w 314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" h="115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207" y="115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699" name="Freeform 299">
              <a:extLst>
                <a:ext uri="{FF2B5EF4-FFF2-40B4-BE49-F238E27FC236}">
                  <a16:creationId xmlns:a16="http://schemas.microsoft.com/office/drawing/2014/main" id="{62C86A0B-D7D1-8A35-7D29-813BCAA7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05309"/>
              <a:ext cx="522288" cy="195263"/>
            </a:xfrm>
            <a:custGeom>
              <a:avLst/>
              <a:gdLst>
                <a:gd name="T0" fmla="*/ 0 w 329"/>
                <a:gd name="T1" fmla="*/ 2147483647 h 123"/>
                <a:gd name="T2" fmla="*/ 2147483647 w 329"/>
                <a:gd name="T3" fmla="*/ 0 h 123"/>
                <a:gd name="T4" fmla="*/ 2147483647 w 329"/>
                <a:gd name="T5" fmla="*/ 0 h 123"/>
                <a:gd name="T6" fmla="*/ 2147483647 w 329"/>
                <a:gd name="T7" fmla="*/ 0 h 123"/>
                <a:gd name="T8" fmla="*/ 2147483647 w 329"/>
                <a:gd name="T9" fmla="*/ 2147483647 h 123"/>
                <a:gd name="T10" fmla="*/ 2147483647 w 329"/>
                <a:gd name="T11" fmla="*/ 2147483647 h 123"/>
                <a:gd name="T12" fmla="*/ 2147483647 w 329"/>
                <a:gd name="T13" fmla="*/ 2147483647 h 123"/>
                <a:gd name="T14" fmla="*/ 2147483647 w 329"/>
                <a:gd name="T15" fmla="*/ 2147483647 h 123"/>
                <a:gd name="T16" fmla="*/ 2147483647 w 329"/>
                <a:gd name="T17" fmla="*/ 2147483647 h 123"/>
                <a:gd name="T18" fmla="*/ 2147483647 w 329"/>
                <a:gd name="T19" fmla="*/ 2147483647 h 123"/>
                <a:gd name="T20" fmla="*/ 2147483647 w 329"/>
                <a:gd name="T21" fmla="*/ 2147483647 h 123"/>
                <a:gd name="T22" fmla="*/ 2147483647 w 329"/>
                <a:gd name="T23" fmla="*/ 2147483647 h 123"/>
                <a:gd name="T24" fmla="*/ 2147483647 w 329"/>
                <a:gd name="T25" fmla="*/ 2147483647 h 123"/>
                <a:gd name="T26" fmla="*/ 2147483647 w 329"/>
                <a:gd name="T27" fmla="*/ 2147483647 h 123"/>
                <a:gd name="T28" fmla="*/ 2147483647 w 329"/>
                <a:gd name="T29" fmla="*/ 2147483647 h 123"/>
                <a:gd name="T30" fmla="*/ 2147483647 w 329"/>
                <a:gd name="T31" fmla="*/ 0 h 123"/>
                <a:gd name="T32" fmla="*/ 2147483647 w 329"/>
                <a:gd name="T33" fmla="*/ 2147483647 h 123"/>
                <a:gd name="T34" fmla="*/ 0 w 329"/>
                <a:gd name="T35" fmla="*/ 2147483647 h 123"/>
                <a:gd name="T36" fmla="*/ 0 w 329"/>
                <a:gd name="T37" fmla="*/ 2147483647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9"/>
                <a:gd name="T58" fmla="*/ 0 h 123"/>
                <a:gd name="T59" fmla="*/ 329 w 329"/>
                <a:gd name="T60" fmla="*/ 123 h 12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9" h="123">
                  <a:moveTo>
                    <a:pt x="0" y="39"/>
                  </a:moveTo>
                  <a:lnTo>
                    <a:pt x="115" y="0"/>
                  </a:lnTo>
                  <a:lnTo>
                    <a:pt x="314" y="62"/>
                  </a:lnTo>
                  <a:lnTo>
                    <a:pt x="329" y="62"/>
                  </a:lnTo>
                  <a:lnTo>
                    <a:pt x="314" y="69"/>
                  </a:lnTo>
                  <a:lnTo>
                    <a:pt x="207" y="123"/>
                  </a:lnTo>
                  <a:lnTo>
                    <a:pt x="207" y="115"/>
                  </a:lnTo>
                  <a:lnTo>
                    <a:pt x="314" y="62"/>
                  </a:lnTo>
                  <a:lnTo>
                    <a:pt x="314" y="69"/>
                  </a:lnTo>
                  <a:lnTo>
                    <a:pt x="115" y="8"/>
                  </a:lnTo>
                  <a:lnTo>
                    <a:pt x="115" y="0"/>
                  </a:lnTo>
                  <a:lnTo>
                    <a:pt x="115" y="8"/>
                  </a:lnTo>
                  <a:lnTo>
                    <a:pt x="0" y="46"/>
                  </a:lnTo>
                  <a:lnTo>
                    <a:pt x="0" y="39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0" name="Freeform 300">
              <a:extLst>
                <a:ext uri="{FF2B5EF4-FFF2-40B4-BE49-F238E27FC236}">
                  <a16:creationId xmlns:a16="http://schemas.microsoft.com/office/drawing/2014/main" id="{8850F5C3-CA2A-D077-59AA-ADB2D0E5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667222"/>
              <a:ext cx="328613" cy="133350"/>
            </a:xfrm>
            <a:custGeom>
              <a:avLst/>
              <a:gdLst>
                <a:gd name="T0" fmla="*/ 2147483647 w 207"/>
                <a:gd name="T1" fmla="*/ 2147483647 h 84"/>
                <a:gd name="T2" fmla="*/ 0 w 207"/>
                <a:gd name="T3" fmla="*/ 2147483647 h 84"/>
                <a:gd name="T4" fmla="*/ 0 w 207"/>
                <a:gd name="T5" fmla="*/ 0 h 84"/>
                <a:gd name="T6" fmla="*/ 0 w 207"/>
                <a:gd name="T7" fmla="*/ 0 h 84"/>
                <a:gd name="T8" fmla="*/ 0 w 207"/>
                <a:gd name="T9" fmla="*/ 0 h 84"/>
                <a:gd name="T10" fmla="*/ 2147483647 w 207"/>
                <a:gd name="T11" fmla="*/ 2147483647 h 84"/>
                <a:gd name="T12" fmla="*/ 2147483647 w 207"/>
                <a:gd name="T13" fmla="*/ 214748364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7"/>
                <a:gd name="T22" fmla="*/ 0 h 84"/>
                <a:gd name="T23" fmla="*/ 207 w 207"/>
                <a:gd name="T24" fmla="*/ 84 h 8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7" h="84">
                  <a:moveTo>
                    <a:pt x="207" y="84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207" y="76"/>
                  </a:lnTo>
                  <a:lnTo>
                    <a:pt x="207" y="8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1" name="Freeform 301">
              <a:extLst>
                <a:ext uri="{FF2B5EF4-FFF2-40B4-BE49-F238E27FC236}">
                  <a16:creationId xmlns:a16="http://schemas.microsoft.com/office/drawing/2014/main" id="{EA0C0E1A-E335-A9A9-BAF2-60691A2F9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290513" cy="109538"/>
            </a:xfrm>
            <a:custGeom>
              <a:avLst/>
              <a:gdLst>
                <a:gd name="T0" fmla="*/ 0 w 183"/>
                <a:gd name="T1" fmla="*/ 2147483647 h 69"/>
                <a:gd name="T2" fmla="*/ 2147483647 w 183"/>
                <a:gd name="T3" fmla="*/ 0 h 69"/>
                <a:gd name="T4" fmla="*/ 2147483647 w 183"/>
                <a:gd name="T5" fmla="*/ 2147483647 h 69"/>
                <a:gd name="T6" fmla="*/ 2147483647 w 183"/>
                <a:gd name="T7" fmla="*/ 2147483647 h 69"/>
                <a:gd name="T8" fmla="*/ 0 w 183"/>
                <a:gd name="T9" fmla="*/ 214748364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3"/>
                <a:gd name="T16" fmla="*/ 0 h 69"/>
                <a:gd name="T17" fmla="*/ 183 w 183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3" h="69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22" y="69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9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2" name="Freeform 302">
              <a:extLst>
                <a:ext uri="{FF2B5EF4-FFF2-40B4-BE49-F238E27FC236}">
                  <a16:creationId xmlns:a16="http://schemas.microsoft.com/office/drawing/2014/main" id="{9A6BB7CF-7A28-A400-CF4B-8BA9BC797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41822"/>
              <a:ext cx="315913" cy="122238"/>
            </a:xfrm>
            <a:custGeom>
              <a:avLst/>
              <a:gdLst>
                <a:gd name="T0" fmla="*/ 0 w 199"/>
                <a:gd name="T1" fmla="*/ 2147483647 h 77"/>
                <a:gd name="T2" fmla="*/ 2147483647 w 199"/>
                <a:gd name="T3" fmla="*/ 0 h 77"/>
                <a:gd name="T4" fmla="*/ 2147483647 w 199"/>
                <a:gd name="T5" fmla="*/ 0 h 77"/>
                <a:gd name="T6" fmla="*/ 2147483647 w 199"/>
                <a:gd name="T7" fmla="*/ 0 h 77"/>
                <a:gd name="T8" fmla="*/ 2147483647 w 199"/>
                <a:gd name="T9" fmla="*/ 2147483647 h 77"/>
                <a:gd name="T10" fmla="*/ 2147483647 w 199"/>
                <a:gd name="T11" fmla="*/ 2147483647 h 77"/>
                <a:gd name="T12" fmla="*/ 2147483647 w 199"/>
                <a:gd name="T13" fmla="*/ 2147483647 h 77"/>
                <a:gd name="T14" fmla="*/ 2147483647 w 199"/>
                <a:gd name="T15" fmla="*/ 2147483647 h 77"/>
                <a:gd name="T16" fmla="*/ 2147483647 w 199"/>
                <a:gd name="T17" fmla="*/ 2147483647 h 77"/>
                <a:gd name="T18" fmla="*/ 2147483647 w 199"/>
                <a:gd name="T19" fmla="*/ 2147483647 h 77"/>
                <a:gd name="T20" fmla="*/ 2147483647 w 199"/>
                <a:gd name="T21" fmla="*/ 2147483647 h 77"/>
                <a:gd name="T22" fmla="*/ 2147483647 w 199"/>
                <a:gd name="T23" fmla="*/ 2147483647 h 77"/>
                <a:gd name="T24" fmla="*/ 2147483647 w 199"/>
                <a:gd name="T25" fmla="*/ 2147483647 h 77"/>
                <a:gd name="T26" fmla="*/ 2147483647 w 199"/>
                <a:gd name="T27" fmla="*/ 2147483647 h 77"/>
                <a:gd name="T28" fmla="*/ 2147483647 w 199"/>
                <a:gd name="T29" fmla="*/ 2147483647 h 77"/>
                <a:gd name="T30" fmla="*/ 2147483647 w 199"/>
                <a:gd name="T31" fmla="*/ 0 h 77"/>
                <a:gd name="T32" fmla="*/ 2147483647 w 199"/>
                <a:gd name="T33" fmla="*/ 2147483647 h 77"/>
                <a:gd name="T34" fmla="*/ 0 w 199"/>
                <a:gd name="T35" fmla="*/ 2147483647 h 77"/>
                <a:gd name="T36" fmla="*/ 0 w 199"/>
                <a:gd name="T37" fmla="*/ 2147483647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"/>
                <a:gd name="T58" fmla="*/ 0 h 77"/>
                <a:gd name="T59" fmla="*/ 199 w 199"/>
                <a:gd name="T60" fmla="*/ 77 h 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" h="77">
                  <a:moveTo>
                    <a:pt x="0" y="23"/>
                  </a:moveTo>
                  <a:lnTo>
                    <a:pt x="69" y="0"/>
                  </a:lnTo>
                  <a:lnTo>
                    <a:pt x="183" y="39"/>
                  </a:lnTo>
                  <a:lnTo>
                    <a:pt x="199" y="39"/>
                  </a:lnTo>
                  <a:lnTo>
                    <a:pt x="183" y="46"/>
                  </a:lnTo>
                  <a:lnTo>
                    <a:pt x="122" y="77"/>
                  </a:lnTo>
                  <a:lnTo>
                    <a:pt x="122" y="69"/>
                  </a:lnTo>
                  <a:lnTo>
                    <a:pt x="183" y="39"/>
                  </a:lnTo>
                  <a:lnTo>
                    <a:pt x="183" y="46"/>
                  </a:lnTo>
                  <a:lnTo>
                    <a:pt x="69" y="8"/>
                  </a:lnTo>
                  <a:lnTo>
                    <a:pt x="69" y="0"/>
                  </a:lnTo>
                  <a:lnTo>
                    <a:pt x="69" y="8"/>
                  </a:lnTo>
                  <a:lnTo>
                    <a:pt x="0" y="31"/>
                  </a:lnTo>
                  <a:lnTo>
                    <a:pt x="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3" name="Freeform 303">
              <a:extLst>
                <a:ext uri="{FF2B5EF4-FFF2-40B4-BE49-F238E27FC236}">
                  <a16:creationId xmlns:a16="http://schemas.microsoft.com/office/drawing/2014/main" id="{DB9D494A-CF19-294B-3BDD-5F6C27B3E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193675" cy="85725"/>
            </a:xfrm>
            <a:custGeom>
              <a:avLst/>
              <a:gdLst>
                <a:gd name="T0" fmla="*/ 2147483647 w 122"/>
                <a:gd name="T1" fmla="*/ 2147483647 h 54"/>
                <a:gd name="T2" fmla="*/ 0 w 122"/>
                <a:gd name="T3" fmla="*/ 2147483647 h 54"/>
                <a:gd name="T4" fmla="*/ 0 w 122"/>
                <a:gd name="T5" fmla="*/ 0 h 54"/>
                <a:gd name="T6" fmla="*/ 0 w 122"/>
                <a:gd name="T7" fmla="*/ 0 h 54"/>
                <a:gd name="T8" fmla="*/ 0 w 122"/>
                <a:gd name="T9" fmla="*/ 0 h 54"/>
                <a:gd name="T10" fmla="*/ 2147483647 w 122"/>
                <a:gd name="T11" fmla="*/ 2147483647 h 54"/>
                <a:gd name="T12" fmla="*/ 2147483647 w 122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2"/>
                <a:gd name="T22" fmla="*/ 0 h 54"/>
                <a:gd name="T23" fmla="*/ 122 w 122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2" h="54">
                  <a:moveTo>
                    <a:pt x="122" y="54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122" y="46"/>
                  </a:lnTo>
                  <a:lnTo>
                    <a:pt x="122" y="5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4" name="Freeform 304">
              <a:extLst>
                <a:ext uri="{FF2B5EF4-FFF2-40B4-BE49-F238E27FC236}">
                  <a16:creationId xmlns:a16="http://schemas.microsoft.com/office/drawing/2014/main" id="{E127B8D9-2CC9-CDA9-9A99-FE8AC8220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46050" cy="85725"/>
            </a:xfrm>
            <a:custGeom>
              <a:avLst/>
              <a:gdLst>
                <a:gd name="T0" fmla="*/ 2147483647 w 92"/>
                <a:gd name="T1" fmla="*/ 0 h 54"/>
                <a:gd name="T2" fmla="*/ 2147483647 w 92"/>
                <a:gd name="T3" fmla="*/ 2147483647 h 54"/>
                <a:gd name="T4" fmla="*/ 2147483647 w 92"/>
                <a:gd name="T5" fmla="*/ 2147483647 h 54"/>
                <a:gd name="T6" fmla="*/ 0 w 92"/>
                <a:gd name="T7" fmla="*/ 2147483647 h 54"/>
                <a:gd name="T8" fmla="*/ 2147483647 w 9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54"/>
                <a:gd name="T17" fmla="*/ 92 w 92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54">
                  <a:moveTo>
                    <a:pt x="77" y="0"/>
                  </a:moveTo>
                  <a:lnTo>
                    <a:pt x="92" y="8"/>
                  </a:lnTo>
                  <a:lnTo>
                    <a:pt x="31" y="54"/>
                  </a:lnTo>
                  <a:lnTo>
                    <a:pt x="0" y="46"/>
                  </a:lnTo>
                  <a:lnTo>
                    <a:pt x="7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5" name="Freeform 305">
              <a:extLst>
                <a:ext uri="{FF2B5EF4-FFF2-40B4-BE49-F238E27FC236}">
                  <a16:creationId xmlns:a16="http://schemas.microsoft.com/office/drawing/2014/main" id="{49A644F8-C219-63F1-6B9E-9AA0A701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1714847"/>
              <a:ext cx="182563" cy="96838"/>
            </a:xfrm>
            <a:custGeom>
              <a:avLst/>
              <a:gdLst>
                <a:gd name="T0" fmla="*/ 2147483647 w 115"/>
                <a:gd name="T1" fmla="*/ 0 h 61"/>
                <a:gd name="T2" fmla="*/ 2147483647 w 115"/>
                <a:gd name="T3" fmla="*/ 2147483647 h 61"/>
                <a:gd name="T4" fmla="*/ 2147483647 w 115"/>
                <a:gd name="T5" fmla="*/ 2147483647 h 61"/>
                <a:gd name="T6" fmla="*/ 2147483647 w 115"/>
                <a:gd name="T7" fmla="*/ 2147483647 h 61"/>
                <a:gd name="T8" fmla="*/ 2147483647 w 115"/>
                <a:gd name="T9" fmla="*/ 2147483647 h 61"/>
                <a:gd name="T10" fmla="*/ 2147483647 w 115"/>
                <a:gd name="T11" fmla="*/ 2147483647 h 61"/>
                <a:gd name="T12" fmla="*/ 2147483647 w 115"/>
                <a:gd name="T13" fmla="*/ 2147483647 h 61"/>
                <a:gd name="T14" fmla="*/ 2147483647 w 115"/>
                <a:gd name="T15" fmla="*/ 2147483647 h 61"/>
                <a:gd name="T16" fmla="*/ 0 w 115"/>
                <a:gd name="T17" fmla="*/ 2147483647 h 61"/>
                <a:gd name="T18" fmla="*/ 2147483647 w 115"/>
                <a:gd name="T19" fmla="*/ 2147483647 h 61"/>
                <a:gd name="T20" fmla="*/ 2147483647 w 115"/>
                <a:gd name="T21" fmla="*/ 2147483647 h 61"/>
                <a:gd name="T22" fmla="*/ 2147483647 w 115"/>
                <a:gd name="T23" fmla="*/ 2147483647 h 61"/>
                <a:gd name="T24" fmla="*/ 2147483647 w 115"/>
                <a:gd name="T25" fmla="*/ 2147483647 h 61"/>
                <a:gd name="T26" fmla="*/ 2147483647 w 115"/>
                <a:gd name="T27" fmla="*/ 2147483647 h 61"/>
                <a:gd name="T28" fmla="*/ 2147483647 w 115"/>
                <a:gd name="T29" fmla="*/ 2147483647 h 61"/>
                <a:gd name="T30" fmla="*/ 2147483647 w 115"/>
                <a:gd name="T31" fmla="*/ 2147483647 h 61"/>
                <a:gd name="T32" fmla="*/ 2147483647 w 115"/>
                <a:gd name="T33" fmla="*/ 2147483647 h 61"/>
                <a:gd name="T34" fmla="*/ 2147483647 w 115"/>
                <a:gd name="T35" fmla="*/ 2147483647 h 61"/>
                <a:gd name="T36" fmla="*/ 2147483647 w 115"/>
                <a:gd name="T37" fmla="*/ 0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5"/>
                <a:gd name="T58" fmla="*/ 0 h 61"/>
                <a:gd name="T59" fmla="*/ 115 w 115"/>
                <a:gd name="T60" fmla="*/ 61 h 6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5" h="61">
                  <a:moveTo>
                    <a:pt x="92" y="0"/>
                  </a:moveTo>
                  <a:lnTo>
                    <a:pt x="107" y="8"/>
                  </a:lnTo>
                  <a:lnTo>
                    <a:pt x="115" y="16"/>
                  </a:lnTo>
                  <a:lnTo>
                    <a:pt x="54" y="61"/>
                  </a:lnTo>
                  <a:lnTo>
                    <a:pt x="46" y="61"/>
                  </a:lnTo>
                  <a:lnTo>
                    <a:pt x="15" y="54"/>
                  </a:lnTo>
                  <a:lnTo>
                    <a:pt x="0" y="54"/>
                  </a:lnTo>
                  <a:lnTo>
                    <a:pt x="15" y="46"/>
                  </a:lnTo>
                  <a:lnTo>
                    <a:pt x="46" y="54"/>
                  </a:lnTo>
                  <a:lnTo>
                    <a:pt x="46" y="61"/>
                  </a:lnTo>
                  <a:lnTo>
                    <a:pt x="46" y="54"/>
                  </a:lnTo>
                  <a:lnTo>
                    <a:pt x="107" y="8"/>
                  </a:lnTo>
                  <a:lnTo>
                    <a:pt x="115" y="16"/>
                  </a:lnTo>
                  <a:lnTo>
                    <a:pt x="107" y="16"/>
                  </a:lnTo>
                  <a:lnTo>
                    <a:pt x="92" y="8"/>
                  </a:lnTo>
                  <a:lnTo>
                    <a:pt x="92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6" name="Freeform 306">
              <a:extLst>
                <a:ext uri="{FF2B5EF4-FFF2-40B4-BE49-F238E27FC236}">
                  <a16:creationId xmlns:a16="http://schemas.microsoft.com/office/drawing/2014/main" id="{DE6EF3A6-769F-EF77-27BC-A31441944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714847"/>
              <a:ext cx="134938" cy="85725"/>
            </a:xfrm>
            <a:custGeom>
              <a:avLst/>
              <a:gdLst>
                <a:gd name="T0" fmla="*/ 0 w 85"/>
                <a:gd name="T1" fmla="*/ 2147483647 h 54"/>
                <a:gd name="T2" fmla="*/ 2147483647 w 85"/>
                <a:gd name="T3" fmla="*/ 0 h 54"/>
                <a:gd name="T4" fmla="*/ 2147483647 w 85"/>
                <a:gd name="T5" fmla="*/ 0 h 54"/>
                <a:gd name="T6" fmla="*/ 2147483647 w 85"/>
                <a:gd name="T7" fmla="*/ 0 h 54"/>
                <a:gd name="T8" fmla="*/ 2147483647 w 85"/>
                <a:gd name="T9" fmla="*/ 2147483647 h 54"/>
                <a:gd name="T10" fmla="*/ 2147483647 w 85"/>
                <a:gd name="T11" fmla="*/ 2147483647 h 54"/>
                <a:gd name="T12" fmla="*/ 0 w 85"/>
                <a:gd name="T13" fmla="*/ 21474836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54"/>
                <a:gd name="T23" fmla="*/ 85 w 85"/>
                <a:gd name="T24" fmla="*/ 54 h 5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54">
                  <a:moveTo>
                    <a:pt x="0" y="46"/>
                  </a:moveTo>
                  <a:lnTo>
                    <a:pt x="77" y="0"/>
                  </a:lnTo>
                  <a:lnTo>
                    <a:pt x="85" y="8"/>
                  </a:lnTo>
                  <a:lnTo>
                    <a:pt x="8" y="54"/>
                  </a:lnTo>
                  <a:lnTo>
                    <a:pt x="0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7" name="Freeform 307">
              <a:extLst>
                <a:ext uri="{FF2B5EF4-FFF2-40B4-BE49-F238E27FC236}">
                  <a16:creationId xmlns:a16="http://schemas.microsoft.com/office/drawing/2014/main" id="{46E01A7C-C9AB-88C8-7431-9116CB3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401638" cy="36513"/>
            </a:xfrm>
            <a:custGeom>
              <a:avLst/>
              <a:gdLst>
                <a:gd name="T0" fmla="*/ 2147483647 w 253"/>
                <a:gd name="T1" fmla="*/ 2147483647 h 23"/>
                <a:gd name="T2" fmla="*/ 0 w 253"/>
                <a:gd name="T3" fmla="*/ 0 h 23"/>
                <a:gd name="T4" fmla="*/ 2147483647 w 253"/>
                <a:gd name="T5" fmla="*/ 2147483647 h 23"/>
                <a:gd name="T6" fmla="*/ 2147483647 w 253"/>
                <a:gd name="T7" fmla="*/ 2147483647 h 23"/>
                <a:gd name="T8" fmla="*/ 2147483647 w 253"/>
                <a:gd name="T9" fmla="*/ 2147483647 h 23"/>
                <a:gd name="T10" fmla="*/ 2147483647 w 253"/>
                <a:gd name="T11" fmla="*/ 214748364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"/>
                <a:gd name="T19" fmla="*/ 0 h 23"/>
                <a:gd name="T20" fmla="*/ 253 w 253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" h="23">
                  <a:moveTo>
                    <a:pt x="237" y="15"/>
                  </a:moveTo>
                  <a:lnTo>
                    <a:pt x="0" y="0"/>
                  </a:lnTo>
                  <a:lnTo>
                    <a:pt x="54" y="23"/>
                  </a:lnTo>
                  <a:lnTo>
                    <a:pt x="253" y="23"/>
                  </a:lnTo>
                  <a:lnTo>
                    <a:pt x="230" y="8"/>
                  </a:lnTo>
                  <a:lnTo>
                    <a:pt x="237" y="15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8" name="Freeform 308">
              <a:extLst>
                <a:ext uri="{FF2B5EF4-FFF2-40B4-BE49-F238E27FC236}">
                  <a16:creationId xmlns:a16="http://schemas.microsoft.com/office/drawing/2014/main" id="{75423729-D42D-C14B-AE00-CCDD3AEAE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25" y="1654522"/>
              <a:ext cx="376238" cy="49213"/>
            </a:xfrm>
            <a:custGeom>
              <a:avLst/>
              <a:gdLst>
                <a:gd name="T0" fmla="*/ 2147483647 w 237"/>
                <a:gd name="T1" fmla="*/ 2147483647 h 31"/>
                <a:gd name="T2" fmla="*/ 0 w 237"/>
                <a:gd name="T3" fmla="*/ 2147483647 h 31"/>
                <a:gd name="T4" fmla="*/ 0 w 237"/>
                <a:gd name="T5" fmla="*/ 0 h 31"/>
                <a:gd name="T6" fmla="*/ 0 w 237"/>
                <a:gd name="T7" fmla="*/ 0 h 31"/>
                <a:gd name="T8" fmla="*/ 2147483647 w 237"/>
                <a:gd name="T9" fmla="*/ 2147483647 h 31"/>
                <a:gd name="T10" fmla="*/ 2147483647 w 237"/>
                <a:gd name="T11" fmla="*/ 2147483647 h 31"/>
                <a:gd name="T12" fmla="*/ 2147483647 w 237"/>
                <a:gd name="T13" fmla="*/ 2147483647 h 31"/>
                <a:gd name="T14" fmla="*/ 2147483647 w 237"/>
                <a:gd name="T15" fmla="*/ 2147483647 h 31"/>
                <a:gd name="T16" fmla="*/ 0 w 237"/>
                <a:gd name="T17" fmla="*/ 2147483647 h 31"/>
                <a:gd name="T18" fmla="*/ 0 w 237"/>
                <a:gd name="T19" fmla="*/ 2147483647 h 31"/>
                <a:gd name="T20" fmla="*/ 0 w 237"/>
                <a:gd name="T21" fmla="*/ 0 h 31"/>
                <a:gd name="T22" fmla="*/ 2147483647 w 237"/>
                <a:gd name="T23" fmla="*/ 2147483647 h 31"/>
                <a:gd name="T24" fmla="*/ 2147483647 w 237"/>
                <a:gd name="T25" fmla="*/ 214748364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7"/>
                <a:gd name="T40" fmla="*/ 0 h 31"/>
                <a:gd name="T41" fmla="*/ 237 w 237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7" h="31">
                  <a:moveTo>
                    <a:pt x="237" y="23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4" y="23"/>
                  </a:lnTo>
                  <a:lnTo>
                    <a:pt x="54" y="31"/>
                  </a:lnTo>
                  <a:lnTo>
                    <a:pt x="0" y="8"/>
                  </a:lnTo>
                  <a:lnTo>
                    <a:pt x="0" y="0"/>
                  </a:lnTo>
                  <a:lnTo>
                    <a:pt x="237" y="15"/>
                  </a:lnTo>
                  <a:lnTo>
                    <a:pt x="237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09" name="Freeform 309">
              <a:extLst>
                <a:ext uri="{FF2B5EF4-FFF2-40B4-BE49-F238E27FC236}">
                  <a16:creationId xmlns:a16="http://schemas.microsoft.com/office/drawing/2014/main" id="{19D45A64-EBE8-0772-10CF-197C9788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850" y="1691034"/>
              <a:ext cx="352425" cy="12700"/>
            </a:xfrm>
            <a:custGeom>
              <a:avLst/>
              <a:gdLst>
                <a:gd name="T0" fmla="*/ 0 w 222"/>
                <a:gd name="T1" fmla="*/ 0 h 8"/>
                <a:gd name="T2" fmla="*/ 2147483647 w 222"/>
                <a:gd name="T3" fmla="*/ 0 h 8"/>
                <a:gd name="T4" fmla="*/ 2147483647 w 222"/>
                <a:gd name="T5" fmla="*/ 0 h 8"/>
                <a:gd name="T6" fmla="*/ 2147483647 w 222"/>
                <a:gd name="T7" fmla="*/ 2147483647 h 8"/>
                <a:gd name="T8" fmla="*/ 2147483647 w 222"/>
                <a:gd name="T9" fmla="*/ 2147483647 h 8"/>
                <a:gd name="T10" fmla="*/ 0 w 222"/>
                <a:gd name="T11" fmla="*/ 2147483647 h 8"/>
                <a:gd name="T12" fmla="*/ 0 w 222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2"/>
                <a:gd name="T22" fmla="*/ 0 h 8"/>
                <a:gd name="T23" fmla="*/ 222 w 222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2" h="8">
                  <a:moveTo>
                    <a:pt x="0" y="0"/>
                  </a:moveTo>
                  <a:lnTo>
                    <a:pt x="199" y="0"/>
                  </a:lnTo>
                  <a:lnTo>
                    <a:pt x="206" y="0"/>
                  </a:lnTo>
                  <a:lnTo>
                    <a:pt x="222" y="8"/>
                  </a:lnTo>
                  <a:lnTo>
                    <a:pt x="199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0" name="Freeform 310">
              <a:extLst>
                <a:ext uri="{FF2B5EF4-FFF2-40B4-BE49-F238E27FC236}">
                  <a16:creationId xmlns:a16="http://schemas.microsoft.com/office/drawing/2014/main" id="{0B3F2225-44EF-EFAA-F196-694F73574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11113" cy="11113"/>
            </a:xfrm>
            <a:custGeom>
              <a:avLst/>
              <a:gdLst>
                <a:gd name="T0" fmla="*/ 0 w 7"/>
                <a:gd name="T1" fmla="*/ 2147483647 h 7"/>
                <a:gd name="T2" fmla="*/ 0 w 7"/>
                <a:gd name="T3" fmla="*/ 2147483647 h 7"/>
                <a:gd name="T4" fmla="*/ 2147483647 w 7"/>
                <a:gd name="T5" fmla="*/ 0 h 7"/>
                <a:gd name="T6" fmla="*/ 2147483647 w 7"/>
                <a:gd name="T7" fmla="*/ 0 h 7"/>
                <a:gd name="T8" fmla="*/ 0 w 7"/>
                <a:gd name="T9" fmla="*/ 214748364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0" y="7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1" name="Freeform 311">
              <a:extLst>
                <a:ext uri="{FF2B5EF4-FFF2-40B4-BE49-F238E27FC236}">
                  <a16:creationId xmlns:a16="http://schemas.microsoft.com/office/drawing/2014/main" id="{F67B1AEB-8544-EB18-847D-C23C7D94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67222"/>
              <a:ext cx="47625" cy="36513"/>
            </a:xfrm>
            <a:custGeom>
              <a:avLst/>
              <a:gdLst>
                <a:gd name="T0" fmla="*/ 2147483647 w 30"/>
                <a:gd name="T1" fmla="*/ 2147483647 h 23"/>
                <a:gd name="T2" fmla="*/ 2147483647 w 30"/>
                <a:gd name="T3" fmla="*/ 2147483647 h 23"/>
                <a:gd name="T4" fmla="*/ 2147483647 w 30"/>
                <a:gd name="T5" fmla="*/ 0 h 23"/>
                <a:gd name="T6" fmla="*/ 0 w 30"/>
                <a:gd name="T7" fmla="*/ 2147483647 h 23"/>
                <a:gd name="T8" fmla="*/ 2147483647 w 30"/>
                <a:gd name="T9" fmla="*/ 214748364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3" y="23"/>
                  </a:moveTo>
                  <a:lnTo>
                    <a:pt x="30" y="15"/>
                  </a:lnTo>
                  <a:lnTo>
                    <a:pt x="7" y="0"/>
                  </a:lnTo>
                  <a:lnTo>
                    <a:pt x="0" y="7"/>
                  </a:lnTo>
                  <a:lnTo>
                    <a:pt x="23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2" name="Freeform 312">
              <a:extLst>
                <a:ext uri="{FF2B5EF4-FFF2-40B4-BE49-F238E27FC236}">
                  <a16:creationId xmlns:a16="http://schemas.microsoft.com/office/drawing/2014/main" id="{798E9AC7-543A-9627-5063-B9B1FC9C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09538" cy="146050"/>
            </a:xfrm>
            <a:custGeom>
              <a:avLst/>
              <a:gdLst>
                <a:gd name="T0" fmla="*/ 2147483647 w 69"/>
                <a:gd name="T1" fmla="*/ 0 h 92"/>
                <a:gd name="T2" fmla="*/ 2147483647 w 69"/>
                <a:gd name="T3" fmla="*/ 2147483647 h 92"/>
                <a:gd name="T4" fmla="*/ 2147483647 w 69"/>
                <a:gd name="T5" fmla="*/ 2147483647 h 92"/>
                <a:gd name="T6" fmla="*/ 0 w 69"/>
                <a:gd name="T7" fmla="*/ 0 h 92"/>
                <a:gd name="T8" fmla="*/ 2147483647 w 6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92"/>
                <a:gd name="T17" fmla="*/ 69 w 69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92">
                  <a:moveTo>
                    <a:pt x="7" y="0"/>
                  </a:moveTo>
                  <a:lnTo>
                    <a:pt x="69" y="92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3" name="Freeform 313">
              <a:extLst>
                <a:ext uri="{FF2B5EF4-FFF2-40B4-BE49-F238E27FC236}">
                  <a16:creationId xmlns:a16="http://schemas.microsoft.com/office/drawing/2014/main" id="{BC20A6DC-6EC6-FE8D-A09A-AA57B2220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120650" cy="158750"/>
            </a:xfrm>
            <a:custGeom>
              <a:avLst/>
              <a:gdLst>
                <a:gd name="T0" fmla="*/ 2147483647 w 76"/>
                <a:gd name="T1" fmla="*/ 0 h 100"/>
                <a:gd name="T2" fmla="*/ 2147483647 w 76"/>
                <a:gd name="T3" fmla="*/ 2147483647 h 100"/>
                <a:gd name="T4" fmla="*/ 2147483647 w 76"/>
                <a:gd name="T5" fmla="*/ 2147483647 h 100"/>
                <a:gd name="T6" fmla="*/ 2147483647 w 76"/>
                <a:gd name="T7" fmla="*/ 2147483647 h 100"/>
                <a:gd name="T8" fmla="*/ 2147483647 w 76"/>
                <a:gd name="T9" fmla="*/ 2147483647 h 100"/>
                <a:gd name="T10" fmla="*/ 2147483647 w 76"/>
                <a:gd name="T11" fmla="*/ 2147483647 h 100"/>
                <a:gd name="T12" fmla="*/ 2147483647 w 76"/>
                <a:gd name="T13" fmla="*/ 2147483647 h 100"/>
                <a:gd name="T14" fmla="*/ 0 w 76"/>
                <a:gd name="T15" fmla="*/ 0 h 100"/>
                <a:gd name="T16" fmla="*/ 0 w 76"/>
                <a:gd name="T17" fmla="*/ 0 h 100"/>
                <a:gd name="T18" fmla="*/ 0 w 76"/>
                <a:gd name="T19" fmla="*/ 0 h 100"/>
                <a:gd name="T20" fmla="*/ 2147483647 w 76"/>
                <a:gd name="T21" fmla="*/ 0 h 100"/>
                <a:gd name="T22" fmla="*/ 2147483647 w 76"/>
                <a:gd name="T23" fmla="*/ 2147483647 h 100"/>
                <a:gd name="T24" fmla="*/ 2147483647 w 76"/>
                <a:gd name="T25" fmla="*/ 2147483647 h 100"/>
                <a:gd name="T26" fmla="*/ 2147483647 w 76"/>
                <a:gd name="T27" fmla="*/ 2147483647 h 100"/>
                <a:gd name="T28" fmla="*/ 2147483647 w 76"/>
                <a:gd name="T29" fmla="*/ 2147483647 h 100"/>
                <a:gd name="T30" fmla="*/ 2147483647 w 76"/>
                <a:gd name="T31" fmla="*/ 2147483647 h 100"/>
                <a:gd name="T32" fmla="*/ 2147483647 w 76"/>
                <a:gd name="T33" fmla="*/ 2147483647 h 100"/>
                <a:gd name="T34" fmla="*/ 2147483647 w 76"/>
                <a:gd name="T35" fmla="*/ 2147483647 h 100"/>
                <a:gd name="T36" fmla="*/ 2147483647 w 76"/>
                <a:gd name="T37" fmla="*/ 0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"/>
                <a:gd name="T58" fmla="*/ 0 h 100"/>
                <a:gd name="T59" fmla="*/ 76 w 76"/>
                <a:gd name="T60" fmla="*/ 100 h 10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" h="100">
                  <a:moveTo>
                    <a:pt x="15" y="0"/>
                  </a:moveTo>
                  <a:lnTo>
                    <a:pt x="76" y="92"/>
                  </a:lnTo>
                  <a:lnTo>
                    <a:pt x="69" y="100"/>
                  </a:lnTo>
                  <a:lnTo>
                    <a:pt x="38" y="85"/>
                  </a:lnTo>
                  <a:lnTo>
                    <a:pt x="46" y="85"/>
                  </a:lnTo>
                  <a:lnTo>
                    <a:pt x="38" y="77"/>
                  </a:lnTo>
                  <a:lnTo>
                    <a:pt x="0" y="0"/>
                  </a:lnTo>
                  <a:lnTo>
                    <a:pt x="7" y="0"/>
                  </a:lnTo>
                  <a:lnTo>
                    <a:pt x="46" y="77"/>
                  </a:lnTo>
                  <a:lnTo>
                    <a:pt x="38" y="77"/>
                  </a:lnTo>
                  <a:lnTo>
                    <a:pt x="69" y="92"/>
                  </a:lnTo>
                  <a:lnTo>
                    <a:pt x="69" y="100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4" name="Freeform 314">
              <a:extLst>
                <a:ext uri="{FF2B5EF4-FFF2-40B4-BE49-F238E27FC236}">
                  <a16:creationId xmlns:a16="http://schemas.microsoft.com/office/drawing/2014/main" id="{DFA134ED-5270-84CE-575B-62EF7C84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2147483647 w 15"/>
                <a:gd name="T3" fmla="*/ 0 h 8"/>
                <a:gd name="T4" fmla="*/ 2147483647 w 15"/>
                <a:gd name="T5" fmla="*/ 0 h 8"/>
                <a:gd name="T6" fmla="*/ 2147483647 w 15"/>
                <a:gd name="T7" fmla="*/ 0 h 8"/>
                <a:gd name="T8" fmla="*/ 2147483647 w 15"/>
                <a:gd name="T9" fmla="*/ 2147483647 h 8"/>
                <a:gd name="T10" fmla="*/ 0 w 15"/>
                <a:gd name="T11" fmla="*/ 2147483647 h 8"/>
                <a:gd name="T12" fmla="*/ 0 w 15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8"/>
                <a:gd name="T23" fmla="*/ 15 w 15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5" y="0"/>
                  </a:lnTo>
                  <a:lnTo>
                    <a:pt x="7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5" name="Freeform 315">
              <a:extLst>
                <a:ext uri="{FF2B5EF4-FFF2-40B4-BE49-F238E27FC236}">
                  <a16:creationId xmlns:a16="http://schemas.microsoft.com/office/drawing/2014/main" id="{0912B046-2224-DAA2-2506-25C18E566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788" y="1678334"/>
              <a:ext cx="23813" cy="25400"/>
            </a:xfrm>
            <a:custGeom>
              <a:avLst/>
              <a:gdLst>
                <a:gd name="T0" fmla="*/ 0 w 15"/>
                <a:gd name="T1" fmla="*/ 2147483647 h 16"/>
                <a:gd name="T2" fmla="*/ 0 w 15"/>
                <a:gd name="T3" fmla="*/ 2147483647 h 16"/>
                <a:gd name="T4" fmla="*/ 2147483647 w 15"/>
                <a:gd name="T5" fmla="*/ 2147483647 h 16"/>
                <a:gd name="T6" fmla="*/ 2147483647 w 15"/>
                <a:gd name="T7" fmla="*/ 0 h 16"/>
                <a:gd name="T8" fmla="*/ 0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0" y="8"/>
                  </a:moveTo>
                  <a:lnTo>
                    <a:pt x="0" y="16"/>
                  </a:lnTo>
                  <a:lnTo>
                    <a:pt x="15" y="8"/>
                  </a:lnTo>
                  <a:lnTo>
                    <a:pt x="15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6" name="Freeform 316">
              <a:extLst>
                <a:ext uri="{FF2B5EF4-FFF2-40B4-BE49-F238E27FC236}">
                  <a16:creationId xmlns:a16="http://schemas.microsoft.com/office/drawing/2014/main" id="{97C29737-8ECC-C8C9-CDB0-5D5583C80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1618009"/>
              <a:ext cx="73025" cy="73025"/>
            </a:xfrm>
            <a:custGeom>
              <a:avLst/>
              <a:gdLst>
                <a:gd name="T0" fmla="*/ 2147483647 w 46"/>
                <a:gd name="T1" fmla="*/ 2147483647 h 46"/>
                <a:gd name="T2" fmla="*/ 2147483647 w 46"/>
                <a:gd name="T3" fmla="*/ 2147483647 h 46"/>
                <a:gd name="T4" fmla="*/ 2147483647 w 46"/>
                <a:gd name="T5" fmla="*/ 2147483647 h 46"/>
                <a:gd name="T6" fmla="*/ 2147483647 w 46"/>
                <a:gd name="T7" fmla="*/ 2147483647 h 46"/>
                <a:gd name="T8" fmla="*/ 0 w 46"/>
                <a:gd name="T9" fmla="*/ 2147483647 h 46"/>
                <a:gd name="T10" fmla="*/ 2147483647 w 46"/>
                <a:gd name="T11" fmla="*/ 2147483647 h 46"/>
                <a:gd name="T12" fmla="*/ 0 w 46"/>
                <a:gd name="T13" fmla="*/ 0 h 46"/>
                <a:gd name="T14" fmla="*/ 0 w 46"/>
                <a:gd name="T15" fmla="*/ 0 h 46"/>
                <a:gd name="T16" fmla="*/ 2147483647 w 46"/>
                <a:gd name="T17" fmla="*/ 2147483647 h 46"/>
                <a:gd name="T18" fmla="*/ 2147483647 w 46"/>
                <a:gd name="T19" fmla="*/ 2147483647 h 46"/>
                <a:gd name="T20" fmla="*/ 2147483647 w 46"/>
                <a:gd name="T21" fmla="*/ 2147483647 h 46"/>
                <a:gd name="T22" fmla="*/ 2147483647 w 46"/>
                <a:gd name="T23" fmla="*/ 2147483647 h 46"/>
                <a:gd name="T24" fmla="*/ 2147483647 w 46"/>
                <a:gd name="T25" fmla="*/ 2147483647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6"/>
                <a:gd name="T41" fmla="*/ 46 w 46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6">
                  <a:moveTo>
                    <a:pt x="31" y="46"/>
                  </a:moveTo>
                  <a:lnTo>
                    <a:pt x="23" y="23"/>
                  </a:lnTo>
                  <a:lnTo>
                    <a:pt x="31" y="23"/>
                  </a:lnTo>
                  <a:lnTo>
                    <a:pt x="0" y="15"/>
                  </a:lnTo>
                  <a:lnTo>
                    <a:pt x="8" y="15"/>
                  </a:lnTo>
                  <a:lnTo>
                    <a:pt x="0" y="0"/>
                  </a:lnTo>
                  <a:lnTo>
                    <a:pt x="31" y="8"/>
                  </a:lnTo>
                  <a:lnTo>
                    <a:pt x="38" y="15"/>
                  </a:lnTo>
                  <a:lnTo>
                    <a:pt x="46" y="38"/>
                  </a:lnTo>
                  <a:lnTo>
                    <a:pt x="31" y="4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7" name="Freeform 317">
              <a:extLst>
                <a:ext uri="{FF2B5EF4-FFF2-40B4-BE49-F238E27FC236}">
                  <a16:creationId xmlns:a16="http://schemas.microsoft.com/office/drawing/2014/main" id="{D4C97148-A038-9A50-F32D-3D203FB3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363" y="1618009"/>
              <a:ext cx="61913" cy="36513"/>
            </a:xfrm>
            <a:custGeom>
              <a:avLst/>
              <a:gdLst>
                <a:gd name="T0" fmla="*/ 2147483647 w 39"/>
                <a:gd name="T1" fmla="*/ 2147483647 h 23"/>
                <a:gd name="T2" fmla="*/ 2147483647 w 39"/>
                <a:gd name="T3" fmla="*/ 2147483647 h 23"/>
                <a:gd name="T4" fmla="*/ 2147483647 w 39"/>
                <a:gd name="T5" fmla="*/ 2147483647 h 23"/>
                <a:gd name="T6" fmla="*/ 0 w 39"/>
                <a:gd name="T7" fmla="*/ 2147483647 h 23"/>
                <a:gd name="T8" fmla="*/ 2147483647 w 39"/>
                <a:gd name="T9" fmla="*/ 2147483647 h 23"/>
                <a:gd name="T10" fmla="*/ 2147483647 w 39"/>
                <a:gd name="T11" fmla="*/ 0 h 23"/>
                <a:gd name="T12" fmla="*/ 2147483647 w 39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"/>
                <a:gd name="T22" fmla="*/ 0 h 23"/>
                <a:gd name="T23" fmla="*/ 39 w 39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" h="23">
                  <a:moveTo>
                    <a:pt x="39" y="15"/>
                  </a:moveTo>
                  <a:lnTo>
                    <a:pt x="16" y="23"/>
                  </a:lnTo>
                  <a:lnTo>
                    <a:pt x="16" y="15"/>
                  </a:lnTo>
                  <a:lnTo>
                    <a:pt x="0" y="15"/>
                  </a:lnTo>
                  <a:lnTo>
                    <a:pt x="8" y="8"/>
                  </a:lnTo>
                  <a:lnTo>
                    <a:pt x="31" y="0"/>
                  </a:lnTo>
                  <a:lnTo>
                    <a:pt x="39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18" name="Rectangle 318">
              <a:extLst>
                <a:ext uri="{FF2B5EF4-FFF2-40B4-BE49-F238E27FC236}">
                  <a16:creationId xmlns:a16="http://schemas.microsoft.com/office/drawing/2014/main" id="{C9C2AED6-23CD-5D71-45FF-E6E8A603B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1691034"/>
              <a:ext cx="23813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19" name="Freeform 319">
              <a:extLst>
                <a:ext uri="{FF2B5EF4-FFF2-40B4-BE49-F238E27FC236}">
                  <a16:creationId xmlns:a16="http://schemas.microsoft.com/office/drawing/2014/main" id="{1EC1FD70-14FE-67CD-C641-2BB40279D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1641822"/>
              <a:ext cx="36513" cy="49213"/>
            </a:xfrm>
            <a:custGeom>
              <a:avLst/>
              <a:gdLst>
                <a:gd name="T0" fmla="*/ 2147483647 w 23"/>
                <a:gd name="T1" fmla="*/ 0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0"/>
                  </a:moveTo>
                  <a:lnTo>
                    <a:pt x="7" y="0"/>
                  </a:lnTo>
                  <a:lnTo>
                    <a:pt x="0" y="31"/>
                  </a:lnTo>
                  <a:lnTo>
                    <a:pt x="15" y="31"/>
                  </a:lnTo>
                  <a:lnTo>
                    <a:pt x="23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0" name="Freeform 320">
              <a:extLst>
                <a:ext uri="{FF2B5EF4-FFF2-40B4-BE49-F238E27FC236}">
                  <a16:creationId xmlns:a16="http://schemas.microsoft.com/office/drawing/2014/main" id="{2F524982-68B0-13B2-5C63-55A88B39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1714847"/>
              <a:ext cx="23813" cy="25400"/>
            </a:xfrm>
            <a:custGeom>
              <a:avLst/>
              <a:gdLst>
                <a:gd name="T0" fmla="*/ 2147483647 w 15"/>
                <a:gd name="T1" fmla="*/ 0 h 16"/>
                <a:gd name="T2" fmla="*/ 2147483647 w 15"/>
                <a:gd name="T3" fmla="*/ 0 h 16"/>
                <a:gd name="T4" fmla="*/ 0 w 15"/>
                <a:gd name="T5" fmla="*/ 2147483647 h 16"/>
                <a:gd name="T6" fmla="*/ 2147483647 w 15"/>
                <a:gd name="T7" fmla="*/ 2147483647 h 16"/>
                <a:gd name="T8" fmla="*/ 2147483647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0"/>
                  </a:moveTo>
                  <a:lnTo>
                    <a:pt x="8" y="0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15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1" name="Freeform 321">
              <a:extLst>
                <a:ext uri="{FF2B5EF4-FFF2-40B4-BE49-F238E27FC236}">
                  <a16:creationId xmlns:a16="http://schemas.microsoft.com/office/drawing/2014/main" id="{3342EE32-F4A7-007E-EB2B-3B1900050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14847"/>
              <a:ext cx="47625" cy="36513"/>
            </a:xfrm>
            <a:custGeom>
              <a:avLst/>
              <a:gdLst>
                <a:gd name="T0" fmla="*/ 2147483647 w 30"/>
                <a:gd name="T1" fmla="*/ 0 h 23"/>
                <a:gd name="T2" fmla="*/ 0 w 30"/>
                <a:gd name="T3" fmla="*/ 2147483647 h 23"/>
                <a:gd name="T4" fmla="*/ 2147483647 w 30"/>
                <a:gd name="T5" fmla="*/ 2147483647 h 23"/>
                <a:gd name="T6" fmla="*/ 2147483647 w 30"/>
                <a:gd name="T7" fmla="*/ 2147483647 h 23"/>
                <a:gd name="T8" fmla="*/ 2147483647 w 30"/>
                <a:gd name="T9" fmla="*/ 2147483647 h 23"/>
                <a:gd name="T10" fmla="*/ 2147483647 w 30"/>
                <a:gd name="T11" fmla="*/ 2147483647 h 23"/>
                <a:gd name="T12" fmla="*/ 2147483647 w 3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23"/>
                <a:gd name="T23" fmla="*/ 30 w 30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23">
                  <a:moveTo>
                    <a:pt x="7" y="0"/>
                  </a:moveTo>
                  <a:lnTo>
                    <a:pt x="0" y="16"/>
                  </a:lnTo>
                  <a:lnTo>
                    <a:pt x="15" y="23"/>
                  </a:lnTo>
                  <a:lnTo>
                    <a:pt x="23" y="23"/>
                  </a:lnTo>
                  <a:lnTo>
                    <a:pt x="30" y="8"/>
                  </a:lnTo>
                  <a:lnTo>
                    <a:pt x="23" y="8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2" name="Freeform 322">
              <a:extLst>
                <a:ext uri="{FF2B5EF4-FFF2-40B4-BE49-F238E27FC236}">
                  <a16:creationId xmlns:a16="http://schemas.microsoft.com/office/drawing/2014/main" id="{DA22989F-072C-DDD9-BA6A-4D246BA56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75172"/>
              <a:ext cx="23813" cy="2540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0 w 15"/>
                <a:gd name="T5" fmla="*/ 2147483647 h 16"/>
                <a:gd name="T6" fmla="*/ 0 w 15"/>
                <a:gd name="T7" fmla="*/ 0 h 16"/>
                <a:gd name="T8" fmla="*/ 2147483647 w 15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8"/>
                  </a:moveTo>
                  <a:lnTo>
                    <a:pt x="15" y="16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3" name="Freeform 323">
              <a:extLst>
                <a:ext uri="{FF2B5EF4-FFF2-40B4-BE49-F238E27FC236}">
                  <a16:creationId xmlns:a16="http://schemas.microsoft.com/office/drawing/2014/main" id="{1CEBFE6D-F503-8D3C-349A-099B016CE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650" y="1740247"/>
              <a:ext cx="36513" cy="47625"/>
            </a:xfrm>
            <a:custGeom>
              <a:avLst/>
              <a:gdLst>
                <a:gd name="T0" fmla="*/ 2147483647 w 23"/>
                <a:gd name="T1" fmla="*/ 2147483647 h 30"/>
                <a:gd name="T2" fmla="*/ 2147483647 w 23"/>
                <a:gd name="T3" fmla="*/ 0 h 30"/>
                <a:gd name="T4" fmla="*/ 0 w 23"/>
                <a:gd name="T5" fmla="*/ 2147483647 h 30"/>
                <a:gd name="T6" fmla="*/ 2147483647 w 23"/>
                <a:gd name="T7" fmla="*/ 2147483647 h 30"/>
                <a:gd name="T8" fmla="*/ 2147483647 w 23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0"/>
                <a:gd name="T17" fmla="*/ 23 w 23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0">
                  <a:moveTo>
                    <a:pt x="23" y="7"/>
                  </a:moveTo>
                  <a:lnTo>
                    <a:pt x="7" y="0"/>
                  </a:lnTo>
                  <a:lnTo>
                    <a:pt x="0" y="22"/>
                  </a:lnTo>
                  <a:lnTo>
                    <a:pt x="15" y="30"/>
                  </a:lnTo>
                  <a:lnTo>
                    <a:pt x="23" y="7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4" name="Freeform 324">
              <a:extLst>
                <a:ext uri="{FF2B5EF4-FFF2-40B4-BE49-F238E27FC236}">
                  <a16:creationId xmlns:a16="http://schemas.microsoft.com/office/drawing/2014/main" id="{AD24832D-564D-71E4-C9F2-596D04F6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5" y="1691034"/>
              <a:ext cx="25400" cy="23813"/>
            </a:xfrm>
            <a:custGeom>
              <a:avLst/>
              <a:gdLst>
                <a:gd name="T0" fmla="*/ 0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0 h 15"/>
                <a:gd name="T6" fmla="*/ 2147483647 w 16"/>
                <a:gd name="T7" fmla="*/ 0 h 15"/>
                <a:gd name="T8" fmla="*/ 0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0" y="15"/>
                  </a:moveTo>
                  <a:lnTo>
                    <a:pt x="8" y="15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5" name="Freeform 325">
              <a:extLst>
                <a:ext uri="{FF2B5EF4-FFF2-40B4-BE49-F238E27FC236}">
                  <a16:creationId xmlns:a16="http://schemas.microsoft.com/office/drawing/2014/main" id="{17B453AA-E81F-BFCC-4447-23B94E03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300" y="1678334"/>
              <a:ext cx="60325" cy="36513"/>
            </a:xfrm>
            <a:custGeom>
              <a:avLst/>
              <a:gdLst>
                <a:gd name="T0" fmla="*/ 2147483647 w 38"/>
                <a:gd name="T1" fmla="*/ 2147483647 h 23"/>
                <a:gd name="T2" fmla="*/ 2147483647 w 38"/>
                <a:gd name="T3" fmla="*/ 2147483647 h 23"/>
                <a:gd name="T4" fmla="*/ 2147483647 w 38"/>
                <a:gd name="T5" fmla="*/ 0 h 23"/>
                <a:gd name="T6" fmla="*/ 0 w 38"/>
                <a:gd name="T7" fmla="*/ 0 h 23"/>
                <a:gd name="T8" fmla="*/ 0 w 38"/>
                <a:gd name="T9" fmla="*/ 2147483647 h 23"/>
                <a:gd name="T10" fmla="*/ 2147483647 w 38"/>
                <a:gd name="T11" fmla="*/ 2147483647 h 23"/>
                <a:gd name="T12" fmla="*/ 2147483647 w 38"/>
                <a:gd name="T13" fmla="*/ 21474836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23"/>
                <a:gd name="T23" fmla="*/ 38 w 38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23">
                  <a:moveTo>
                    <a:pt x="30" y="23"/>
                  </a:moveTo>
                  <a:lnTo>
                    <a:pt x="38" y="8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7" y="16"/>
                  </a:lnTo>
                  <a:lnTo>
                    <a:pt x="30" y="23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6" name="Freeform 326">
              <a:extLst>
                <a:ext uri="{FF2B5EF4-FFF2-40B4-BE49-F238E27FC236}">
                  <a16:creationId xmlns:a16="http://schemas.microsoft.com/office/drawing/2014/main" id="{B7D27D54-6C34-EEB7-2FC8-9D01C5945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727547"/>
              <a:ext cx="23813" cy="23813"/>
            </a:xfrm>
            <a:custGeom>
              <a:avLst/>
              <a:gdLst>
                <a:gd name="T0" fmla="*/ 2147483647 w 15"/>
                <a:gd name="T1" fmla="*/ 2147483647 h 15"/>
                <a:gd name="T2" fmla="*/ 2147483647 w 15"/>
                <a:gd name="T3" fmla="*/ 2147483647 h 15"/>
                <a:gd name="T4" fmla="*/ 0 w 15"/>
                <a:gd name="T5" fmla="*/ 2147483647 h 15"/>
                <a:gd name="T6" fmla="*/ 0 w 15"/>
                <a:gd name="T7" fmla="*/ 0 h 15"/>
                <a:gd name="T8" fmla="*/ 2147483647 w 15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5"/>
                <a:gd name="T17" fmla="*/ 15 w 1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5">
                  <a:moveTo>
                    <a:pt x="15" y="8"/>
                  </a:moveTo>
                  <a:lnTo>
                    <a:pt x="15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7" name="Freeform 327">
              <a:extLst>
                <a:ext uri="{FF2B5EF4-FFF2-40B4-BE49-F238E27FC236}">
                  <a16:creationId xmlns:a16="http://schemas.microsoft.com/office/drawing/2014/main" id="{B94AB4BA-21BF-362E-D688-C3B3FFA1D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1691034"/>
              <a:ext cx="36513" cy="49213"/>
            </a:xfrm>
            <a:custGeom>
              <a:avLst/>
              <a:gdLst>
                <a:gd name="T0" fmla="*/ 2147483647 w 23"/>
                <a:gd name="T1" fmla="*/ 2147483647 h 31"/>
                <a:gd name="T2" fmla="*/ 2147483647 w 23"/>
                <a:gd name="T3" fmla="*/ 0 h 31"/>
                <a:gd name="T4" fmla="*/ 0 w 23"/>
                <a:gd name="T5" fmla="*/ 2147483647 h 31"/>
                <a:gd name="T6" fmla="*/ 2147483647 w 23"/>
                <a:gd name="T7" fmla="*/ 2147483647 h 31"/>
                <a:gd name="T8" fmla="*/ 2147483647 w 23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1"/>
                <a:gd name="T17" fmla="*/ 23 w 23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1">
                  <a:moveTo>
                    <a:pt x="23" y="8"/>
                  </a:moveTo>
                  <a:lnTo>
                    <a:pt x="8" y="0"/>
                  </a:lnTo>
                  <a:lnTo>
                    <a:pt x="0" y="23"/>
                  </a:lnTo>
                  <a:lnTo>
                    <a:pt x="15" y="31"/>
                  </a:lnTo>
                  <a:lnTo>
                    <a:pt x="23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28" name="Rectangle 328">
              <a:extLst>
                <a:ext uri="{FF2B5EF4-FFF2-40B4-BE49-F238E27FC236}">
                  <a16:creationId xmlns:a16="http://schemas.microsoft.com/office/drawing/2014/main" id="{B5B1D94E-1BE7-F58A-8765-423AF9A5C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775" y="1302097"/>
              <a:ext cx="6778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zh-CN" sz="1300">
                  <a:solidFill>
                    <a:srgbClr val="315263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SYSTEM</a:t>
              </a:r>
              <a:endParaRPr lang="en-US" altLang="zh-CN" sz="1800">
                <a:solidFill>
                  <a:srgbClr val="315263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29" name="Freeform 329">
              <a:extLst>
                <a:ext uri="{FF2B5EF4-FFF2-40B4-BE49-F238E27FC236}">
                  <a16:creationId xmlns:a16="http://schemas.microsoft.com/office/drawing/2014/main" id="{780B3786-498B-A470-4BD0-3676F2112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613" y="1205259"/>
              <a:ext cx="6583363" cy="4598988"/>
            </a:xfrm>
            <a:custGeom>
              <a:avLst/>
              <a:gdLst>
                <a:gd name="T0" fmla="*/ 2147483647 w 4147"/>
                <a:gd name="T1" fmla="*/ 2147483647 h 2897"/>
                <a:gd name="T2" fmla="*/ 2147483647 w 4147"/>
                <a:gd name="T3" fmla="*/ 2147483647 h 2897"/>
                <a:gd name="T4" fmla="*/ 2147483647 w 4147"/>
                <a:gd name="T5" fmla="*/ 2147483647 h 2897"/>
                <a:gd name="T6" fmla="*/ 2147483647 w 4147"/>
                <a:gd name="T7" fmla="*/ 2147483647 h 2897"/>
                <a:gd name="T8" fmla="*/ 2147483647 w 4147"/>
                <a:gd name="T9" fmla="*/ 2147483647 h 2897"/>
                <a:gd name="T10" fmla="*/ 2147483647 w 4147"/>
                <a:gd name="T11" fmla="*/ 2147483647 h 2897"/>
                <a:gd name="T12" fmla="*/ 2147483647 w 4147"/>
                <a:gd name="T13" fmla="*/ 2147483647 h 2897"/>
                <a:gd name="T14" fmla="*/ 2147483647 w 4147"/>
                <a:gd name="T15" fmla="*/ 2147483647 h 2897"/>
                <a:gd name="T16" fmla="*/ 2147483647 w 4147"/>
                <a:gd name="T17" fmla="*/ 2147483647 h 2897"/>
                <a:gd name="T18" fmla="*/ 2147483647 w 4147"/>
                <a:gd name="T19" fmla="*/ 2147483647 h 2897"/>
                <a:gd name="T20" fmla="*/ 2147483647 w 4147"/>
                <a:gd name="T21" fmla="*/ 2147483647 h 2897"/>
                <a:gd name="T22" fmla="*/ 2147483647 w 4147"/>
                <a:gd name="T23" fmla="*/ 2147483647 h 2897"/>
                <a:gd name="T24" fmla="*/ 2147483647 w 4147"/>
                <a:gd name="T25" fmla="*/ 2147483647 h 2897"/>
                <a:gd name="T26" fmla="*/ 2147483647 w 4147"/>
                <a:gd name="T27" fmla="*/ 2147483647 h 2897"/>
                <a:gd name="T28" fmla="*/ 2147483647 w 4147"/>
                <a:gd name="T29" fmla="*/ 2147483647 h 2897"/>
                <a:gd name="T30" fmla="*/ 2147483647 w 4147"/>
                <a:gd name="T31" fmla="*/ 2147483647 h 2897"/>
                <a:gd name="T32" fmla="*/ 2147483647 w 4147"/>
                <a:gd name="T33" fmla="*/ 2147483647 h 2897"/>
                <a:gd name="T34" fmla="*/ 2147483647 w 4147"/>
                <a:gd name="T35" fmla="*/ 2147483647 h 2897"/>
                <a:gd name="T36" fmla="*/ 2147483647 w 4147"/>
                <a:gd name="T37" fmla="*/ 2147483647 h 2897"/>
                <a:gd name="T38" fmla="*/ 2147483647 w 4147"/>
                <a:gd name="T39" fmla="*/ 2147483647 h 2897"/>
                <a:gd name="T40" fmla="*/ 2147483647 w 4147"/>
                <a:gd name="T41" fmla="*/ 2147483647 h 2897"/>
                <a:gd name="T42" fmla="*/ 2147483647 w 4147"/>
                <a:gd name="T43" fmla="*/ 2147483647 h 2897"/>
                <a:gd name="T44" fmla="*/ 2147483647 w 4147"/>
                <a:gd name="T45" fmla="*/ 2147483647 h 2897"/>
                <a:gd name="T46" fmla="*/ 2147483647 w 4147"/>
                <a:gd name="T47" fmla="*/ 2147483647 h 2897"/>
                <a:gd name="T48" fmla="*/ 2147483647 w 4147"/>
                <a:gd name="T49" fmla="*/ 0 h 2897"/>
                <a:gd name="T50" fmla="*/ 2147483647 w 4147"/>
                <a:gd name="T51" fmla="*/ 0 h 2897"/>
                <a:gd name="T52" fmla="*/ 2147483647 w 4147"/>
                <a:gd name="T53" fmla="*/ 2147483647 h 2897"/>
                <a:gd name="T54" fmla="*/ 2147483647 w 4147"/>
                <a:gd name="T55" fmla="*/ 2147483647 h 2897"/>
                <a:gd name="T56" fmla="*/ 2147483647 w 4147"/>
                <a:gd name="T57" fmla="*/ 2147483647 h 2897"/>
                <a:gd name="T58" fmla="*/ 2147483647 w 4147"/>
                <a:gd name="T59" fmla="*/ 2147483647 h 2897"/>
                <a:gd name="T60" fmla="*/ 2147483647 w 4147"/>
                <a:gd name="T61" fmla="*/ 2147483647 h 2897"/>
                <a:gd name="T62" fmla="*/ 2147483647 w 4147"/>
                <a:gd name="T63" fmla="*/ 2147483647 h 2897"/>
                <a:gd name="T64" fmla="*/ 2147483647 w 4147"/>
                <a:gd name="T65" fmla="*/ 2147483647 h 2897"/>
                <a:gd name="T66" fmla="*/ 2147483647 w 4147"/>
                <a:gd name="T67" fmla="*/ 2147483647 h 2897"/>
                <a:gd name="T68" fmla="*/ 2147483647 w 4147"/>
                <a:gd name="T69" fmla="*/ 2147483647 h 2897"/>
                <a:gd name="T70" fmla="*/ 2147483647 w 4147"/>
                <a:gd name="T71" fmla="*/ 2147483647 h 2897"/>
                <a:gd name="T72" fmla="*/ 2147483647 w 4147"/>
                <a:gd name="T73" fmla="*/ 2147483647 h 2897"/>
                <a:gd name="T74" fmla="*/ 2147483647 w 4147"/>
                <a:gd name="T75" fmla="*/ 2147483647 h 2897"/>
                <a:gd name="T76" fmla="*/ 2147483647 w 4147"/>
                <a:gd name="T77" fmla="*/ 2147483647 h 2897"/>
                <a:gd name="T78" fmla="*/ 2147483647 w 4147"/>
                <a:gd name="T79" fmla="*/ 2147483647 h 2897"/>
                <a:gd name="T80" fmla="*/ 2147483647 w 4147"/>
                <a:gd name="T81" fmla="*/ 2147483647 h 2897"/>
                <a:gd name="T82" fmla="*/ 0 w 4147"/>
                <a:gd name="T83" fmla="*/ 2147483647 h 2897"/>
                <a:gd name="T84" fmla="*/ 0 w 4147"/>
                <a:gd name="T85" fmla="*/ 2147483647 h 2897"/>
                <a:gd name="T86" fmla="*/ 0 w 4147"/>
                <a:gd name="T87" fmla="*/ 2147483647 h 2897"/>
                <a:gd name="T88" fmla="*/ 2147483647 w 4147"/>
                <a:gd name="T89" fmla="*/ 2147483647 h 2897"/>
                <a:gd name="T90" fmla="*/ 2147483647 w 4147"/>
                <a:gd name="T91" fmla="*/ 2147483647 h 2897"/>
                <a:gd name="T92" fmla="*/ 2147483647 w 4147"/>
                <a:gd name="T93" fmla="*/ 2147483647 h 2897"/>
                <a:gd name="T94" fmla="*/ 2147483647 w 4147"/>
                <a:gd name="T95" fmla="*/ 0 h 289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47"/>
                <a:gd name="T145" fmla="*/ 0 h 2897"/>
                <a:gd name="T146" fmla="*/ 4147 w 4147"/>
                <a:gd name="T147" fmla="*/ 2897 h 289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47" h="2897">
                  <a:moveTo>
                    <a:pt x="145" y="16"/>
                  </a:moveTo>
                  <a:lnTo>
                    <a:pt x="91" y="23"/>
                  </a:lnTo>
                  <a:lnTo>
                    <a:pt x="99" y="23"/>
                  </a:lnTo>
                  <a:lnTo>
                    <a:pt x="53" y="54"/>
                  </a:lnTo>
                  <a:lnTo>
                    <a:pt x="23" y="92"/>
                  </a:lnTo>
                  <a:lnTo>
                    <a:pt x="23" y="84"/>
                  </a:lnTo>
                  <a:lnTo>
                    <a:pt x="15" y="145"/>
                  </a:lnTo>
                  <a:lnTo>
                    <a:pt x="15" y="1445"/>
                  </a:lnTo>
                  <a:lnTo>
                    <a:pt x="15" y="2752"/>
                  </a:lnTo>
                  <a:lnTo>
                    <a:pt x="23" y="2805"/>
                  </a:lnTo>
                  <a:lnTo>
                    <a:pt x="53" y="2851"/>
                  </a:lnTo>
                  <a:lnTo>
                    <a:pt x="53" y="2844"/>
                  </a:lnTo>
                  <a:lnTo>
                    <a:pt x="99" y="2874"/>
                  </a:lnTo>
                  <a:lnTo>
                    <a:pt x="91" y="2874"/>
                  </a:lnTo>
                  <a:lnTo>
                    <a:pt x="145" y="2882"/>
                  </a:lnTo>
                  <a:lnTo>
                    <a:pt x="2073" y="2882"/>
                  </a:lnTo>
                  <a:lnTo>
                    <a:pt x="4002" y="2882"/>
                  </a:lnTo>
                  <a:lnTo>
                    <a:pt x="4055" y="2874"/>
                  </a:lnTo>
                  <a:lnTo>
                    <a:pt x="4101" y="2844"/>
                  </a:lnTo>
                  <a:lnTo>
                    <a:pt x="4094" y="2851"/>
                  </a:lnTo>
                  <a:lnTo>
                    <a:pt x="4124" y="2805"/>
                  </a:lnTo>
                  <a:lnTo>
                    <a:pt x="4132" y="2752"/>
                  </a:lnTo>
                  <a:lnTo>
                    <a:pt x="4132" y="1445"/>
                  </a:lnTo>
                  <a:lnTo>
                    <a:pt x="4132" y="145"/>
                  </a:lnTo>
                  <a:lnTo>
                    <a:pt x="4124" y="84"/>
                  </a:lnTo>
                  <a:lnTo>
                    <a:pt x="4124" y="92"/>
                  </a:lnTo>
                  <a:lnTo>
                    <a:pt x="4094" y="54"/>
                  </a:lnTo>
                  <a:lnTo>
                    <a:pt x="4101" y="54"/>
                  </a:lnTo>
                  <a:lnTo>
                    <a:pt x="4055" y="23"/>
                  </a:lnTo>
                  <a:lnTo>
                    <a:pt x="4002" y="16"/>
                  </a:lnTo>
                  <a:lnTo>
                    <a:pt x="2073" y="16"/>
                  </a:lnTo>
                  <a:lnTo>
                    <a:pt x="145" y="16"/>
                  </a:lnTo>
                  <a:lnTo>
                    <a:pt x="145" y="0"/>
                  </a:lnTo>
                  <a:lnTo>
                    <a:pt x="2073" y="0"/>
                  </a:lnTo>
                  <a:lnTo>
                    <a:pt x="4002" y="0"/>
                  </a:lnTo>
                  <a:lnTo>
                    <a:pt x="4055" y="8"/>
                  </a:lnTo>
                  <a:lnTo>
                    <a:pt x="4063" y="8"/>
                  </a:lnTo>
                  <a:lnTo>
                    <a:pt x="4109" y="38"/>
                  </a:lnTo>
                  <a:lnTo>
                    <a:pt x="4109" y="46"/>
                  </a:lnTo>
                  <a:lnTo>
                    <a:pt x="4139" y="84"/>
                  </a:lnTo>
                  <a:lnTo>
                    <a:pt x="4147" y="145"/>
                  </a:lnTo>
                  <a:lnTo>
                    <a:pt x="4147" y="1445"/>
                  </a:lnTo>
                  <a:lnTo>
                    <a:pt x="4147" y="2752"/>
                  </a:lnTo>
                  <a:lnTo>
                    <a:pt x="4139" y="2805"/>
                  </a:lnTo>
                  <a:lnTo>
                    <a:pt x="4139" y="2813"/>
                  </a:lnTo>
                  <a:lnTo>
                    <a:pt x="4109" y="2859"/>
                  </a:lnTo>
                  <a:lnTo>
                    <a:pt x="4063" y="2889"/>
                  </a:lnTo>
                  <a:lnTo>
                    <a:pt x="4055" y="2889"/>
                  </a:lnTo>
                  <a:lnTo>
                    <a:pt x="4002" y="2897"/>
                  </a:lnTo>
                  <a:lnTo>
                    <a:pt x="2073" y="2897"/>
                  </a:lnTo>
                  <a:lnTo>
                    <a:pt x="145" y="2897"/>
                  </a:lnTo>
                  <a:lnTo>
                    <a:pt x="91" y="2889"/>
                  </a:lnTo>
                  <a:lnTo>
                    <a:pt x="46" y="2859"/>
                  </a:lnTo>
                  <a:lnTo>
                    <a:pt x="38" y="2859"/>
                  </a:lnTo>
                  <a:lnTo>
                    <a:pt x="7" y="2813"/>
                  </a:lnTo>
                  <a:lnTo>
                    <a:pt x="7" y="2805"/>
                  </a:lnTo>
                  <a:lnTo>
                    <a:pt x="0" y="2752"/>
                  </a:lnTo>
                  <a:lnTo>
                    <a:pt x="0" y="1445"/>
                  </a:lnTo>
                  <a:lnTo>
                    <a:pt x="0" y="145"/>
                  </a:lnTo>
                  <a:lnTo>
                    <a:pt x="7" y="84"/>
                  </a:lnTo>
                  <a:lnTo>
                    <a:pt x="38" y="46"/>
                  </a:lnTo>
                  <a:lnTo>
                    <a:pt x="46" y="38"/>
                  </a:lnTo>
                  <a:lnTo>
                    <a:pt x="91" y="8"/>
                  </a:lnTo>
                  <a:lnTo>
                    <a:pt x="145" y="0"/>
                  </a:lnTo>
                  <a:lnTo>
                    <a:pt x="145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0" name="Freeform 330">
              <a:extLst>
                <a:ext uri="{FF2B5EF4-FFF2-40B4-BE49-F238E27FC236}">
                  <a16:creationId xmlns:a16="http://schemas.microsoft.com/office/drawing/2014/main" id="{E7E2C627-A469-03AE-8785-B49F65C3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1205259"/>
              <a:ext cx="1588" cy="25400"/>
            </a:xfrm>
            <a:custGeom>
              <a:avLst/>
              <a:gdLst>
                <a:gd name="T0" fmla="*/ 0 w 1"/>
                <a:gd name="T1" fmla="*/ 2147483647 h 16"/>
                <a:gd name="T2" fmla="*/ 0 w 1"/>
                <a:gd name="T3" fmla="*/ 2147483647 h 16"/>
                <a:gd name="T4" fmla="*/ 0 w 1"/>
                <a:gd name="T5" fmla="*/ 2147483647 h 16"/>
                <a:gd name="T6" fmla="*/ 0 w 1"/>
                <a:gd name="T7" fmla="*/ 0 h 16"/>
                <a:gd name="T8" fmla="*/ 0 w 1"/>
                <a:gd name="T9" fmla="*/ 0 h 16"/>
                <a:gd name="T10" fmla="*/ 0 w 1"/>
                <a:gd name="T11" fmla="*/ 0 h 16"/>
                <a:gd name="T12" fmla="*/ 0 w 1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16"/>
                <a:gd name="T23" fmla="*/ 1 w 1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16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1" name="Freeform 331">
              <a:extLst>
                <a:ext uri="{FF2B5EF4-FFF2-40B4-BE49-F238E27FC236}">
                  <a16:creationId xmlns:a16="http://schemas.microsoft.com/office/drawing/2014/main" id="{5B88B8DB-18F4-73F8-6FA4-7F3E69A0B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2321272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2" name="Freeform 332">
              <a:extLst>
                <a:ext uri="{FF2B5EF4-FFF2-40B4-BE49-F238E27FC236}">
                  <a16:creationId xmlns:a16="http://schemas.microsoft.com/office/drawing/2014/main" id="{5CE5C42C-D49C-A38F-F3BC-131B66D4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3207097"/>
              <a:ext cx="1588" cy="12700"/>
            </a:xfrm>
            <a:custGeom>
              <a:avLst/>
              <a:gdLst>
                <a:gd name="T0" fmla="*/ 0 w 1"/>
                <a:gd name="T1" fmla="*/ 2147483647 h 8"/>
                <a:gd name="T2" fmla="*/ 0 w 1"/>
                <a:gd name="T3" fmla="*/ 2147483647 h 8"/>
                <a:gd name="T4" fmla="*/ 0 w 1"/>
                <a:gd name="T5" fmla="*/ 2147483647 h 8"/>
                <a:gd name="T6" fmla="*/ 0 w 1"/>
                <a:gd name="T7" fmla="*/ 0 h 8"/>
                <a:gd name="T8" fmla="*/ 0 w 1"/>
                <a:gd name="T9" fmla="*/ 0 h 8"/>
                <a:gd name="T10" fmla="*/ 0 w 1"/>
                <a:gd name="T11" fmla="*/ 0 h 8"/>
                <a:gd name="T12" fmla="*/ 0 w 1"/>
                <a:gd name="T13" fmla="*/ 214748364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8"/>
                <a:gd name="T23" fmla="*/ 1 w 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3" name="Freeform 333">
              <a:extLst>
                <a:ext uri="{FF2B5EF4-FFF2-40B4-BE49-F238E27FC236}">
                  <a16:creationId xmlns:a16="http://schemas.microsoft.com/office/drawing/2014/main" id="{429EA9ED-189E-6AC7-8B8A-952DDC2D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52425" cy="849313"/>
            </a:xfrm>
            <a:custGeom>
              <a:avLst/>
              <a:gdLst>
                <a:gd name="T0" fmla="*/ 0 w 222"/>
                <a:gd name="T1" fmla="*/ 0 h 535"/>
                <a:gd name="T2" fmla="*/ 0 w 222"/>
                <a:gd name="T3" fmla="*/ 2147483647 h 535"/>
                <a:gd name="T4" fmla="*/ 2147483647 w 222"/>
                <a:gd name="T5" fmla="*/ 2147483647 h 535"/>
                <a:gd name="T6" fmla="*/ 0 w 222"/>
                <a:gd name="T7" fmla="*/ 2147483647 h 535"/>
                <a:gd name="T8" fmla="*/ 0 w 222"/>
                <a:gd name="T9" fmla="*/ 2147483647 h 535"/>
                <a:gd name="T10" fmla="*/ 2147483647 w 222"/>
                <a:gd name="T11" fmla="*/ 2147483647 h 535"/>
                <a:gd name="T12" fmla="*/ 2147483647 w 222"/>
                <a:gd name="T13" fmla="*/ 2147483647 h 535"/>
                <a:gd name="T14" fmla="*/ 0 w 222"/>
                <a:gd name="T15" fmla="*/ 0 h 5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2"/>
                <a:gd name="T25" fmla="*/ 0 h 535"/>
                <a:gd name="T26" fmla="*/ 222 w 222"/>
                <a:gd name="T27" fmla="*/ 535 h 5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2" h="535">
                  <a:moveTo>
                    <a:pt x="0" y="0"/>
                  </a:moveTo>
                  <a:lnTo>
                    <a:pt x="0" y="199"/>
                  </a:lnTo>
                  <a:lnTo>
                    <a:pt x="115" y="268"/>
                  </a:lnTo>
                  <a:lnTo>
                    <a:pt x="0" y="336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4" name="Freeform 334">
              <a:extLst>
                <a:ext uri="{FF2B5EF4-FFF2-40B4-BE49-F238E27FC236}">
                  <a16:creationId xmlns:a16="http://schemas.microsoft.com/office/drawing/2014/main" id="{4020485E-1780-7DF9-0F87-D7BFA0EE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67322"/>
              <a:ext cx="363538" cy="873125"/>
            </a:xfrm>
            <a:custGeom>
              <a:avLst/>
              <a:gdLst>
                <a:gd name="T0" fmla="*/ 2147483647 w 229"/>
                <a:gd name="T1" fmla="*/ 0 h 550"/>
                <a:gd name="T2" fmla="*/ 2147483647 w 229"/>
                <a:gd name="T3" fmla="*/ 2147483647 h 550"/>
                <a:gd name="T4" fmla="*/ 0 w 229"/>
                <a:gd name="T5" fmla="*/ 2147483647 h 550"/>
                <a:gd name="T6" fmla="*/ 2147483647 w 229"/>
                <a:gd name="T7" fmla="*/ 2147483647 h 550"/>
                <a:gd name="T8" fmla="*/ 2147483647 w 229"/>
                <a:gd name="T9" fmla="*/ 2147483647 h 550"/>
                <a:gd name="T10" fmla="*/ 2147483647 w 229"/>
                <a:gd name="T11" fmla="*/ 2147483647 h 550"/>
                <a:gd name="T12" fmla="*/ 2147483647 w 229"/>
                <a:gd name="T13" fmla="*/ 2147483647 h 550"/>
                <a:gd name="T14" fmla="*/ 2147483647 w 229"/>
                <a:gd name="T15" fmla="*/ 2147483647 h 550"/>
                <a:gd name="T16" fmla="*/ 0 w 229"/>
                <a:gd name="T17" fmla="*/ 2147483647 h 550"/>
                <a:gd name="T18" fmla="*/ 2147483647 w 229"/>
                <a:gd name="T19" fmla="*/ 2147483647 h 550"/>
                <a:gd name="T20" fmla="*/ 2147483647 w 229"/>
                <a:gd name="T21" fmla="*/ 2147483647 h 550"/>
                <a:gd name="T22" fmla="*/ 2147483647 w 229"/>
                <a:gd name="T23" fmla="*/ 2147483647 h 550"/>
                <a:gd name="T24" fmla="*/ 0 w 229"/>
                <a:gd name="T25" fmla="*/ 2147483647 h 550"/>
                <a:gd name="T26" fmla="*/ 2147483647 w 229"/>
                <a:gd name="T27" fmla="*/ 2147483647 h 550"/>
                <a:gd name="T28" fmla="*/ 2147483647 w 229"/>
                <a:gd name="T29" fmla="*/ 2147483647 h 550"/>
                <a:gd name="T30" fmla="*/ 2147483647 w 229"/>
                <a:gd name="T31" fmla="*/ 2147483647 h 550"/>
                <a:gd name="T32" fmla="*/ 2147483647 w 229"/>
                <a:gd name="T33" fmla="*/ 2147483647 h 550"/>
                <a:gd name="T34" fmla="*/ 2147483647 w 229"/>
                <a:gd name="T35" fmla="*/ 2147483647 h 550"/>
                <a:gd name="T36" fmla="*/ 2147483647 w 229"/>
                <a:gd name="T37" fmla="*/ 2147483647 h 550"/>
                <a:gd name="T38" fmla="*/ 2147483647 w 229"/>
                <a:gd name="T39" fmla="*/ 2147483647 h 550"/>
                <a:gd name="T40" fmla="*/ 2147483647 w 229"/>
                <a:gd name="T41" fmla="*/ 2147483647 h 550"/>
                <a:gd name="T42" fmla="*/ 2147483647 w 229"/>
                <a:gd name="T43" fmla="*/ 2147483647 h 550"/>
                <a:gd name="T44" fmla="*/ 2147483647 w 229"/>
                <a:gd name="T45" fmla="*/ 2147483647 h 550"/>
                <a:gd name="T46" fmla="*/ 2147483647 w 229"/>
                <a:gd name="T47" fmla="*/ 2147483647 h 550"/>
                <a:gd name="T48" fmla="*/ 0 w 229"/>
                <a:gd name="T49" fmla="*/ 2147483647 h 550"/>
                <a:gd name="T50" fmla="*/ 0 w 229"/>
                <a:gd name="T51" fmla="*/ 2147483647 h 550"/>
                <a:gd name="T52" fmla="*/ 0 w 229"/>
                <a:gd name="T53" fmla="*/ 2147483647 h 550"/>
                <a:gd name="T54" fmla="*/ 0 w 229"/>
                <a:gd name="T55" fmla="*/ 2147483647 h 550"/>
                <a:gd name="T56" fmla="*/ 0 w 229"/>
                <a:gd name="T57" fmla="*/ 2147483647 h 550"/>
                <a:gd name="T58" fmla="*/ 2147483647 w 229"/>
                <a:gd name="T59" fmla="*/ 2147483647 h 550"/>
                <a:gd name="T60" fmla="*/ 2147483647 w 229"/>
                <a:gd name="T61" fmla="*/ 2147483647 h 550"/>
                <a:gd name="T62" fmla="*/ 2147483647 w 229"/>
                <a:gd name="T63" fmla="*/ 2147483647 h 550"/>
                <a:gd name="T64" fmla="*/ 0 w 229"/>
                <a:gd name="T65" fmla="*/ 2147483647 h 550"/>
                <a:gd name="T66" fmla="*/ 0 w 229"/>
                <a:gd name="T67" fmla="*/ 2147483647 h 550"/>
                <a:gd name="T68" fmla="*/ 0 w 229"/>
                <a:gd name="T69" fmla="*/ 2147483647 h 550"/>
                <a:gd name="T70" fmla="*/ 0 w 229"/>
                <a:gd name="T71" fmla="*/ 0 h 550"/>
                <a:gd name="T72" fmla="*/ 2147483647 w 229"/>
                <a:gd name="T73" fmla="*/ 0 h 5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550"/>
                <a:gd name="T113" fmla="*/ 229 w 229"/>
                <a:gd name="T114" fmla="*/ 550 h 5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550">
                  <a:moveTo>
                    <a:pt x="7" y="0"/>
                  </a:moveTo>
                  <a:lnTo>
                    <a:pt x="7" y="199"/>
                  </a:lnTo>
                  <a:lnTo>
                    <a:pt x="0" y="207"/>
                  </a:lnTo>
                  <a:lnTo>
                    <a:pt x="7" y="199"/>
                  </a:lnTo>
                  <a:lnTo>
                    <a:pt x="122" y="268"/>
                  </a:lnTo>
                  <a:lnTo>
                    <a:pt x="138" y="268"/>
                  </a:lnTo>
                  <a:lnTo>
                    <a:pt x="122" y="275"/>
                  </a:lnTo>
                  <a:lnTo>
                    <a:pt x="7" y="344"/>
                  </a:lnTo>
                  <a:lnTo>
                    <a:pt x="0" y="336"/>
                  </a:lnTo>
                  <a:lnTo>
                    <a:pt x="7" y="336"/>
                  </a:lnTo>
                  <a:lnTo>
                    <a:pt x="7" y="535"/>
                  </a:lnTo>
                  <a:lnTo>
                    <a:pt x="7" y="543"/>
                  </a:lnTo>
                  <a:lnTo>
                    <a:pt x="0" y="535"/>
                  </a:lnTo>
                  <a:lnTo>
                    <a:pt x="222" y="405"/>
                  </a:lnTo>
                  <a:lnTo>
                    <a:pt x="229" y="405"/>
                  </a:lnTo>
                  <a:lnTo>
                    <a:pt x="222" y="405"/>
                  </a:lnTo>
                  <a:lnTo>
                    <a:pt x="222" y="138"/>
                  </a:lnTo>
                  <a:lnTo>
                    <a:pt x="229" y="138"/>
                  </a:lnTo>
                  <a:lnTo>
                    <a:pt x="229" y="405"/>
                  </a:lnTo>
                  <a:lnTo>
                    <a:pt x="229" y="413"/>
                  </a:lnTo>
                  <a:lnTo>
                    <a:pt x="7" y="543"/>
                  </a:lnTo>
                  <a:lnTo>
                    <a:pt x="0" y="550"/>
                  </a:lnTo>
                  <a:lnTo>
                    <a:pt x="0" y="535"/>
                  </a:lnTo>
                  <a:lnTo>
                    <a:pt x="0" y="336"/>
                  </a:lnTo>
                  <a:lnTo>
                    <a:pt x="115" y="268"/>
                  </a:lnTo>
                  <a:lnTo>
                    <a:pt x="122" y="275"/>
                  </a:lnTo>
                  <a:lnTo>
                    <a:pt x="115" y="275"/>
                  </a:lnTo>
                  <a:lnTo>
                    <a:pt x="0" y="207"/>
                  </a:lnTo>
                  <a:lnTo>
                    <a:pt x="0" y="199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5" name="Freeform 335">
              <a:extLst>
                <a:ext uri="{FF2B5EF4-FFF2-40B4-BE49-F238E27FC236}">
                  <a16:creationId xmlns:a16="http://schemas.microsoft.com/office/drawing/2014/main" id="{7D0BF9AC-E947-907E-7DDF-D164B819F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963" y="2456209"/>
              <a:ext cx="363538" cy="241300"/>
            </a:xfrm>
            <a:custGeom>
              <a:avLst/>
              <a:gdLst>
                <a:gd name="T0" fmla="*/ 2147483647 w 229"/>
                <a:gd name="T1" fmla="*/ 2147483647 h 152"/>
                <a:gd name="T2" fmla="*/ 0 w 229"/>
                <a:gd name="T3" fmla="*/ 2147483647 h 152"/>
                <a:gd name="T4" fmla="*/ 0 w 229"/>
                <a:gd name="T5" fmla="*/ 2147483647 h 152"/>
                <a:gd name="T6" fmla="*/ 0 w 229"/>
                <a:gd name="T7" fmla="*/ 0 h 152"/>
                <a:gd name="T8" fmla="*/ 2147483647 w 229"/>
                <a:gd name="T9" fmla="*/ 2147483647 h 152"/>
                <a:gd name="T10" fmla="*/ 2147483647 w 229"/>
                <a:gd name="T11" fmla="*/ 2147483647 h 152"/>
                <a:gd name="T12" fmla="*/ 2147483647 w 229"/>
                <a:gd name="T13" fmla="*/ 2147483647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9"/>
                <a:gd name="T22" fmla="*/ 0 h 152"/>
                <a:gd name="T23" fmla="*/ 229 w 229"/>
                <a:gd name="T24" fmla="*/ 152 h 1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9" h="152">
                  <a:moveTo>
                    <a:pt x="222" y="152"/>
                  </a:moveTo>
                  <a:lnTo>
                    <a:pt x="0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7"/>
                  </a:lnTo>
                  <a:lnTo>
                    <a:pt x="229" y="145"/>
                  </a:lnTo>
                  <a:lnTo>
                    <a:pt x="222" y="152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6" name="Freeform 336">
              <a:extLst>
                <a:ext uri="{FF2B5EF4-FFF2-40B4-BE49-F238E27FC236}">
                  <a16:creationId xmlns:a16="http://schemas.microsoft.com/office/drawing/2014/main" id="{4128D9A0-F384-09A4-254F-04503C09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0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7" name="Freeform 337">
              <a:extLst>
                <a:ext uri="{FF2B5EF4-FFF2-40B4-BE49-F238E27FC236}">
                  <a16:creationId xmlns:a16="http://schemas.microsoft.com/office/drawing/2014/main" id="{EA3E58D2-B529-5DF7-5025-61B9BB197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76859"/>
              <a:ext cx="11113" cy="23813"/>
            </a:xfrm>
            <a:custGeom>
              <a:avLst/>
              <a:gdLst>
                <a:gd name="T0" fmla="*/ 0 w 7"/>
                <a:gd name="T1" fmla="*/ 2147483647 h 15"/>
                <a:gd name="T2" fmla="*/ 0 w 7"/>
                <a:gd name="T3" fmla="*/ 0 h 15"/>
                <a:gd name="T4" fmla="*/ 2147483647 w 7"/>
                <a:gd name="T5" fmla="*/ 0 h 15"/>
                <a:gd name="T6" fmla="*/ 2147483647 w 7"/>
                <a:gd name="T7" fmla="*/ 0 h 15"/>
                <a:gd name="T8" fmla="*/ 2147483647 w 7"/>
                <a:gd name="T9" fmla="*/ 0 h 15"/>
                <a:gd name="T10" fmla="*/ 2147483647 w 7"/>
                <a:gd name="T11" fmla="*/ 2147483647 h 15"/>
                <a:gd name="T12" fmla="*/ 0 w 7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5"/>
                <a:gd name="T23" fmla="*/ 7 w 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5">
                  <a:moveTo>
                    <a:pt x="0" y="15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8" name="Freeform 338">
              <a:extLst>
                <a:ext uri="{FF2B5EF4-FFF2-40B4-BE49-F238E27FC236}">
                  <a16:creationId xmlns:a16="http://schemas.microsoft.com/office/drawing/2014/main" id="{0CA1057C-D8F1-7893-265F-F08F2F08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2553047"/>
              <a:ext cx="47625" cy="47625"/>
            </a:xfrm>
            <a:custGeom>
              <a:avLst/>
              <a:gdLst>
                <a:gd name="T0" fmla="*/ 0 w 30"/>
                <a:gd name="T1" fmla="*/ 2147483647 h 30"/>
                <a:gd name="T2" fmla="*/ 0 w 30"/>
                <a:gd name="T3" fmla="*/ 0 h 30"/>
                <a:gd name="T4" fmla="*/ 2147483647 w 30"/>
                <a:gd name="T5" fmla="*/ 2147483647 h 30"/>
                <a:gd name="T6" fmla="*/ 0 w 30"/>
                <a:gd name="T7" fmla="*/ 2147483647 h 30"/>
                <a:gd name="T8" fmla="*/ 0 w 30"/>
                <a:gd name="T9" fmla="*/ 214748364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0"/>
                <a:gd name="T17" fmla="*/ 30 w 3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0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0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39" name="Rectangle 339">
              <a:extLst>
                <a:ext uri="{FF2B5EF4-FFF2-40B4-BE49-F238E27FC236}">
                  <a16:creationId xmlns:a16="http://schemas.microsoft.com/office/drawing/2014/main" id="{F70A7A7B-F6F4-7474-E583-EFD355D44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2576859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0" name="Freeform 340">
              <a:extLst>
                <a:ext uri="{FF2B5EF4-FFF2-40B4-BE49-F238E27FC236}">
                  <a16:creationId xmlns:a16="http://schemas.microsoft.com/office/drawing/2014/main" id="{631EC175-72F1-901C-3277-CCC305DC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71438" cy="60325"/>
            </a:xfrm>
            <a:custGeom>
              <a:avLst/>
              <a:gdLst>
                <a:gd name="T0" fmla="*/ 0 w 45"/>
                <a:gd name="T1" fmla="*/ 2147483647 h 38"/>
                <a:gd name="T2" fmla="*/ 0 w 45"/>
                <a:gd name="T3" fmla="*/ 0 h 38"/>
                <a:gd name="T4" fmla="*/ 0 w 45"/>
                <a:gd name="T5" fmla="*/ 0 h 38"/>
                <a:gd name="T6" fmla="*/ 0 w 45"/>
                <a:gd name="T7" fmla="*/ 0 h 38"/>
                <a:gd name="T8" fmla="*/ 2147483647 w 45"/>
                <a:gd name="T9" fmla="*/ 2147483647 h 38"/>
                <a:gd name="T10" fmla="*/ 2147483647 w 45"/>
                <a:gd name="T11" fmla="*/ 2147483647 h 38"/>
                <a:gd name="T12" fmla="*/ 2147483647 w 45"/>
                <a:gd name="T13" fmla="*/ 2147483647 h 38"/>
                <a:gd name="T14" fmla="*/ 0 w 45"/>
                <a:gd name="T15" fmla="*/ 2147483647 h 38"/>
                <a:gd name="T16" fmla="*/ 0 w 45"/>
                <a:gd name="T17" fmla="*/ 2147483647 h 38"/>
                <a:gd name="T18" fmla="*/ 0 w 45"/>
                <a:gd name="T19" fmla="*/ 2147483647 h 38"/>
                <a:gd name="T20" fmla="*/ 0 w 45"/>
                <a:gd name="T21" fmla="*/ 2147483647 h 38"/>
                <a:gd name="T22" fmla="*/ 2147483647 w 45"/>
                <a:gd name="T23" fmla="*/ 2147483647 h 38"/>
                <a:gd name="T24" fmla="*/ 2147483647 w 45"/>
                <a:gd name="T25" fmla="*/ 2147483647 h 38"/>
                <a:gd name="T26" fmla="*/ 2147483647 w 45"/>
                <a:gd name="T27" fmla="*/ 2147483647 h 38"/>
                <a:gd name="T28" fmla="*/ 0 w 45"/>
                <a:gd name="T29" fmla="*/ 2147483647 h 38"/>
                <a:gd name="T30" fmla="*/ 0 w 45"/>
                <a:gd name="T31" fmla="*/ 0 h 38"/>
                <a:gd name="T32" fmla="*/ 2147483647 w 45"/>
                <a:gd name="T33" fmla="*/ 0 h 38"/>
                <a:gd name="T34" fmla="*/ 2147483647 w 45"/>
                <a:gd name="T35" fmla="*/ 2147483647 h 38"/>
                <a:gd name="T36" fmla="*/ 0 w 45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5"/>
                <a:gd name="T58" fmla="*/ 0 h 38"/>
                <a:gd name="T59" fmla="*/ 45 w 45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5" h="38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30" y="23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30" y="15"/>
                  </a:lnTo>
                  <a:lnTo>
                    <a:pt x="30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1" name="Freeform 341">
              <a:extLst>
                <a:ext uri="{FF2B5EF4-FFF2-40B4-BE49-F238E27FC236}">
                  <a16:creationId xmlns:a16="http://schemas.microsoft.com/office/drawing/2014/main" id="{3287F766-D41A-6329-FBFA-40C38B948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207097"/>
              <a:ext cx="11113" cy="25400"/>
            </a:xfrm>
            <a:custGeom>
              <a:avLst/>
              <a:gdLst>
                <a:gd name="T0" fmla="*/ 0 w 7"/>
                <a:gd name="T1" fmla="*/ 2147483647 h 16"/>
                <a:gd name="T2" fmla="*/ 0 w 7"/>
                <a:gd name="T3" fmla="*/ 0 h 16"/>
                <a:gd name="T4" fmla="*/ 2147483647 w 7"/>
                <a:gd name="T5" fmla="*/ 0 h 16"/>
                <a:gd name="T6" fmla="*/ 2147483647 w 7"/>
                <a:gd name="T7" fmla="*/ 0 h 16"/>
                <a:gd name="T8" fmla="*/ 2147483647 w 7"/>
                <a:gd name="T9" fmla="*/ 0 h 16"/>
                <a:gd name="T10" fmla="*/ 2147483647 w 7"/>
                <a:gd name="T11" fmla="*/ 2147483647 h 16"/>
                <a:gd name="T12" fmla="*/ 0 w 7"/>
                <a:gd name="T13" fmla="*/ 214748364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6"/>
                <a:gd name="T23" fmla="*/ 7 w 7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6">
                  <a:moveTo>
                    <a:pt x="0" y="16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2" name="Freeform 342">
              <a:extLst>
                <a:ext uri="{FF2B5EF4-FFF2-40B4-BE49-F238E27FC236}">
                  <a16:creationId xmlns:a16="http://schemas.microsoft.com/office/drawing/2014/main" id="{2FE7C1BE-8AD1-3F4A-945E-741C9785B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183284"/>
              <a:ext cx="47625" cy="49213"/>
            </a:xfrm>
            <a:custGeom>
              <a:avLst/>
              <a:gdLst>
                <a:gd name="T0" fmla="*/ 0 w 30"/>
                <a:gd name="T1" fmla="*/ 2147483647 h 31"/>
                <a:gd name="T2" fmla="*/ 0 w 30"/>
                <a:gd name="T3" fmla="*/ 0 h 31"/>
                <a:gd name="T4" fmla="*/ 2147483647 w 30"/>
                <a:gd name="T5" fmla="*/ 2147483647 h 31"/>
                <a:gd name="T6" fmla="*/ 0 w 30"/>
                <a:gd name="T7" fmla="*/ 2147483647 h 31"/>
                <a:gd name="T8" fmla="*/ 0 w 30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31"/>
                <a:gd name="T17" fmla="*/ 30 w 30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31">
                  <a:moveTo>
                    <a:pt x="0" y="15"/>
                  </a:moveTo>
                  <a:lnTo>
                    <a:pt x="0" y="0"/>
                  </a:lnTo>
                  <a:lnTo>
                    <a:pt x="30" y="15"/>
                  </a:lnTo>
                  <a:lnTo>
                    <a:pt x="0" y="31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3" name="Rectangle 343">
              <a:extLst>
                <a:ext uri="{FF2B5EF4-FFF2-40B4-BE49-F238E27FC236}">
                  <a16:creationId xmlns:a16="http://schemas.microsoft.com/office/drawing/2014/main" id="{AEB15F4B-A08D-59FD-61F0-45F249530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538" y="3207097"/>
              <a:ext cx="292100" cy="12700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4" name="Freeform 344">
              <a:extLst>
                <a:ext uri="{FF2B5EF4-FFF2-40B4-BE49-F238E27FC236}">
                  <a16:creationId xmlns:a16="http://schemas.microsoft.com/office/drawing/2014/main" id="{F9C80632-9F18-D60F-9906-BE2DC46EF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73025" cy="61913"/>
            </a:xfrm>
            <a:custGeom>
              <a:avLst/>
              <a:gdLst>
                <a:gd name="T0" fmla="*/ 0 w 46"/>
                <a:gd name="T1" fmla="*/ 2147483647 h 39"/>
                <a:gd name="T2" fmla="*/ 0 w 46"/>
                <a:gd name="T3" fmla="*/ 0 h 39"/>
                <a:gd name="T4" fmla="*/ 0 w 46"/>
                <a:gd name="T5" fmla="*/ 0 h 39"/>
                <a:gd name="T6" fmla="*/ 0 w 46"/>
                <a:gd name="T7" fmla="*/ 0 h 39"/>
                <a:gd name="T8" fmla="*/ 2147483647 w 46"/>
                <a:gd name="T9" fmla="*/ 2147483647 h 39"/>
                <a:gd name="T10" fmla="*/ 2147483647 w 46"/>
                <a:gd name="T11" fmla="*/ 2147483647 h 39"/>
                <a:gd name="T12" fmla="*/ 2147483647 w 46"/>
                <a:gd name="T13" fmla="*/ 2147483647 h 39"/>
                <a:gd name="T14" fmla="*/ 0 w 46"/>
                <a:gd name="T15" fmla="*/ 2147483647 h 39"/>
                <a:gd name="T16" fmla="*/ 0 w 46"/>
                <a:gd name="T17" fmla="*/ 2147483647 h 39"/>
                <a:gd name="T18" fmla="*/ 0 w 46"/>
                <a:gd name="T19" fmla="*/ 2147483647 h 39"/>
                <a:gd name="T20" fmla="*/ 0 w 46"/>
                <a:gd name="T21" fmla="*/ 2147483647 h 39"/>
                <a:gd name="T22" fmla="*/ 2147483647 w 46"/>
                <a:gd name="T23" fmla="*/ 2147483647 h 39"/>
                <a:gd name="T24" fmla="*/ 2147483647 w 46"/>
                <a:gd name="T25" fmla="*/ 2147483647 h 39"/>
                <a:gd name="T26" fmla="*/ 2147483647 w 46"/>
                <a:gd name="T27" fmla="*/ 2147483647 h 39"/>
                <a:gd name="T28" fmla="*/ 0 w 46"/>
                <a:gd name="T29" fmla="*/ 2147483647 h 39"/>
                <a:gd name="T30" fmla="*/ 0 w 46"/>
                <a:gd name="T31" fmla="*/ 0 h 39"/>
                <a:gd name="T32" fmla="*/ 2147483647 w 46"/>
                <a:gd name="T33" fmla="*/ 0 h 39"/>
                <a:gd name="T34" fmla="*/ 2147483647 w 46"/>
                <a:gd name="T35" fmla="*/ 2147483647 h 39"/>
                <a:gd name="T36" fmla="*/ 0 w 46"/>
                <a:gd name="T37" fmla="*/ 214748364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39"/>
                <a:gd name="T59" fmla="*/ 46 w 46"/>
                <a:gd name="T60" fmla="*/ 39 h 3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39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46" y="16"/>
                  </a:lnTo>
                  <a:lnTo>
                    <a:pt x="31" y="23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31" y="16"/>
                  </a:lnTo>
                  <a:lnTo>
                    <a:pt x="31" y="23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16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5" name="Freeform 345">
              <a:extLst>
                <a:ext uri="{FF2B5EF4-FFF2-40B4-BE49-F238E27FC236}">
                  <a16:creationId xmlns:a16="http://schemas.microsoft.com/office/drawing/2014/main" id="{33771B70-CAD0-42F7-86D4-2C40C5961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92772"/>
              <a:ext cx="12700" cy="23813"/>
            </a:xfrm>
            <a:custGeom>
              <a:avLst/>
              <a:gdLst>
                <a:gd name="T0" fmla="*/ 0 w 8"/>
                <a:gd name="T1" fmla="*/ 2147483647 h 15"/>
                <a:gd name="T2" fmla="*/ 0 w 8"/>
                <a:gd name="T3" fmla="*/ 0 h 15"/>
                <a:gd name="T4" fmla="*/ 2147483647 w 8"/>
                <a:gd name="T5" fmla="*/ 0 h 15"/>
                <a:gd name="T6" fmla="*/ 2147483647 w 8"/>
                <a:gd name="T7" fmla="*/ 0 h 15"/>
                <a:gd name="T8" fmla="*/ 2147483647 w 8"/>
                <a:gd name="T9" fmla="*/ 0 h 15"/>
                <a:gd name="T10" fmla="*/ 2147483647 w 8"/>
                <a:gd name="T11" fmla="*/ 2147483647 h 15"/>
                <a:gd name="T12" fmla="*/ 0 w 8"/>
                <a:gd name="T13" fmla="*/ 214748364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5"/>
                <a:gd name="T23" fmla="*/ 8 w 8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5">
                  <a:moveTo>
                    <a:pt x="0" y="1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15"/>
                  </a:lnTo>
                  <a:lnTo>
                    <a:pt x="0" y="15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6" name="Freeform 346">
              <a:extLst>
                <a:ext uri="{FF2B5EF4-FFF2-40B4-BE49-F238E27FC236}">
                  <a16:creationId xmlns:a16="http://schemas.microsoft.com/office/drawing/2014/main" id="{3FDDE5AC-78A0-8F18-2CF0-ABCC8D77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038" y="2867372"/>
              <a:ext cx="49213" cy="49213"/>
            </a:xfrm>
            <a:custGeom>
              <a:avLst/>
              <a:gdLst>
                <a:gd name="T0" fmla="*/ 0 w 31"/>
                <a:gd name="T1" fmla="*/ 2147483647 h 31"/>
                <a:gd name="T2" fmla="*/ 0 w 31"/>
                <a:gd name="T3" fmla="*/ 0 h 31"/>
                <a:gd name="T4" fmla="*/ 2147483647 w 31"/>
                <a:gd name="T5" fmla="*/ 2147483647 h 31"/>
                <a:gd name="T6" fmla="*/ 0 w 31"/>
                <a:gd name="T7" fmla="*/ 2147483647 h 31"/>
                <a:gd name="T8" fmla="*/ 0 w 31"/>
                <a:gd name="T9" fmla="*/ 21474836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31"/>
                <a:gd name="T17" fmla="*/ 31 w 31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31">
                  <a:moveTo>
                    <a:pt x="0" y="16"/>
                  </a:moveTo>
                  <a:lnTo>
                    <a:pt x="0" y="0"/>
                  </a:lnTo>
                  <a:lnTo>
                    <a:pt x="31" y="16"/>
                  </a:lnTo>
                  <a:lnTo>
                    <a:pt x="0" y="31"/>
                  </a:lnTo>
                  <a:lnTo>
                    <a:pt x="0" y="16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747" name="Rectangle 347">
              <a:extLst>
                <a:ext uri="{FF2B5EF4-FFF2-40B4-BE49-F238E27FC236}">
                  <a16:creationId xmlns:a16="http://schemas.microsoft.com/office/drawing/2014/main" id="{BDC8E43A-1755-497F-0967-AD7074C86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2759422"/>
              <a:ext cx="93663" cy="198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1300">
                  <a:solidFill>
                    <a:srgbClr val="000000"/>
                  </a:solidFill>
                  <a:latin typeface="Times New Roman" panose="02020603050405020304" pitchFamily="18" charset="0"/>
                  <a:ea typeface="宋体" panose="02010600030101010101" pitchFamily="2" charset="-122"/>
                </a:rPr>
                <a:t>+</a:t>
              </a: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59748" name="Rectangle 348">
              <a:extLst>
                <a:ext uri="{FF2B5EF4-FFF2-40B4-BE49-F238E27FC236}">
                  <a16:creationId xmlns:a16="http://schemas.microsoft.com/office/drawing/2014/main" id="{5CC05A93-0C14-208C-2D3F-119387E0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150" y="2897534"/>
              <a:ext cx="120650" cy="11113"/>
            </a:xfrm>
            <a:prstGeom prst="rect">
              <a:avLst/>
            </a:pr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</p:grpSp>
      <p:sp>
        <p:nvSpPr>
          <p:cNvPr id="59538" name="日期占位符 3">
            <a:extLst>
              <a:ext uri="{FF2B5EF4-FFF2-40B4-BE49-F238E27FC236}">
                <a16:creationId xmlns:a16="http://schemas.microsoft.com/office/drawing/2014/main" id="{07A9A3A2-8DCB-F763-582D-F64DBA9FF99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075F4E6-EFAE-4529-9764-E1FD4B9A31F5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9539" name="灯片编号占位符 5">
            <a:extLst>
              <a:ext uri="{FF2B5EF4-FFF2-40B4-BE49-F238E27FC236}">
                <a16:creationId xmlns:a16="http://schemas.microsoft.com/office/drawing/2014/main" id="{674F2CC9-C17F-F530-5223-3870AEE12C2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B30F7175-CADA-4439-880F-B51CB27A4124}" type="slidenum">
              <a:rPr lang="zh-CN" altLang="en-US" sz="1100"/>
              <a:pPr/>
              <a:t>172</a:t>
            </a:fld>
            <a:endParaRPr lang="zh-CN" altLang="en-US" sz="1100"/>
          </a:p>
        </p:txBody>
      </p:sp>
      <p:pic>
        <p:nvPicPr>
          <p:cNvPr id="355" name="Picture 4">
            <a:extLst>
              <a:ext uri="{FF2B5EF4-FFF2-40B4-BE49-F238E27FC236}">
                <a16:creationId xmlns:a16="http://schemas.microsoft.com/office/drawing/2014/main" id="{4D11E165-A429-89B2-08C7-8C5CF2657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060575"/>
            <a:ext cx="1871663" cy="1690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58370" name="Object 3">
            <a:extLst>
              <a:ext uri="{FF2B5EF4-FFF2-40B4-BE49-F238E27FC236}">
                <a16:creationId xmlns:a16="http://schemas.microsoft.com/office/drawing/2014/main" id="{4FF6BA37-92E6-A55C-59DB-1835399186F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693025" y="3213100"/>
          <a:ext cx="1343025" cy="863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Visio" r:id="rId11" imgW="2059229" imgH="905561" progId="Visio.Drawing.6">
                  <p:embed/>
                </p:oleObj>
              </mc:Choice>
              <mc:Fallback>
                <p:oleObj name="Visio" r:id="rId11" imgW="2059229" imgH="905561" progId="Visio.Drawing.6">
                  <p:embed/>
                  <p:pic>
                    <p:nvPicPr>
                      <p:cNvPr id="58370" name="Object 3">
                        <a:extLst>
                          <a:ext uri="{FF2B5EF4-FFF2-40B4-BE49-F238E27FC236}">
                            <a16:creationId xmlns:a16="http://schemas.microsoft.com/office/drawing/2014/main" id="{4FF6BA37-92E6-A55C-59DB-1835399186F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93025" y="3213100"/>
                        <a:ext cx="1343025" cy="863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8" name="Picture 4">
            <a:extLst>
              <a:ext uri="{FF2B5EF4-FFF2-40B4-BE49-F238E27FC236}">
                <a16:creationId xmlns:a16="http://schemas.microsoft.com/office/drawing/2014/main" id="{D772B279-2C4B-50B4-5B6B-44BC0B09CC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005263"/>
            <a:ext cx="2779713" cy="172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9" name="Picture 2">
            <a:extLst>
              <a:ext uri="{FF2B5EF4-FFF2-40B4-BE49-F238E27FC236}">
                <a16:creationId xmlns:a16="http://schemas.microsoft.com/office/drawing/2014/main" id="{19CD3CE4-D23C-1DB4-85BF-E21DEB5124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0650" y="4437063"/>
            <a:ext cx="1368425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6" name="TextBox 355">
            <a:extLst>
              <a:ext uri="{FF2B5EF4-FFF2-40B4-BE49-F238E27FC236}">
                <a16:creationId xmlns:a16="http://schemas.microsoft.com/office/drawing/2014/main" id="{622175D7-9DBE-2F86-A49A-8C3B47522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977900"/>
            <a:ext cx="109378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Chap1.2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A4FF83D7-8F61-90F5-2A0B-2CD64B2101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5613" y="1347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Chap1.3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07215219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AEC8E04-A417-1630-43FF-CBCCEAC8E6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1980CF0F-4A7A-5A34-1E63-9BDDBF44BDE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66236AF4-2D2A-A9CA-0C2E-E6AB7865717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173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79BCC54D-7877-BB14-3A4E-87DB03FCA5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EFFAC1DA-74BB-E83C-8630-4EAD5D4BC4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2306951775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D3A1A1E4-9312-CBF4-EDA8-482BCA4D8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6FC4E9C2-C994-899A-2CF9-F899DC046BE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F999DF25-5538-59E3-2443-8B9A60DDE23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174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3AACC80D-C526-2C42-DF65-EE44433D30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AutoShape 10">
            <a:extLst>
              <a:ext uri="{FF2B5EF4-FFF2-40B4-BE49-F238E27FC236}">
                <a16:creationId xmlns:a16="http://schemas.microsoft.com/office/drawing/2014/main" id="{FE0DEBD7-27EB-EE3B-A7DB-84457624E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Manual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 </a:t>
            </a:r>
            <a:endParaRPr lang="zh-CN" altLang="en-US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E004D120-CA4F-91C0-9B9E-E3107A1FB6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785451543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A0B78CA3-843F-32C6-7E7A-AAACEC1463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3F6AD3D4-721A-E285-D0AA-3D0EEE40940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E8D89E8A-3919-4995-4C4D-601B44350C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175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CE679985-BE28-AC0A-E8ED-202842540D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EAEAC63E-1B77-D510-3F97-B456876BC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Manual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</a:t>
            </a:r>
            <a:endParaRPr lang="zh-CN" altLang="en-US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76B0E928-F1A3-83BD-D1DE-B34AFF5D4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FA5604E0-411C-3611-5C85-B0A24E82E1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1354229245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EB8A6F63-B265-6C32-A6C4-788FD05DF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D633D030-4B55-BF7F-880C-60835DF0B79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60EABD5A-4FD0-D0ED-DD5A-4CFE5BD85D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176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E0334361-0098-4AE4-FAB9-BCF2446ABC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714A0323-D5E4-37A3-8EF4-FE6C1BF58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Manual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</a:t>
            </a:r>
            <a:endParaRPr lang="zh-CN" altLang="en-US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342F09FC-5B0B-9036-20E2-D67DBD82F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693CA019-8E24-F194-8038-44AC67AD1C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8CC7B68D-1325-D298-B514-5A7A61FB5D4C}"/>
              </a:ext>
            </a:extLst>
          </p:cNvPr>
          <p:cNvGraphicFramePr>
            <a:graphicFrameLocks noGrp="1"/>
          </p:cNvGraphicFramePr>
          <p:nvPr/>
        </p:nvGraphicFramePr>
        <p:xfrm>
          <a:off x="250825" y="981075"/>
          <a:ext cx="2133600" cy="5118105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213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chemeClr val="tx1"/>
                          </a:solidFill>
                        </a:rPr>
                        <a:t>MIH R0  1</a:t>
                      </a: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/>
                        <a:t>MIL R0 </a:t>
                      </a:r>
                      <a:r>
                        <a:rPr lang="en-US" altLang="zh-CN" sz="1600" b="1" baseline="0" dirty="0"/>
                        <a:t> 0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/>
                        <a:t>ADD R0 R1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/>
                        <a:t>SUB R0 R1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chemeClr val="tx1"/>
                          </a:solidFill>
                        </a:rPr>
                        <a:t>CMP </a:t>
                      </a:r>
                      <a:r>
                        <a:rPr lang="en-US" altLang="zh-CN" sz="1600" b="1" dirty="0"/>
                        <a:t>R0 R1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chemeClr val="tx1"/>
                          </a:solidFill>
                        </a:rPr>
                        <a:t>MUL  </a:t>
                      </a:r>
                      <a:r>
                        <a:rPr lang="en-US" altLang="zh-CN" sz="1600" b="1" dirty="0"/>
                        <a:t>R0  R1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/>
                        <a:t>AND R0  R1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chemeClr val="tx1"/>
                          </a:solidFill>
                        </a:rPr>
                        <a:t>ORR </a:t>
                      </a:r>
                      <a:r>
                        <a:rPr lang="en-US" altLang="zh-CN" sz="1600" b="1" dirty="0"/>
                        <a:t>R0 R1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NOT R0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chemeClr val="tx1"/>
                          </a:solidFill>
                        </a:rPr>
                        <a:t>SHL </a:t>
                      </a: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R0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dirty="0">
                          <a:solidFill>
                            <a:schemeClr val="tx1"/>
                          </a:solidFill>
                        </a:rPr>
                        <a:t>SHR </a:t>
                      </a: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R0</a:t>
                      </a:r>
                      <a:endParaRPr lang="zh-CN" altLang="en-US" sz="1600" b="1" dirty="0">
                        <a:solidFill>
                          <a:schemeClr val="tx1"/>
                        </a:solidFill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JNZ 10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JPA </a:t>
                      </a:r>
                      <a:r>
                        <a:rPr lang="en-US" altLang="zh-CN" sz="16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LDA R0 R1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STR  R0 R1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INP</a:t>
                      </a:r>
                      <a:r>
                        <a:rPr lang="en-US" altLang="zh-CN" sz="1600" b="1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R0 R1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010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OUP</a:t>
                      </a:r>
                      <a:r>
                        <a:rPr lang="en-US" altLang="zh-CN" sz="1600" b="1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CN" sz="16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R0 R1</a:t>
                      </a:r>
                      <a:endParaRPr lang="zh-CN" altLang="en-US" sz="1600" b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7995" marR="17995" marT="18003" marB="180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0" name="AutoShape 10">
            <a:extLst>
              <a:ext uri="{FF2B5EF4-FFF2-40B4-BE49-F238E27FC236}">
                <a16:creationId xmlns:a16="http://schemas.microsoft.com/office/drawing/2014/main" id="{A8F0B99A-44B1-43E1-B3FD-DA20DD063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387" y="1125538"/>
            <a:ext cx="1368425" cy="544512"/>
          </a:xfrm>
          <a:prstGeom prst="wedgeRoundRectCallout">
            <a:avLst>
              <a:gd name="adj1" fmla="val -70673"/>
              <a:gd name="adj2" fmla="val 95785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The 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ISA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for a CPU</a:t>
            </a:r>
            <a:endParaRPr lang="zh-CN" altLang="en-US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9473376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57648A66-E8D9-B414-8F5E-45A3A7ACE9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1D9A1D35-F29C-06F1-0320-EA3955EF5BC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F9C25578-EC78-5E2D-8790-DA9AA972133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177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CB052823-1C46-4935-0C8A-8366E461FB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ADBB3B84-00D9-CB53-7FD8-8719A502F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Manual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</a:t>
            </a:r>
            <a:endParaRPr lang="zh-CN" altLang="en-US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69BA524C-73C2-D2E2-54F9-5426A7977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27D063B3-C285-691D-BB0F-778557B287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151461637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FA6D55BB-EAEC-5661-2BF3-D59E8008D4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F7327B01-6714-FBB1-E543-640A6857D66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3FD17753-32AC-8B22-80C1-A88AA6C26C2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178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3AB388A9-7974-5151-6EFF-6D80454733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9EC13F1E-7711-50BF-D5D3-775C15F5D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5" name="AutoShape 10">
            <a:extLst>
              <a:ext uri="{FF2B5EF4-FFF2-40B4-BE49-F238E27FC236}">
                <a16:creationId xmlns:a16="http://schemas.microsoft.com/office/drawing/2014/main" id="{EDCAF178-D56F-554A-63FA-98C832EB3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4075" y="981075"/>
            <a:ext cx="2879725" cy="1089025"/>
          </a:xfrm>
          <a:prstGeom prst="wedgeRoundRectCallout">
            <a:avLst>
              <a:gd name="adj1" fmla="val -1865"/>
              <a:gd name="adj2" fmla="val 134924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Partitioning problem into functional blocks, balancing tradeoff between costs and benefits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Manual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</a:t>
            </a:r>
            <a:endParaRPr lang="zh-CN" altLang="en-US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3046633B-F5A2-13AE-2951-4F5A92171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5270B771-017F-771A-4097-F16FBF8FE6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2077261051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F8FA0A-E6D9-E8C2-C268-077D68C553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>
            <a:extLst>
              <a:ext uri="{FF2B5EF4-FFF2-40B4-BE49-F238E27FC236}">
                <a16:creationId xmlns:a16="http://schemas.microsoft.com/office/drawing/2014/main" id="{870E2204-8C85-3928-E597-4C129A4778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163" y="1822450"/>
            <a:ext cx="8575675" cy="3998913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595E2945-143F-FBFD-F0BE-C7B083777D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RTL design for A Typical Digital circuit</a:t>
            </a:r>
            <a:endParaRPr lang="zh-CN" altLang="en-US" kern="1200" dirty="0">
              <a:cs typeface="+mj-cs"/>
            </a:endParaRPr>
          </a:p>
        </p:txBody>
      </p:sp>
      <p:sp>
        <p:nvSpPr>
          <p:cNvPr id="57348" name="日期占位符 2">
            <a:extLst>
              <a:ext uri="{FF2B5EF4-FFF2-40B4-BE49-F238E27FC236}">
                <a16:creationId xmlns:a16="http://schemas.microsoft.com/office/drawing/2014/main" id="{54BC6389-1D51-C9F4-6146-11E2395FE63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2378C05-D378-4C09-8FB4-53DB4FA8037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0" name="日期占位符 3">
            <a:extLst>
              <a:ext uri="{FF2B5EF4-FFF2-40B4-BE49-F238E27FC236}">
                <a16:creationId xmlns:a16="http://schemas.microsoft.com/office/drawing/2014/main" id="{FEAEA873-8F01-0CF6-B2C0-3C8150A8CCFD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514C15BC-B513-452E-B8D5-26428F5B4197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1" name="灯片编号占位符 5">
            <a:extLst>
              <a:ext uri="{FF2B5EF4-FFF2-40B4-BE49-F238E27FC236}">
                <a16:creationId xmlns:a16="http://schemas.microsoft.com/office/drawing/2014/main" id="{5AD2BE07-6579-6011-79C1-ECD738D43FB2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62420290-9A36-481E-88E2-25D367D3A470}" type="slidenum">
              <a:rPr lang="zh-CN" altLang="en-US"/>
              <a:pPr/>
              <a:t>179</a:t>
            </a:fld>
            <a:endParaRPr lang="zh-CN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C04AC88-7BA9-5064-B607-3052A57B25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3138" y="1509713"/>
            <a:ext cx="15271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4EC4061-B145-FCF4-B87E-6B05D6BF63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50" y="5754688"/>
            <a:ext cx="1695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3E091D8-E5C8-402C-FAEA-124414E05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25" y="3622675"/>
            <a:ext cx="98901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B62AA6-1CC2-6287-3116-85ED61CDBE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5189538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D9C9E05-D5FC-7640-6379-9193042D5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1482725"/>
            <a:ext cx="17843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Inputs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32CE4B6-36E8-37A4-15D5-B315BADB7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5150" y="5754688"/>
            <a:ext cx="19510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E3415942-3FD1-E547-D402-C289AD6C0B32}"/>
              </a:ext>
            </a:extLst>
          </p:cNvPr>
          <p:cNvSpPr/>
          <p:nvPr/>
        </p:nvSpPr>
        <p:spPr>
          <a:xfrm>
            <a:off x="687388" y="2205038"/>
            <a:ext cx="4276725" cy="3238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567FCD23-5F80-DE82-68E7-518F9D256F9C}"/>
              </a:ext>
            </a:extLst>
          </p:cNvPr>
          <p:cNvSpPr/>
          <p:nvPr/>
        </p:nvSpPr>
        <p:spPr>
          <a:xfrm>
            <a:off x="6140450" y="2205038"/>
            <a:ext cx="2344738" cy="32369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DF5E5EC-BCD3-0D71-D60D-1B20633EEF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725" y="2222500"/>
            <a:ext cx="13985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0DAD3CC-3BFB-6255-90E2-3ADCD49C55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0738" y="2166938"/>
            <a:ext cx="14398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E091640-1F31-4383-57E1-99779524B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0363" y="966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Chap1.1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7614061"/>
      </p:ext>
    </p:extLst>
  </p:cSld>
  <p:clrMapOvr>
    <a:masterClrMapping/>
  </p:clrMapOvr>
  <p:transition advTm="101057"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BA27A2-4F23-028A-7933-BAF6D8CED0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>
            <a:extLst>
              <a:ext uri="{FF2B5EF4-FFF2-40B4-BE49-F238E27FC236}">
                <a16:creationId xmlns:a16="http://schemas.microsoft.com/office/drawing/2014/main" id="{9C4767DC-0920-7A61-75FF-AD26D34F13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163" y="1822450"/>
            <a:ext cx="8575675" cy="3998913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A48DC3F0-1794-7F8E-4460-D0D11324A9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RTL design for A Typical Digital circuit</a:t>
            </a:r>
            <a:endParaRPr lang="zh-CN" altLang="en-US" kern="1200" dirty="0">
              <a:cs typeface="+mj-cs"/>
            </a:endParaRPr>
          </a:p>
        </p:txBody>
      </p:sp>
      <p:sp>
        <p:nvSpPr>
          <p:cNvPr id="57348" name="日期占位符 2">
            <a:extLst>
              <a:ext uri="{FF2B5EF4-FFF2-40B4-BE49-F238E27FC236}">
                <a16:creationId xmlns:a16="http://schemas.microsoft.com/office/drawing/2014/main" id="{297D9071-7A8A-6ED3-8344-DD45B4E10C8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2378C05-D378-4C09-8FB4-53DB4FA8037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0" name="日期占位符 3">
            <a:extLst>
              <a:ext uri="{FF2B5EF4-FFF2-40B4-BE49-F238E27FC236}">
                <a16:creationId xmlns:a16="http://schemas.microsoft.com/office/drawing/2014/main" id="{91E43159-D624-7548-8607-8D033F9E435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514C15BC-B513-452E-B8D5-26428F5B4197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1" name="灯片编号占位符 5">
            <a:extLst>
              <a:ext uri="{FF2B5EF4-FFF2-40B4-BE49-F238E27FC236}">
                <a16:creationId xmlns:a16="http://schemas.microsoft.com/office/drawing/2014/main" id="{B977FB1F-0028-B5F9-A765-D2A31075A80D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62420290-9A36-481E-88E2-25D367D3A470}" type="slidenum">
              <a:rPr lang="zh-CN" altLang="en-US"/>
              <a:pPr/>
              <a:t>180</a:t>
            </a:fld>
            <a:endParaRPr lang="zh-CN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1658CDC-AE3C-26FB-38E7-8AF3ED07DA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3138" y="1509713"/>
            <a:ext cx="15271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A92189-41BF-D597-ECC3-079024A94D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50" y="5754688"/>
            <a:ext cx="1695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134DD56-9BC6-9056-AEFB-86738F9BE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25" y="3622675"/>
            <a:ext cx="98901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42138DA-A0A1-8B00-B0C9-4A9BD388D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5189538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CE04C44-A6E7-4D1F-6554-BA1E235031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1482725"/>
            <a:ext cx="17843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Inputs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53D8212-8AD5-7DC6-9A5B-39ED1D31AE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5150" y="5754688"/>
            <a:ext cx="19510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AACB95D3-B96A-8AF0-39B0-17ED678A68A9}"/>
              </a:ext>
            </a:extLst>
          </p:cNvPr>
          <p:cNvSpPr/>
          <p:nvPr/>
        </p:nvSpPr>
        <p:spPr>
          <a:xfrm>
            <a:off x="6140450" y="2205038"/>
            <a:ext cx="2344738" cy="32369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75F5346-8710-1D83-994F-513EBAA28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725" y="2222500"/>
            <a:ext cx="13985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B2C6E83-0C1B-2DD5-D514-A88CEDF422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0738" y="2166938"/>
            <a:ext cx="14398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237BD94-1C4B-4701-C4DE-ED809B83F1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0363" y="966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Chap1.1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05827487"/>
      </p:ext>
    </p:extLst>
  </p:cSld>
  <p:clrMapOvr>
    <a:masterClrMapping/>
  </p:clrMapOvr>
  <p:transition advTm="101057"/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13FAE9-D56D-35F2-D521-20FB886D2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>
            <a:extLst>
              <a:ext uri="{FF2B5EF4-FFF2-40B4-BE49-F238E27FC236}">
                <a16:creationId xmlns:a16="http://schemas.microsoft.com/office/drawing/2014/main" id="{D9F13E65-11AD-FD27-4F45-7473D5E650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163" y="1822450"/>
            <a:ext cx="8575675" cy="3998913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1E8A3F38-9365-5B3F-4ED3-72C5254D3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RTL design for A Typical Digital circuit</a:t>
            </a:r>
            <a:endParaRPr lang="zh-CN" altLang="en-US" kern="1200" dirty="0">
              <a:cs typeface="+mj-cs"/>
            </a:endParaRPr>
          </a:p>
        </p:txBody>
      </p:sp>
      <p:sp>
        <p:nvSpPr>
          <p:cNvPr id="57348" name="日期占位符 2">
            <a:extLst>
              <a:ext uri="{FF2B5EF4-FFF2-40B4-BE49-F238E27FC236}">
                <a16:creationId xmlns:a16="http://schemas.microsoft.com/office/drawing/2014/main" id="{DE03F56D-E0AD-991A-BEAC-0D8FC11049B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2378C05-D378-4C09-8FB4-53DB4FA8037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0" name="日期占位符 3">
            <a:extLst>
              <a:ext uri="{FF2B5EF4-FFF2-40B4-BE49-F238E27FC236}">
                <a16:creationId xmlns:a16="http://schemas.microsoft.com/office/drawing/2014/main" id="{8DE746A8-BE7B-9EFE-607D-A4E20EA9CFD5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514C15BC-B513-452E-B8D5-26428F5B4197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1" name="灯片编号占位符 5">
            <a:extLst>
              <a:ext uri="{FF2B5EF4-FFF2-40B4-BE49-F238E27FC236}">
                <a16:creationId xmlns:a16="http://schemas.microsoft.com/office/drawing/2014/main" id="{E45D10AC-23B9-1241-9DEC-1EC9D50D1C2A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62420290-9A36-481E-88E2-25D367D3A470}" type="slidenum">
              <a:rPr lang="zh-CN" altLang="en-US"/>
              <a:pPr/>
              <a:t>181</a:t>
            </a:fld>
            <a:endParaRPr lang="zh-CN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C0214F1-E086-96D1-4060-A43E1EC8E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3138" y="1509713"/>
            <a:ext cx="15271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5E4B267-DE95-5003-83CA-62D0ACD710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50" y="5754688"/>
            <a:ext cx="1695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0500E77-2343-9A4D-1746-6154EFF2B3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25" y="3622675"/>
            <a:ext cx="98901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E860EEF-E26D-F832-7DA9-C941DA327E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5189538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6E26AA0-BF71-43A7-43E1-ED52D93B4E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1482725"/>
            <a:ext cx="17843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Inputs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F9DCDD5-9E61-CBED-F089-EEA13567A8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5150" y="5754688"/>
            <a:ext cx="19510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790E22A-FFE6-1A55-1AD9-7A9176FD3D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725" y="2222500"/>
            <a:ext cx="13985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F66343D-BD78-CDE1-00FD-9D3CE432B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0738" y="2166938"/>
            <a:ext cx="14398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2FCF309-0E9F-79D8-F66E-F8B783EBC5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0363" y="966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Chap1.1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54722672"/>
      </p:ext>
    </p:extLst>
  </p:cSld>
  <p:clrMapOvr>
    <a:masterClrMapping/>
  </p:clrMapOvr>
  <p:transition advTm="101057"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>
            <a:extLst>
              <a:ext uri="{FF2B5EF4-FFF2-40B4-BE49-F238E27FC236}">
                <a16:creationId xmlns:a16="http://schemas.microsoft.com/office/drawing/2014/main" id="{3E2B3057-A7E2-431F-8105-C81E02B06A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163" y="1822450"/>
            <a:ext cx="8575675" cy="3998913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标题 1">
            <a:extLst>
              <a:ext uri="{FF2B5EF4-FFF2-40B4-BE49-F238E27FC236}">
                <a16:creationId xmlns:a16="http://schemas.microsoft.com/office/drawing/2014/main" id="{DE8E26DB-75C0-4D26-9E52-1FDC4B8F94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23838"/>
            <a:ext cx="8507413" cy="615950"/>
          </a:xfrm>
        </p:spPr>
        <p:txBody>
          <a:bodyPr/>
          <a:lstStyle/>
          <a:p>
            <a:pPr lvl="2">
              <a:defRPr/>
            </a:pPr>
            <a:r>
              <a:rPr lang="en-US" altLang="zh-CN" kern="1200" dirty="0">
                <a:cs typeface="+mj-cs"/>
              </a:rPr>
              <a:t>RTL design for A Typical Digital circuit</a:t>
            </a:r>
            <a:endParaRPr lang="zh-CN" altLang="en-US" kern="1200" dirty="0">
              <a:cs typeface="+mj-cs"/>
            </a:endParaRPr>
          </a:p>
        </p:txBody>
      </p:sp>
      <p:sp>
        <p:nvSpPr>
          <p:cNvPr id="57348" name="日期占位符 2">
            <a:extLst>
              <a:ext uri="{FF2B5EF4-FFF2-40B4-BE49-F238E27FC236}">
                <a16:creationId xmlns:a16="http://schemas.microsoft.com/office/drawing/2014/main" id="{8EFBA2F1-51EA-4D9F-8332-F24ECD6C1C4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2378C05-D378-4C09-8FB4-53DB4FA80373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0" name="日期占位符 3">
            <a:extLst>
              <a:ext uri="{FF2B5EF4-FFF2-40B4-BE49-F238E27FC236}">
                <a16:creationId xmlns:a16="http://schemas.microsoft.com/office/drawing/2014/main" id="{40553D0F-E9A0-4C9B-924B-2006BB7FD952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514C15BC-B513-452E-B8D5-26428F5B4197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7351" name="灯片编号占位符 5">
            <a:extLst>
              <a:ext uri="{FF2B5EF4-FFF2-40B4-BE49-F238E27FC236}">
                <a16:creationId xmlns:a16="http://schemas.microsoft.com/office/drawing/2014/main" id="{1A6F5F7F-6826-474D-B818-398D5B51BBB0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algn="ctr" eaLnBrk="1" hangingPunct="1">
              <a:defRPr sz="11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fld id="{62420290-9A36-481E-88E2-25D367D3A470}" type="slidenum">
              <a:rPr lang="zh-CN" altLang="en-US"/>
              <a:pPr/>
              <a:t>182</a:t>
            </a:fld>
            <a:endParaRPr lang="zh-CN" altLang="en-US"/>
          </a:p>
        </p:txBody>
      </p:sp>
      <p:sp>
        <p:nvSpPr>
          <p:cNvPr id="78867" name="矩形 36">
            <a:extLst>
              <a:ext uri="{FF2B5EF4-FFF2-40B4-BE49-F238E27FC236}">
                <a16:creationId xmlns:a16="http://schemas.microsoft.com/office/drawing/2014/main" id="{52F5AE55-43AF-4E98-8F1A-69C8FDDD0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1020763"/>
            <a:ext cx="4786313" cy="4619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Register Transfer Level Design </a:t>
            </a:r>
            <a:endParaRPr lang="zh-CN" altLang="en-US" sz="2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9E7C858-C125-45F9-A695-4B38A945D6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3138" y="1509713"/>
            <a:ext cx="15271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Inputs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34C6AC7-CB33-4F9C-976B-E0C1D7785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50" y="5754688"/>
            <a:ext cx="1695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Data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9021799-B5AC-443E-B51C-6A8A6E4027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25" y="3622675"/>
            <a:ext cx="98901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Control Signals</a:t>
            </a:r>
            <a:endParaRPr lang="zh-CN" altLang="en-US" sz="1600" b="1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E38377F-6CFF-4BB9-82F0-C5F3EF703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5189538"/>
            <a:ext cx="987425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algn="ctr">
              <a:defRPr/>
            </a:pPr>
            <a:r>
              <a:rPr lang="en-US" altLang="zh-CN" sz="1600" b="1" dirty="0">
                <a:solidFill>
                  <a:schemeClr val="accent3">
                    <a:lumMod val="75000"/>
                  </a:schemeClr>
                </a:solidFill>
                <a:latin typeface="Comic Sans MS" pitchFamily="66" charset="0"/>
              </a:rPr>
              <a:t>Status Signals</a:t>
            </a:r>
            <a:endParaRPr lang="zh-CN" altLang="en-US" sz="1600" b="1" dirty="0">
              <a:solidFill>
                <a:schemeClr val="accent3">
                  <a:lumMod val="75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04F9E17-EF3A-4F98-A96D-B6A051D256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1482725"/>
            <a:ext cx="17843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Inputs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4DB3FE5-F04F-4473-97A1-9B98BF3A7A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5150" y="5754688"/>
            <a:ext cx="19510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00B0F0"/>
                </a:solidFill>
                <a:latin typeface="Comic Sans MS" panose="030F0702030302020204" pitchFamily="66" charset="0"/>
              </a:rPr>
              <a:t>Control Outputs</a:t>
            </a:r>
            <a:endParaRPr lang="zh-CN" altLang="en-US" sz="1800" b="1"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DDABD32-57A7-41CB-A7FD-1E799ECDD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725" y="2222500"/>
            <a:ext cx="13985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Controller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7A62EB2-1503-4D96-B5BD-19E7B4F5E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0738" y="2166938"/>
            <a:ext cx="14398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Comic Sans MS" panose="030F0702030302020204" pitchFamily="66" charset="0"/>
              </a:rPr>
              <a:t>Datapath</a:t>
            </a:r>
            <a:endParaRPr lang="zh-CN" altLang="en-US" sz="2000" b="1">
              <a:solidFill>
                <a:srgbClr val="FF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BBBA8EA-BE0D-4011-93FB-75BA0C07E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0363" y="966788"/>
            <a:ext cx="10937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Chap1.1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</p:spTree>
    <p:custDataLst>
      <p:tags r:id="rId1"/>
    </p:custDataLst>
  </p:cSld>
  <p:clrMapOvr>
    <a:masterClrMapping/>
  </p:clrMapOvr>
  <p:transition advTm="101057"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56456E0C-0E7C-AE72-2710-9C0D1D8C7B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270FE2FA-1F98-37A9-41ED-1D75A167529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4FC04C75-DF16-E353-7D66-22B586BE6E1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183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BB382137-BE3E-32EF-4F94-C4F2F328C3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D7BD1AF0-AA12-64EA-9BDD-B4A05B112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5" name="AutoShape 10">
            <a:extLst>
              <a:ext uri="{FF2B5EF4-FFF2-40B4-BE49-F238E27FC236}">
                <a16:creationId xmlns:a16="http://schemas.microsoft.com/office/drawing/2014/main" id="{1D9016C7-1C96-FA06-DF50-144E5F202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4075" y="981075"/>
            <a:ext cx="2879725" cy="1089025"/>
          </a:xfrm>
          <a:prstGeom prst="wedgeRoundRectCallout">
            <a:avLst>
              <a:gd name="adj1" fmla="val -1865"/>
              <a:gd name="adj2" fmla="val 134924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Partitioning problem into functional blocks, balancing tradeoff between costs and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6A088685-3465-5D38-CCDA-79E048C65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93051C90-717D-9E34-0022-A2C591B64E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2481232330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1" name="日期占位符 3">
            <a:extLst>
              <a:ext uri="{FF2B5EF4-FFF2-40B4-BE49-F238E27FC236}">
                <a16:creationId xmlns:a16="http://schemas.microsoft.com/office/drawing/2014/main" id="{438F7ED8-5D72-4407-8679-64BC1468D92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DA9A37B9-E730-4AFE-A979-5730954E4EC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58372" name="灯片编号占位符 5">
            <a:extLst>
              <a:ext uri="{FF2B5EF4-FFF2-40B4-BE49-F238E27FC236}">
                <a16:creationId xmlns:a16="http://schemas.microsoft.com/office/drawing/2014/main" id="{94CCB93B-BABB-4449-8BFA-6732FA58715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B1338D14-BD86-47A9-9CE9-AC2AC426CC1C}" type="slidenum">
              <a:rPr lang="zh-CN" altLang="en-US" sz="1100"/>
              <a:pPr/>
              <a:t>184</a:t>
            </a:fld>
            <a:endParaRPr lang="zh-CN" altLang="en-US" sz="1100"/>
          </a:p>
        </p:txBody>
      </p:sp>
      <p:pic>
        <p:nvPicPr>
          <p:cNvPr id="56322" name="Picture 2">
            <a:extLst>
              <a:ext uri="{FF2B5EF4-FFF2-40B4-BE49-F238E27FC236}">
                <a16:creationId xmlns:a16="http://schemas.microsoft.com/office/drawing/2014/main" id="{100A099A-F32A-4E2F-8794-B477777E15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889F7D34-33AE-476C-BCB1-80043F18A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5" name="AutoShape 10">
            <a:extLst>
              <a:ext uri="{FF2B5EF4-FFF2-40B4-BE49-F238E27FC236}">
                <a16:creationId xmlns:a16="http://schemas.microsoft.com/office/drawing/2014/main" id="{49F2C7F9-E213-4200-9B69-7D3E94EC8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4075" y="981075"/>
            <a:ext cx="2879725" cy="1089025"/>
          </a:xfrm>
          <a:prstGeom prst="wedgeRoundRectCallout">
            <a:avLst>
              <a:gd name="adj1" fmla="val -1865"/>
              <a:gd name="adj2" fmla="val 134924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Partitioning problem into functional blocks, balancing tradeoff between costs and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6" name="AutoShape 10">
            <a:extLst>
              <a:ext uri="{FF2B5EF4-FFF2-40B4-BE49-F238E27FC236}">
                <a16:creationId xmlns:a16="http://schemas.microsoft.com/office/drawing/2014/main" id="{69E86FFE-647B-43D8-913F-2E03D4DF0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" y="5373688"/>
            <a:ext cx="4176713" cy="817562"/>
          </a:xfrm>
          <a:prstGeom prst="wedgeRoundRectCallout">
            <a:avLst>
              <a:gd name="adj1" fmla="val 34839"/>
              <a:gd name="adj2" fmla="val -162851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Register Transfer Level (RTL)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Tools</a:t>
            </a:r>
            <a:r>
              <a:rPr lang="en-US" altLang="zh-CN" sz="1600" b="1" dirty="0">
                <a:solidFill>
                  <a:srgbClr val="00206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 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Logic Level (Gate)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EDA tools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 Transistor level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EDA tools</a:t>
            </a: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 </a:t>
            </a:r>
            <a:endParaRPr lang="zh-CN" altLang="en-US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F3DA9FD8-463E-4BB0-9569-319A7EE12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BBA8AF38-7718-BD3A-A523-6448F91507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95ADA5-1632-C118-8A9D-E821F5C7E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标题 1">
            <a:extLst>
              <a:ext uri="{FF2B5EF4-FFF2-40B4-BE49-F238E27FC236}">
                <a16:creationId xmlns:a16="http://schemas.microsoft.com/office/drawing/2014/main" id="{3B37B679-DBA4-F7AE-FF93-9A5667CA9A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 HDL file</a:t>
            </a:r>
            <a:endParaRPr lang="zh-CN" altLang="en-US" dirty="0"/>
          </a:p>
        </p:txBody>
      </p:sp>
      <p:sp>
        <p:nvSpPr>
          <p:cNvPr id="60419" name="日期占位符 2">
            <a:extLst>
              <a:ext uri="{FF2B5EF4-FFF2-40B4-BE49-F238E27FC236}">
                <a16:creationId xmlns:a16="http://schemas.microsoft.com/office/drawing/2014/main" id="{850DB621-88AD-A5BB-03AD-136757C5222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302BAB9C-2C21-4CF6-9999-0D4EDA1C8639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0420" name="灯片编号占位符 3">
            <a:extLst>
              <a:ext uri="{FF2B5EF4-FFF2-40B4-BE49-F238E27FC236}">
                <a16:creationId xmlns:a16="http://schemas.microsoft.com/office/drawing/2014/main" id="{0782BEEF-C275-8065-E4C2-2FEB2DB0B2C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378999D-0177-4E7F-B3A8-7C84140BA9C8}" type="slidenum">
              <a:rPr lang="zh-CN" altLang="en-US" sz="1100"/>
              <a:pPr/>
              <a:t>185</a:t>
            </a:fld>
            <a:endParaRPr lang="zh-CN" altLang="en-US" sz="110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22FEE8F-DFAA-1C3B-C32E-92954047CD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8" y="977900"/>
            <a:ext cx="44926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P8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23086255-FB0A-31C5-58E3-C8CA427C2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8" y="1268413"/>
            <a:ext cx="11096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Verilog 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EE2A1A6-180B-321E-2045-2CDF92BB7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3300" y="9779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P9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F0C63099-D108-FA33-19EE-8B4416F6B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8175" y="1255713"/>
            <a:ext cx="8858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VHDL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CA51B6D0-07FB-64BC-5D0F-35C09A24AE22}"/>
              </a:ext>
            </a:extLst>
          </p:cNvPr>
          <p:cNvCxnSpPr/>
          <p:nvPr/>
        </p:nvCxnSpPr>
        <p:spPr>
          <a:xfrm>
            <a:off x="3821113" y="1163638"/>
            <a:ext cx="109537" cy="4851400"/>
          </a:xfrm>
          <a:prstGeom prst="line">
            <a:avLst/>
          </a:prstGeom>
          <a:ln w="444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44069726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D902C7-1634-6134-4B58-1643F86765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标题 1">
            <a:extLst>
              <a:ext uri="{FF2B5EF4-FFF2-40B4-BE49-F238E27FC236}">
                <a16:creationId xmlns:a16="http://schemas.microsoft.com/office/drawing/2014/main" id="{1BEE9B73-B4A8-1282-DC61-B7398C9BF3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 HDL file</a:t>
            </a:r>
            <a:endParaRPr lang="zh-CN" altLang="en-US" dirty="0"/>
          </a:p>
        </p:txBody>
      </p:sp>
      <p:sp>
        <p:nvSpPr>
          <p:cNvPr id="60419" name="日期占位符 2">
            <a:extLst>
              <a:ext uri="{FF2B5EF4-FFF2-40B4-BE49-F238E27FC236}">
                <a16:creationId xmlns:a16="http://schemas.microsoft.com/office/drawing/2014/main" id="{F24359E3-5C00-FF71-3CD2-1109B80551E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302BAB9C-2C21-4CF6-9999-0D4EDA1C8639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0420" name="灯片编号占位符 3">
            <a:extLst>
              <a:ext uri="{FF2B5EF4-FFF2-40B4-BE49-F238E27FC236}">
                <a16:creationId xmlns:a16="http://schemas.microsoft.com/office/drawing/2014/main" id="{8695AC32-9331-8495-2181-9426CD657B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378999D-0177-4E7F-B3A8-7C84140BA9C8}" type="slidenum">
              <a:rPr lang="zh-CN" altLang="en-US" sz="1100"/>
              <a:pPr/>
              <a:t>186</a:t>
            </a:fld>
            <a:endParaRPr lang="zh-CN" altLang="en-US" sz="1100"/>
          </a:p>
        </p:txBody>
      </p:sp>
      <p:sp>
        <p:nvSpPr>
          <p:cNvPr id="57349" name="Text Box 3">
            <a:extLst>
              <a:ext uri="{FF2B5EF4-FFF2-40B4-BE49-F238E27FC236}">
                <a16:creationId xmlns:a16="http://schemas.microsoft.com/office/drawing/2014/main" id="{F9174BBE-6BFA-9253-5986-EBD84F0324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1706563"/>
            <a:ext cx="3094038" cy="4625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8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module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(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input   …… ,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 output  ……….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);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20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</a:t>
            </a: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wire …… ;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always@(……)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900" b="1" dirty="0">
              <a:solidFill>
                <a:schemeClr val="bg1">
                  <a:lumMod val="85000"/>
                </a:schemeClr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  	</a:t>
            </a: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always@(……)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00" b="1" dirty="0">
              <a:solidFill>
                <a:schemeClr val="accent6">
                  <a:lumMod val="50000"/>
                </a:schemeClr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 err="1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endmodule</a:t>
            </a: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13D9EF7-AF68-B447-BBB0-1AACF70D5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8" y="977900"/>
            <a:ext cx="44926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P8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7" name="Text Box 3">
            <a:extLst>
              <a:ext uri="{FF2B5EF4-FFF2-40B4-BE49-F238E27FC236}">
                <a16:creationId xmlns:a16="http://schemas.microsoft.com/office/drawing/2014/main" id="{2D6DED75-F416-3F9E-3E58-CE40850B3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9713" y="906463"/>
            <a:ext cx="4281487" cy="5160962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LIBRARY IEEE;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USE IEEE.STD_LOGIC_1164.ALL;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USE IEEE.STD_LOGIC_UNSIGNED.ALL;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chemeClr val="bg1">
                  <a:lumMod val="85000"/>
                </a:schemeClr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ENTITY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	…………….			</a:t>
            </a:r>
            <a:endParaRPr kumimoji="1" lang="zh-CN" altLang="en-US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600" b="1" dirty="0"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700" b="1" dirty="0">
              <a:solidFill>
                <a:srgbClr val="00B05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ARCHITECTURE one OF adder8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SIGNAL ……;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               	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chemeClr val="bg1">
                  <a:lumMod val="85000"/>
                </a:schemeClr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               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END one;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EE2CC062-8228-753E-A525-52C0DF8A4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8" y="1268413"/>
            <a:ext cx="11096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Verilog 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63A0620-1061-BE03-F2FD-48D79FE4D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3300" y="9779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P9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424F2F29-DE4E-0C52-2F32-8F31A07A1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8175" y="1255713"/>
            <a:ext cx="8858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VHDL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9C4A60F6-C832-D7E2-F9DC-A6BD6B73073B}"/>
              </a:ext>
            </a:extLst>
          </p:cNvPr>
          <p:cNvCxnSpPr/>
          <p:nvPr/>
        </p:nvCxnSpPr>
        <p:spPr>
          <a:xfrm>
            <a:off x="3821113" y="1163638"/>
            <a:ext cx="109537" cy="4851400"/>
          </a:xfrm>
          <a:prstGeom prst="line">
            <a:avLst/>
          </a:prstGeom>
          <a:ln w="444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3057313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04C1D7-A33C-5980-C6DC-B9894576ED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标题 1">
            <a:extLst>
              <a:ext uri="{FF2B5EF4-FFF2-40B4-BE49-F238E27FC236}">
                <a16:creationId xmlns:a16="http://schemas.microsoft.com/office/drawing/2014/main" id="{99DEDECC-F20F-0C19-395F-D4512A24E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 HDL file</a:t>
            </a:r>
            <a:endParaRPr lang="zh-CN" altLang="en-US" dirty="0"/>
          </a:p>
        </p:txBody>
      </p:sp>
      <p:sp>
        <p:nvSpPr>
          <p:cNvPr id="60419" name="日期占位符 2">
            <a:extLst>
              <a:ext uri="{FF2B5EF4-FFF2-40B4-BE49-F238E27FC236}">
                <a16:creationId xmlns:a16="http://schemas.microsoft.com/office/drawing/2014/main" id="{D7C54860-03AF-3F59-CF54-7154B4EA458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302BAB9C-2C21-4CF6-9999-0D4EDA1C8639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0420" name="灯片编号占位符 3">
            <a:extLst>
              <a:ext uri="{FF2B5EF4-FFF2-40B4-BE49-F238E27FC236}">
                <a16:creationId xmlns:a16="http://schemas.microsoft.com/office/drawing/2014/main" id="{77535618-5A9C-DDC7-C77F-9C310E7CD3A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378999D-0177-4E7F-B3A8-7C84140BA9C8}" type="slidenum">
              <a:rPr lang="zh-CN" altLang="en-US" sz="1100"/>
              <a:pPr/>
              <a:t>187</a:t>
            </a:fld>
            <a:endParaRPr lang="zh-CN" altLang="en-US" sz="1100"/>
          </a:p>
        </p:txBody>
      </p:sp>
      <p:sp>
        <p:nvSpPr>
          <p:cNvPr id="57349" name="Text Box 3">
            <a:extLst>
              <a:ext uri="{FF2B5EF4-FFF2-40B4-BE49-F238E27FC236}">
                <a16:creationId xmlns:a16="http://schemas.microsoft.com/office/drawing/2014/main" id="{349F4D1B-E750-1CEF-0C07-8598A1C727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1706563"/>
            <a:ext cx="3094038" cy="4625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8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module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(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input   …… ,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 output  ……….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);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20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</a:t>
            </a:r>
            <a:r>
              <a:rPr kumimoji="1" lang="en-US" altLang="zh-CN" sz="18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wire …… ;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600" b="1" dirty="0">
                <a:latin typeface="Arial" charset="0"/>
                <a:ea typeface="宋体" pitchFamily="2" charset="-122"/>
              </a:rPr>
              <a:t>	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always@(……)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900" b="1" dirty="0">
              <a:solidFill>
                <a:srgbClr val="FF000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  	</a:t>
            </a: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always@(……)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00" b="1" dirty="0">
              <a:solidFill>
                <a:schemeClr val="accent6">
                  <a:lumMod val="50000"/>
                </a:schemeClr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 err="1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endmodule</a:t>
            </a: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848D5DD-83DD-8DB0-EA28-0E761BC97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8" y="977900"/>
            <a:ext cx="44926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P8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7" name="Text Box 3">
            <a:extLst>
              <a:ext uri="{FF2B5EF4-FFF2-40B4-BE49-F238E27FC236}">
                <a16:creationId xmlns:a16="http://schemas.microsoft.com/office/drawing/2014/main" id="{72C259F5-09EF-D605-5146-8F53DF44D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9713" y="906463"/>
            <a:ext cx="4281487" cy="5160962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LIBRARY IEEE;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USE IEEE.STD_LOGIC_1164.ALL;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USE IEEE.STD_LOGIC_UNSIGNED.ALL;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ENTITY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	…………….			</a:t>
            </a:r>
            <a:endParaRPr kumimoji="1" lang="zh-CN" altLang="en-US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600" b="1" dirty="0"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700" b="1" dirty="0">
              <a:solidFill>
                <a:srgbClr val="00B05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ARCHITECTURE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one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 OF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SIGNAL ……;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               	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rgbClr val="FF000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               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END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one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;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F5640C31-B364-5AC9-7472-E21E6DD57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8" y="1268413"/>
            <a:ext cx="11096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Verilog 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2870BDA-2148-6EE1-EF35-3B2EAB8F2C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3300" y="9779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P9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38D16F9D-40FE-29CA-C4C5-9AED0A588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8175" y="1255713"/>
            <a:ext cx="8858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VHDL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27783D1F-B5B8-7C75-1BCB-3B2462DC33BA}"/>
              </a:ext>
            </a:extLst>
          </p:cNvPr>
          <p:cNvCxnSpPr/>
          <p:nvPr/>
        </p:nvCxnSpPr>
        <p:spPr>
          <a:xfrm>
            <a:off x="3821113" y="1163638"/>
            <a:ext cx="109537" cy="4851400"/>
          </a:xfrm>
          <a:prstGeom prst="line">
            <a:avLst/>
          </a:prstGeom>
          <a:ln w="444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75820264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BB907B-7763-2897-1193-6DF833365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标题 1">
            <a:extLst>
              <a:ext uri="{FF2B5EF4-FFF2-40B4-BE49-F238E27FC236}">
                <a16:creationId xmlns:a16="http://schemas.microsoft.com/office/drawing/2014/main" id="{8BBA33E8-25DE-7EDD-D594-D8724162BA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 HDL file</a:t>
            </a:r>
            <a:endParaRPr lang="zh-CN" altLang="en-US" dirty="0"/>
          </a:p>
        </p:txBody>
      </p:sp>
      <p:sp>
        <p:nvSpPr>
          <p:cNvPr id="60419" name="日期占位符 2">
            <a:extLst>
              <a:ext uri="{FF2B5EF4-FFF2-40B4-BE49-F238E27FC236}">
                <a16:creationId xmlns:a16="http://schemas.microsoft.com/office/drawing/2014/main" id="{DA9FF407-9AC1-A18F-4C1B-C38E1E31CE0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302BAB9C-2C21-4CF6-9999-0D4EDA1C8639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0420" name="灯片编号占位符 3">
            <a:extLst>
              <a:ext uri="{FF2B5EF4-FFF2-40B4-BE49-F238E27FC236}">
                <a16:creationId xmlns:a16="http://schemas.microsoft.com/office/drawing/2014/main" id="{612BE1F8-10F3-973E-9D9C-457EBA66B7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378999D-0177-4E7F-B3A8-7C84140BA9C8}" type="slidenum">
              <a:rPr lang="zh-CN" altLang="en-US" sz="1100"/>
              <a:pPr/>
              <a:t>188</a:t>
            </a:fld>
            <a:endParaRPr lang="zh-CN" altLang="en-US" sz="1100"/>
          </a:p>
        </p:txBody>
      </p:sp>
      <p:sp>
        <p:nvSpPr>
          <p:cNvPr id="57349" name="Text Box 3">
            <a:extLst>
              <a:ext uri="{FF2B5EF4-FFF2-40B4-BE49-F238E27FC236}">
                <a16:creationId xmlns:a16="http://schemas.microsoft.com/office/drawing/2014/main" id="{FBC13D69-307B-D218-D294-15535B243D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1706563"/>
            <a:ext cx="3094038" cy="4625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8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module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(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input   …… ,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 output  ……….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);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20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</a:t>
            </a:r>
            <a:r>
              <a:rPr kumimoji="1" lang="en-US" altLang="zh-CN" sz="18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wire …… ;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600" b="1" dirty="0">
                <a:latin typeface="Arial" charset="0"/>
                <a:ea typeface="宋体" pitchFamily="2" charset="-122"/>
              </a:rPr>
              <a:t>	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always@(……)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900" b="1" dirty="0">
              <a:solidFill>
                <a:srgbClr val="FF000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  	</a:t>
            </a: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always@(……)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00" b="1" dirty="0">
              <a:solidFill>
                <a:schemeClr val="accent6">
                  <a:lumMod val="50000"/>
                </a:schemeClr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 err="1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endmodule</a:t>
            </a: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0628766-B3DB-CA5F-FB4C-A2EB796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8" y="977900"/>
            <a:ext cx="44926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P8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7" name="Text Box 3">
            <a:extLst>
              <a:ext uri="{FF2B5EF4-FFF2-40B4-BE49-F238E27FC236}">
                <a16:creationId xmlns:a16="http://schemas.microsoft.com/office/drawing/2014/main" id="{F20A79C4-D9E6-01CF-3E1A-A15441FCA3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9713" y="906463"/>
            <a:ext cx="4281487" cy="5160962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LIBRARY IEEE;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USE IEEE.STD_LOGIC_1164.ALL;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bg1">
                    <a:lumMod val="85000"/>
                  </a:schemeClr>
                </a:solidFill>
                <a:latin typeface="Arial" charset="0"/>
                <a:ea typeface="宋体" pitchFamily="2" charset="-122"/>
              </a:rPr>
              <a:t>USE IEEE.STD_LOGIC_UNSIGNED.ALL;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ENTITY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	…………….			</a:t>
            </a:r>
            <a:endParaRPr kumimoji="1" lang="zh-CN" altLang="en-US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600" b="1" dirty="0"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700" b="1" dirty="0">
              <a:solidFill>
                <a:srgbClr val="00B05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ARCHITECTURE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one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 OF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	SIGNAL ……;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               	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rgbClr val="FF000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               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END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one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;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82603FE8-FF35-F663-E35D-80EA23742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8" y="1268413"/>
            <a:ext cx="11096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Verilog 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7EDEF68-5153-7D5B-477A-54002DA63D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3300" y="9779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P9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C3CCD455-2897-E045-8487-820CA13CB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8175" y="1255713"/>
            <a:ext cx="8858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VHDL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EA624683-0B75-21A5-729A-941B02AAB2A9}"/>
              </a:ext>
            </a:extLst>
          </p:cNvPr>
          <p:cNvCxnSpPr/>
          <p:nvPr/>
        </p:nvCxnSpPr>
        <p:spPr>
          <a:xfrm>
            <a:off x="3821113" y="1163638"/>
            <a:ext cx="109537" cy="4851400"/>
          </a:xfrm>
          <a:prstGeom prst="line">
            <a:avLst/>
          </a:prstGeom>
          <a:ln w="444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74139880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标题 1">
            <a:extLst>
              <a:ext uri="{FF2B5EF4-FFF2-40B4-BE49-F238E27FC236}">
                <a16:creationId xmlns:a16="http://schemas.microsoft.com/office/drawing/2014/main" id="{F42ACD4C-8B49-416F-A404-A4CE5F520C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 HDL file</a:t>
            </a:r>
            <a:endParaRPr lang="zh-CN" altLang="en-US" dirty="0"/>
          </a:p>
        </p:txBody>
      </p:sp>
      <p:sp>
        <p:nvSpPr>
          <p:cNvPr id="60419" name="日期占位符 2">
            <a:extLst>
              <a:ext uri="{FF2B5EF4-FFF2-40B4-BE49-F238E27FC236}">
                <a16:creationId xmlns:a16="http://schemas.microsoft.com/office/drawing/2014/main" id="{A3C68117-7125-4E80-BEF2-0C836AC4676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302BAB9C-2C21-4CF6-9999-0D4EDA1C8639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0420" name="灯片编号占位符 3">
            <a:extLst>
              <a:ext uri="{FF2B5EF4-FFF2-40B4-BE49-F238E27FC236}">
                <a16:creationId xmlns:a16="http://schemas.microsoft.com/office/drawing/2014/main" id="{32EB02A8-5D3D-4A68-B690-0542EF68DC3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1378999D-0177-4E7F-B3A8-7C84140BA9C8}" type="slidenum">
              <a:rPr lang="zh-CN" altLang="en-US" sz="1100"/>
              <a:pPr/>
              <a:t>189</a:t>
            </a:fld>
            <a:endParaRPr lang="zh-CN" altLang="en-US" sz="1100"/>
          </a:p>
        </p:txBody>
      </p:sp>
      <p:sp>
        <p:nvSpPr>
          <p:cNvPr id="57349" name="Text Box 3">
            <a:extLst>
              <a:ext uri="{FF2B5EF4-FFF2-40B4-BE49-F238E27FC236}">
                <a16:creationId xmlns:a16="http://schemas.microsoft.com/office/drawing/2014/main" id="{10B3E019-3D02-4F7E-A7B6-E266D09B4F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1706563"/>
            <a:ext cx="3094038" cy="4625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8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module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(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input   …… ,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 output  ……….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);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20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            </a:t>
            </a:r>
            <a:r>
              <a:rPr kumimoji="1" lang="en-US" altLang="zh-CN" sz="18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wire …… ;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600" b="1" dirty="0">
                <a:latin typeface="Arial" charset="0"/>
                <a:ea typeface="宋体" pitchFamily="2" charset="-122"/>
              </a:rPr>
              <a:t>	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always@(……)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900" b="1" dirty="0">
              <a:solidFill>
                <a:srgbClr val="FF000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20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  	</a:t>
            </a: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always@(……)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              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	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800" b="1" dirty="0">
                <a:solidFill>
                  <a:schemeClr val="accent6">
                    <a:lumMod val="50000"/>
                  </a:schemeClr>
                </a:solidFill>
                <a:latin typeface="Arial" charset="0"/>
                <a:ea typeface="宋体" pitchFamily="2" charset="-122"/>
              </a:rPr>
              <a:t>	end;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00" b="1" dirty="0">
              <a:solidFill>
                <a:schemeClr val="accent6">
                  <a:lumMod val="50000"/>
                </a:schemeClr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 err="1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endmodule</a:t>
            </a:r>
            <a:endParaRPr kumimoji="1" lang="en-US" altLang="zh-CN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02DD92F-2CE6-435C-8027-B30DAD67E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8" y="977900"/>
            <a:ext cx="44926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P8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7" name="Text Box 3">
            <a:extLst>
              <a:ext uri="{FF2B5EF4-FFF2-40B4-BE49-F238E27FC236}">
                <a16:creationId xmlns:a16="http://schemas.microsoft.com/office/drawing/2014/main" id="{C7AC5BC7-D3D7-44A0-8F53-E3B213E1C5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9713" y="906463"/>
            <a:ext cx="4281487" cy="5160962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28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4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LIBRARY IEEE;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USE IEEE.STD_LOGIC_1164.ALL;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USE IEEE.STD_LOGIC_UNSIGNED.ALL;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ENTITY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 	…………….			</a:t>
            </a:r>
            <a:endParaRPr kumimoji="1" lang="zh-CN" altLang="en-US" sz="1600" b="1" dirty="0">
              <a:solidFill>
                <a:srgbClr val="00B0F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END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F0"/>
                </a:solidFill>
                <a:latin typeface="Arial" charset="0"/>
                <a:ea typeface="宋体" pitchFamily="2" charset="-122"/>
              </a:rPr>
              <a:t>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600" b="1" dirty="0"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700" b="1" dirty="0">
              <a:solidFill>
                <a:srgbClr val="00B05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ARCHITECTURE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one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 OF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adder8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 IS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	SIGNAL ……;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               	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7030A0"/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kumimoji="1" lang="en-US" altLang="zh-CN" sz="1100" b="1" dirty="0">
              <a:solidFill>
                <a:srgbClr val="FF0000"/>
              </a:solidFill>
              <a:latin typeface="Arial" charset="0"/>
              <a:ea typeface="宋体" pitchFamily="2" charset="-122"/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rgbClr val="FF0000"/>
                </a:solidFill>
                <a:latin typeface="Arial" charset="0"/>
                <a:ea typeface="宋体" pitchFamily="2" charset="-122"/>
              </a:rPr>
              <a:t>	</a:t>
            </a: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PROCESS(……)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	BEGIN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Wingdings" pitchFamily="2" charset="2"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                     ……………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	END  PROCESS;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END </a:t>
            </a:r>
            <a:r>
              <a:rPr kumimoji="1" lang="en-US" altLang="zh-CN" sz="1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pitchFamily="2" charset="-122"/>
              </a:rPr>
              <a:t>one</a:t>
            </a:r>
            <a:r>
              <a:rPr kumimoji="1" lang="en-US" altLang="zh-CN" sz="1600" b="1" dirty="0">
                <a:solidFill>
                  <a:srgbClr val="00B050"/>
                </a:solidFill>
                <a:latin typeface="Arial" charset="0"/>
                <a:ea typeface="宋体" pitchFamily="2" charset="-122"/>
              </a:rPr>
              <a:t>;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AB7AF09E-3658-4E5D-A76A-57869D436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8" y="1268413"/>
            <a:ext cx="11096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Verilog 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8BA9347-C6E3-4FD1-917E-C07441A53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3300" y="9779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1800" b="1">
                <a:solidFill>
                  <a:srgbClr val="FF0000"/>
                </a:solidFill>
                <a:latin typeface="Comic Sans MS" panose="030F0702030302020204" pitchFamily="66" charset="0"/>
                <a:ea typeface="宋体" panose="02010600030101010101" pitchFamily="2" charset="-122"/>
              </a:rPr>
              <a:t>P9</a:t>
            </a:r>
            <a:endParaRPr lang="zh-CN" altLang="en-US" sz="1800" b="1">
              <a:solidFill>
                <a:srgbClr val="FF0000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F43C5522-BEE2-4A12-930A-DF2B0B8E9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8175" y="1255713"/>
            <a:ext cx="8858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VHDL</a:t>
            </a:r>
            <a:endParaRPr lang="zh-CN" altLang="en-US" sz="20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97679008-37DE-478D-B6BE-6D7E76122BD9}"/>
              </a:ext>
            </a:extLst>
          </p:cNvPr>
          <p:cNvCxnSpPr/>
          <p:nvPr/>
        </p:nvCxnSpPr>
        <p:spPr>
          <a:xfrm>
            <a:off x="3821113" y="1163638"/>
            <a:ext cx="109537" cy="4851400"/>
          </a:xfrm>
          <a:prstGeom prst="line">
            <a:avLst/>
          </a:prstGeom>
          <a:ln w="444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459D86F8-3F33-45A9-A689-DA485DA4163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ADAE0EB5-3A05-488D-8826-00B39C9D403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190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EEF8F854-8146-4E19-8064-5C2511F1E6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59652B8D-5374-4430-B7F3-CC4CC1276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5" name="AutoShape 10">
            <a:extLst>
              <a:ext uri="{FF2B5EF4-FFF2-40B4-BE49-F238E27FC236}">
                <a16:creationId xmlns:a16="http://schemas.microsoft.com/office/drawing/2014/main" id="{465A3C37-260A-4FEA-AFB1-79E17A237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4075" y="981075"/>
            <a:ext cx="2879725" cy="1089025"/>
          </a:xfrm>
          <a:prstGeom prst="wedgeRoundRectCallout">
            <a:avLst>
              <a:gd name="adj1" fmla="val -1865"/>
              <a:gd name="adj2" fmla="val 134924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Partitioning problem into functional blocks, balancing tradeoff between costs and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6" name="AutoShape 10">
            <a:extLst>
              <a:ext uri="{FF2B5EF4-FFF2-40B4-BE49-F238E27FC236}">
                <a16:creationId xmlns:a16="http://schemas.microsoft.com/office/drawing/2014/main" id="{890D14C4-FEA5-4829-AD7F-A7D274FB0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" y="5373688"/>
            <a:ext cx="4176713" cy="817562"/>
          </a:xfrm>
          <a:prstGeom prst="wedgeRoundRectCallout">
            <a:avLst>
              <a:gd name="adj1" fmla="val 34839"/>
              <a:gd name="adj2" fmla="val -162851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Register Transfer Level (RTL) (By Manual) Logic Level (Gate) (By EDA tools) Transistor level (By EDA tools)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F098756A-917D-42DC-A481-E3E806F11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A26AECDA-A046-7CE2-1EFF-0CB3B74422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A1165BCD-0BD6-E5BE-B5C1-5071D90786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日期占位符 3">
            <a:extLst>
              <a:ext uri="{FF2B5EF4-FFF2-40B4-BE49-F238E27FC236}">
                <a16:creationId xmlns:a16="http://schemas.microsoft.com/office/drawing/2014/main" id="{655E00B7-7010-9E1E-3762-ABE5B53748B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CC338F07-A7DA-4565-B90B-4336C7399DF6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1444" name="灯片编号占位符 5">
            <a:extLst>
              <a:ext uri="{FF2B5EF4-FFF2-40B4-BE49-F238E27FC236}">
                <a16:creationId xmlns:a16="http://schemas.microsoft.com/office/drawing/2014/main" id="{31ECBEBB-983C-33BA-8DE6-FCC716E486D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CF8DE7B7-8339-44B5-A9D1-C64BDBA3BD8B}" type="slidenum">
              <a:rPr lang="zh-CN" altLang="en-US" sz="1100"/>
              <a:pPr/>
              <a:t>191</a:t>
            </a:fld>
            <a:endParaRPr lang="zh-CN" altLang="en-US" sz="110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EE3A89F3-5DC7-8447-FC92-C6C43F35DB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1916113"/>
            <a:ext cx="6278562" cy="3538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AutoShape 10">
            <a:extLst>
              <a:ext uri="{FF2B5EF4-FFF2-40B4-BE49-F238E27FC236}">
                <a16:creationId xmlns:a16="http://schemas.microsoft.com/office/drawing/2014/main" id="{8BAC7813-A47A-128C-0695-E95CC69DA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981075"/>
            <a:ext cx="3313112" cy="1089025"/>
          </a:xfrm>
          <a:prstGeom prst="wedgeRoundRectCallout">
            <a:avLst>
              <a:gd name="adj1" fmla="val -49256"/>
              <a:gd name="adj2" fmla="val 64362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declarative statement or written expression to  specifying the idea in text, diagram or  HDL language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4" name="AutoShape 10">
            <a:extLst>
              <a:ext uri="{FF2B5EF4-FFF2-40B4-BE49-F238E27FC236}">
                <a16:creationId xmlns:a16="http://schemas.microsoft.com/office/drawing/2014/main" id="{47B8BF4E-051D-0AB9-DC2D-9A7080479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063" y="5373688"/>
            <a:ext cx="3563937" cy="817562"/>
          </a:xfrm>
          <a:prstGeom prst="wedgeRoundRectCallout">
            <a:avLst>
              <a:gd name="adj1" fmla="val -24518"/>
              <a:gd name="adj2" fmla="val -237759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tx2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Check whether implementation matches  spec. in a Iterative process (</a:t>
            </a:r>
            <a:r>
              <a:rPr lang="en-US" altLang="zh-CN" sz="16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By Manual and EDA tools </a:t>
            </a:r>
            <a:r>
              <a:rPr lang="en-US" altLang="zh-CN" sz="1600" b="1" dirty="0">
                <a:solidFill>
                  <a:srgbClr val="00206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) </a:t>
            </a:r>
            <a:endParaRPr lang="en-US" altLang="zh-CN" sz="1600" b="1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5" name="AutoShape 10">
            <a:extLst>
              <a:ext uri="{FF2B5EF4-FFF2-40B4-BE49-F238E27FC236}">
                <a16:creationId xmlns:a16="http://schemas.microsoft.com/office/drawing/2014/main" id="{947EC2AC-84DD-CE31-D5F1-BE735253F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4075" y="981075"/>
            <a:ext cx="2879725" cy="1089025"/>
          </a:xfrm>
          <a:prstGeom prst="wedgeRoundRectCallout">
            <a:avLst>
              <a:gd name="adj1" fmla="val -1865"/>
              <a:gd name="adj2" fmla="val 134924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Partitioning problem into functional blocks, balancing tradeoff between costs and benefits (By Manual)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6" name="AutoShape 10">
            <a:extLst>
              <a:ext uri="{FF2B5EF4-FFF2-40B4-BE49-F238E27FC236}">
                <a16:creationId xmlns:a16="http://schemas.microsoft.com/office/drawing/2014/main" id="{A0CDD602-846F-14DE-0486-15F38136A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" y="5373688"/>
            <a:ext cx="4176713" cy="817562"/>
          </a:xfrm>
          <a:prstGeom prst="wedgeRoundRectCallout">
            <a:avLst>
              <a:gd name="adj1" fmla="val 34839"/>
              <a:gd name="adj2" fmla="val -162851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Register Transfer Level (RTL) (By Manual) Logic Level (Gate) (By EDA tools) Transistor level (By EDA tools)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64BC2BE6-4E85-31E1-8CA7-5F3CF457A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1125538"/>
            <a:ext cx="1368425" cy="544512"/>
          </a:xfrm>
          <a:prstGeom prst="wedgeRoundRectCallout">
            <a:avLst>
              <a:gd name="adj1" fmla="val 38382"/>
              <a:gd name="adj2" fmla="val 140416"/>
              <a:gd name="adj3" fmla="val 16667"/>
            </a:avLst>
          </a:prstGeom>
          <a:solidFill>
            <a:srgbClr val="FFFF00"/>
          </a:solidFill>
          <a:ln w="15875">
            <a:solidFill>
              <a:schemeClr val="tx2"/>
            </a:solidFill>
            <a:miter lim="800000"/>
            <a:headEnd/>
            <a:tailEnd/>
          </a:ln>
          <a:effectLst/>
        </p:spPr>
        <p:txBody>
          <a:bodyPr lIns="0" tIns="0" rIns="0" bIns="0">
            <a:spAutoFit/>
          </a:bodyPr>
          <a:lstStyle/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idea</a:t>
            </a:r>
          </a:p>
          <a:p>
            <a:pPr algn="ctr" eaLnBrk="1" hangingPunct="1">
              <a:defRPr/>
            </a:pPr>
            <a:r>
              <a:rPr lang="en-US" altLang="zh-CN" sz="1600" b="1" dirty="0">
                <a:solidFill>
                  <a:schemeClr val="bg1">
                    <a:lumMod val="65000"/>
                  </a:schemeClr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(By Manual) </a:t>
            </a:r>
            <a:endParaRPr lang="zh-CN" altLang="en-US" sz="1600" b="1" dirty="0">
              <a:solidFill>
                <a:schemeClr val="bg1">
                  <a:lumMod val="65000"/>
                </a:scheme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A6E24CAA-722D-6999-C48A-32077DA986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188" y="44450"/>
            <a:ext cx="7112803" cy="839788"/>
          </a:xfrm>
        </p:spPr>
        <p:txBody>
          <a:bodyPr/>
          <a:lstStyle/>
          <a:p>
            <a:r>
              <a:rPr lang="en-US" altLang="zh-CN" dirty="0"/>
              <a:t>CPU Design &amp; Implement</a:t>
            </a:r>
            <a:endParaRPr lang="zh-CN" altLang="en-US" sz="2400" dirty="0"/>
          </a:p>
        </p:txBody>
      </p:sp>
    </p:spTree>
    <p:extLst>
      <p:ext uri="{BB962C8B-B14F-4D97-AF65-F5344CB8AC3E}">
        <p14:creationId xmlns:p14="http://schemas.microsoft.com/office/powerpoint/2010/main" val="619025986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日期占位符 2">
            <a:extLst>
              <a:ext uri="{FF2B5EF4-FFF2-40B4-BE49-F238E27FC236}">
                <a16:creationId xmlns:a16="http://schemas.microsoft.com/office/drawing/2014/main" id="{4DAF368B-4B71-4E18-A36D-FE183AE96EC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5476A386-C787-449F-ABDC-3878DE51E462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2467" name="灯片编号占位符 3">
            <a:extLst>
              <a:ext uri="{FF2B5EF4-FFF2-40B4-BE49-F238E27FC236}">
                <a16:creationId xmlns:a16="http://schemas.microsoft.com/office/drawing/2014/main" id="{77D9DC09-1ADB-4F92-9712-DE6DFE855B6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fld id="{29FE9AEF-D65F-48DC-B4A5-09E20734328F}" type="slidenum">
              <a:rPr lang="zh-CN" altLang="en-US" sz="1100"/>
              <a:pPr/>
              <a:t>192</a:t>
            </a:fld>
            <a:endParaRPr lang="zh-CN" altLang="en-US" sz="1100"/>
          </a:p>
        </p:txBody>
      </p:sp>
      <p:sp>
        <p:nvSpPr>
          <p:cNvPr id="62468" name="日期占位符 3">
            <a:extLst>
              <a:ext uri="{FF2B5EF4-FFF2-40B4-BE49-F238E27FC236}">
                <a16:creationId xmlns:a16="http://schemas.microsoft.com/office/drawing/2014/main" id="{C05E466B-0C7D-4F14-A1A9-30C2AEB25561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28A95726-6475-4F25-8E84-2CC358F8DA33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8" name="标题 1">
            <a:extLst>
              <a:ext uri="{FF2B5EF4-FFF2-40B4-BE49-F238E27FC236}">
                <a16:creationId xmlns:a16="http://schemas.microsoft.com/office/drawing/2014/main" id="{42FD451B-7550-4F38-AD89-5D8FDC8CF319}"/>
              </a:ext>
            </a:extLst>
          </p:cNvPr>
          <p:cNvSpPr txBox="1">
            <a:spLocks/>
          </p:cNvSpPr>
          <p:nvPr/>
        </p:nvSpPr>
        <p:spPr>
          <a:xfrm>
            <a:off x="323850" y="223838"/>
            <a:ext cx="8820150" cy="615950"/>
          </a:xfrm>
          <a:prstGeom prst="rect">
            <a:avLst/>
          </a:prstGeom>
        </p:spPr>
        <p:txBody>
          <a:bodyPr/>
          <a:lstStyle/>
          <a:p>
            <a:pPr marL="0" lvl="2">
              <a:defRPr/>
            </a:pPr>
            <a:r>
              <a:rPr lang="en-US" altLang="zh-CN" sz="3200" b="1" dirty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Test for a digital circuit</a:t>
            </a:r>
            <a:endParaRPr lang="zh-CN" altLang="en-US" sz="32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20" name="Picture 3">
            <a:extLst>
              <a:ext uri="{FF2B5EF4-FFF2-40B4-BE49-F238E27FC236}">
                <a16:creationId xmlns:a16="http://schemas.microsoft.com/office/drawing/2014/main" id="{964A966E-F79A-4262-A105-CC891CE900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1058863"/>
            <a:ext cx="8924925" cy="2009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212" name="Picture 4">
            <a:extLst>
              <a:ext uri="{FF2B5EF4-FFF2-40B4-BE49-F238E27FC236}">
                <a16:creationId xmlns:a16="http://schemas.microsoft.com/office/drawing/2014/main" id="{28D1ED81-8B11-432D-BD49-02399413BC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5375" y="3960813"/>
            <a:ext cx="2051050" cy="177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下箭头 22">
            <a:extLst>
              <a:ext uri="{FF2B5EF4-FFF2-40B4-BE49-F238E27FC236}">
                <a16:creationId xmlns:a16="http://schemas.microsoft.com/office/drawing/2014/main" id="{66A3911B-87AF-44EF-B364-5C467E287254}"/>
              </a:ext>
            </a:extLst>
          </p:cNvPr>
          <p:cNvSpPr/>
          <p:nvPr/>
        </p:nvSpPr>
        <p:spPr>
          <a:xfrm>
            <a:off x="4356100" y="3141663"/>
            <a:ext cx="576263" cy="647700"/>
          </a:xfrm>
          <a:prstGeom prst="downArrow">
            <a:avLst/>
          </a:prstGeom>
          <a:solidFill>
            <a:schemeClr val="accent6">
              <a:lumMod val="60000"/>
              <a:lumOff val="40000"/>
              <a:alpha val="9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27" name="右箭头 26">
            <a:extLst>
              <a:ext uri="{FF2B5EF4-FFF2-40B4-BE49-F238E27FC236}">
                <a16:creationId xmlns:a16="http://schemas.microsoft.com/office/drawing/2014/main" id="{CB67CD18-3682-4B50-A5AF-6B8153D2CA6D}"/>
              </a:ext>
            </a:extLst>
          </p:cNvPr>
          <p:cNvSpPr/>
          <p:nvPr/>
        </p:nvSpPr>
        <p:spPr>
          <a:xfrm>
            <a:off x="2339975" y="4581525"/>
            <a:ext cx="1079500" cy="503238"/>
          </a:xfrm>
          <a:prstGeom prst="rightArrow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sp>
        <p:nvSpPr>
          <p:cNvPr id="28" name="右箭头 27">
            <a:extLst>
              <a:ext uri="{FF2B5EF4-FFF2-40B4-BE49-F238E27FC236}">
                <a16:creationId xmlns:a16="http://schemas.microsoft.com/office/drawing/2014/main" id="{CD57251B-2322-494E-9BEB-531713ED26DF}"/>
              </a:ext>
            </a:extLst>
          </p:cNvPr>
          <p:cNvSpPr/>
          <p:nvPr/>
        </p:nvSpPr>
        <p:spPr>
          <a:xfrm>
            <a:off x="5795963" y="4581525"/>
            <a:ext cx="1152525" cy="503238"/>
          </a:xfrm>
          <a:prstGeom prst="rightArrow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/>
          </a:p>
        </p:txBody>
      </p:sp>
      <p:pic>
        <p:nvPicPr>
          <p:cNvPr id="94217" name="Picture 9">
            <a:extLst>
              <a:ext uri="{FF2B5EF4-FFF2-40B4-BE49-F238E27FC236}">
                <a16:creationId xmlns:a16="http://schemas.microsoft.com/office/drawing/2014/main" id="{DAA67D98-AD85-4A15-875C-E8CF7D4197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2950" y="3284538"/>
            <a:ext cx="1973263" cy="2665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218" name="Picture 10">
            <a:extLst>
              <a:ext uri="{FF2B5EF4-FFF2-40B4-BE49-F238E27FC236}">
                <a16:creationId xmlns:a16="http://schemas.microsoft.com/office/drawing/2014/main" id="{79F9F681-3AAB-4265-B510-F9CAE8413F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3871913"/>
            <a:ext cx="2087563" cy="1212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219" name="Picture 11">
            <a:extLst>
              <a:ext uri="{FF2B5EF4-FFF2-40B4-BE49-F238E27FC236}">
                <a16:creationId xmlns:a16="http://schemas.microsoft.com/office/drawing/2014/main" id="{5F04E311-86AC-43D2-9905-BC77EFC165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5195888"/>
            <a:ext cx="2160588" cy="53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" name="圆角矩形 33">
            <a:extLst>
              <a:ext uri="{FF2B5EF4-FFF2-40B4-BE49-F238E27FC236}">
                <a16:creationId xmlns:a16="http://schemas.microsoft.com/office/drawing/2014/main" id="{725610C6-EE06-4287-9B16-4769FF87027D}"/>
              </a:ext>
            </a:extLst>
          </p:cNvPr>
          <p:cNvSpPr/>
          <p:nvPr/>
        </p:nvSpPr>
        <p:spPr>
          <a:xfrm>
            <a:off x="7019925" y="908050"/>
            <a:ext cx="2124075" cy="5329238"/>
          </a:xfrm>
          <a:prstGeom prst="roundRect">
            <a:avLst/>
          </a:prstGeom>
          <a:solidFill>
            <a:srgbClr val="51EE12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35" name="圆角矩形 34">
            <a:extLst>
              <a:ext uri="{FF2B5EF4-FFF2-40B4-BE49-F238E27FC236}">
                <a16:creationId xmlns:a16="http://schemas.microsoft.com/office/drawing/2014/main" id="{4B9C0B82-1E3F-4A28-A9AE-A821B8B5711F}"/>
              </a:ext>
            </a:extLst>
          </p:cNvPr>
          <p:cNvSpPr/>
          <p:nvPr/>
        </p:nvSpPr>
        <p:spPr>
          <a:xfrm>
            <a:off x="0" y="908050"/>
            <a:ext cx="2195513" cy="5329238"/>
          </a:xfrm>
          <a:prstGeom prst="roundRect">
            <a:avLst/>
          </a:prstGeom>
          <a:solidFill>
            <a:srgbClr val="1ED9E2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392A6BD-0BD5-4F54-9239-9CCDEB1B7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4300" y="5013325"/>
            <a:ext cx="14938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Simulation</a:t>
            </a:r>
            <a:endParaRPr lang="zh-CN" altLang="en-US" sz="20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DC964C3-A9E8-4382-8D80-CA5E1F7C7B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3313" y="3929063"/>
            <a:ext cx="2016125" cy="1798637"/>
          </a:xfrm>
          <a:prstGeom prst="rect">
            <a:avLst/>
          </a:prstGeom>
          <a:solidFill>
            <a:srgbClr val="00B0F0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latin typeface="Arial" panose="020B0604020202020204" pitchFamily="34" charset="0"/>
                <a:ea typeface="宋体" panose="02010600030101010101" pitchFamily="2" charset="-122"/>
              </a:rPr>
              <a:t>Hardware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24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5AE9FA40-E79A-445A-9902-E265BB199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6975" y="4868863"/>
            <a:ext cx="18430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7030A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Verification</a:t>
            </a:r>
            <a:endParaRPr lang="zh-CN" altLang="en-US" sz="2400" b="1">
              <a:solidFill>
                <a:srgbClr val="7030A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58C5415-CBBE-401E-8C6A-D33B23D753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3313" y="3929063"/>
            <a:ext cx="2016125" cy="1798637"/>
          </a:xfrm>
          <a:prstGeom prst="rect">
            <a:avLst/>
          </a:prstGeom>
          <a:solidFill>
            <a:srgbClr val="92D050"/>
          </a:solid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 anchorCtr="1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latin typeface="Arial" panose="020B0604020202020204" pitchFamily="34" charset="0"/>
                <a:ea typeface="宋体" panose="02010600030101010101" pitchFamily="2" charset="-122"/>
              </a:rPr>
              <a:t>Final Prod.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zh-CN" sz="24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43B911AC-6E57-4FCB-B162-66C0EBB22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6975" y="4868863"/>
            <a:ext cx="18351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400" b="1">
                <a:solidFill>
                  <a:srgbClr val="0070C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t>test</a:t>
            </a:r>
            <a:endParaRPr lang="zh-CN" altLang="en-US" sz="2400" b="1">
              <a:solidFill>
                <a:srgbClr val="0070C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4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4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4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94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3" grpId="1" animBg="1"/>
      <p:bldP spid="27" grpId="0" animBg="1"/>
      <p:bldP spid="28" grpId="0" animBg="1"/>
      <p:bldP spid="34" grpId="0" animBg="1"/>
      <p:bldP spid="35" grpId="0" animBg="1"/>
      <p:bldP spid="21" grpId="0"/>
      <p:bldP spid="19" grpId="0" animBg="1"/>
      <p:bldP spid="22" grpId="0"/>
      <p:bldP spid="24" grpId="0" animBg="1"/>
      <p:bldP spid="25" grpId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89A76190-8975-4BEC-8647-6B0EB1D9E5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73113" y="203200"/>
            <a:ext cx="6229350" cy="615950"/>
          </a:xfrm>
        </p:spPr>
        <p:txBody>
          <a:bodyPr/>
          <a:lstStyle/>
          <a:p>
            <a:pPr eaLnBrk="1" hangingPunct="1"/>
            <a:r>
              <a:rPr lang="en-US" altLang="zh-CN" sz="3600">
                <a:ea typeface="宋体" panose="02010600030101010101" pitchFamily="2" charset="-122"/>
              </a:rPr>
              <a:t>TestBench </a:t>
            </a:r>
            <a:r>
              <a:rPr lang="en-US" altLang="zh-CN" sz="3600">
                <a:ea typeface="MS PGothic" panose="020B0600070205080204" pitchFamily="34" charset="-128"/>
              </a:rPr>
              <a:t>Anatomy</a:t>
            </a:r>
            <a:endParaRPr lang="en-US" altLang="zh-CN" sz="3600">
              <a:ea typeface="宋体" panose="02010600030101010101" pitchFamily="2" charset="-122"/>
            </a:endParaRPr>
          </a:p>
        </p:txBody>
      </p:sp>
      <p:sp>
        <p:nvSpPr>
          <p:cNvPr id="25606" name="Rectangle 4" descr="Dark vertical">
            <a:extLst>
              <a:ext uri="{FF2B5EF4-FFF2-40B4-BE49-F238E27FC236}">
                <a16:creationId xmlns:a16="http://schemas.microsoft.com/office/drawing/2014/main" id="{59202F9E-9B9D-42A3-98D5-262327207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1763713"/>
            <a:ext cx="2362200" cy="3735387"/>
          </a:xfrm>
          <a:prstGeom prst="rect">
            <a:avLst/>
          </a:prstGeom>
          <a:pattFill prst="dkVert">
            <a:fgClr>
              <a:srgbClr val="FFFF99"/>
            </a:fgClr>
            <a:bgClr>
              <a:schemeClr val="bg1"/>
            </a:bgClr>
          </a:pattFill>
          <a:ln w="254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1800"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25607" name="Text Box 5">
            <a:extLst>
              <a:ext uri="{FF2B5EF4-FFF2-40B4-BE49-F238E27FC236}">
                <a16:creationId xmlns:a16="http://schemas.microsoft.com/office/drawing/2014/main" id="{97767368-571E-4E0D-9E4A-4F6D72390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813" y="1719263"/>
            <a:ext cx="25400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000" b="1">
                <a:latin typeface="Tahoma" panose="020B0604030504040204" pitchFamily="34" charset="0"/>
                <a:ea typeface="宋体" panose="02010600030101010101" pitchFamily="2" charset="-122"/>
              </a:rPr>
              <a:t>TestBench Module</a:t>
            </a:r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2808BF26-7BE8-4BE1-A9FE-522C66C3835F}"/>
              </a:ext>
            </a:extLst>
          </p:cNvPr>
          <p:cNvGrpSpPr>
            <a:grpSpLocks/>
          </p:cNvGrpSpPr>
          <p:nvPr/>
        </p:nvGrpSpPr>
        <p:grpSpPr bwMode="auto">
          <a:xfrm>
            <a:off x="6788150" y="3114675"/>
            <a:ext cx="1925638" cy="1214438"/>
            <a:chOff x="3965" y="1440"/>
            <a:chExt cx="1027" cy="1488"/>
          </a:xfrm>
        </p:grpSpPr>
        <p:sp>
          <p:nvSpPr>
            <p:cNvPr id="10274" name="Rectangle 7">
              <a:extLst>
                <a:ext uri="{FF2B5EF4-FFF2-40B4-BE49-F238E27FC236}">
                  <a16:creationId xmlns:a16="http://schemas.microsoft.com/office/drawing/2014/main" id="{18EA1E94-CDDE-4B14-B7EF-A6742EF1A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1728"/>
              <a:ext cx="1008" cy="912"/>
            </a:xfrm>
            <a:prstGeom prst="rect">
              <a:avLst/>
            </a:prstGeom>
            <a:solidFill>
              <a:srgbClr val="0099CC"/>
            </a:solidFill>
            <a:ln w="254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0275" name="Text Box 8">
              <a:extLst>
                <a:ext uri="{FF2B5EF4-FFF2-40B4-BE49-F238E27FC236}">
                  <a16:creationId xmlns:a16="http://schemas.microsoft.com/office/drawing/2014/main" id="{469D2A2F-78AF-4488-9C20-5481D7307E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5" y="1794"/>
              <a:ext cx="1024" cy="4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800" b="1">
                  <a:solidFill>
                    <a:schemeClr val="bg1"/>
                  </a:solidFill>
                  <a:latin typeface="Tahoma" panose="020B0604030504040204" pitchFamily="34" charset="0"/>
                  <a:ea typeface="宋体" panose="02010600030101010101" pitchFamily="2" charset="-122"/>
                </a:rPr>
                <a:t>Design Module</a:t>
              </a:r>
            </a:p>
          </p:txBody>
        </p:sp>
        <p:sp>
          <p:nvSpPr>
            <p:cNvPr id="10276" name="Line 9">
              <a:extLst>
                <a:ext uri="{FF2B5EF4-FFF2-40B4-BE49-F238E27FC236}">
                  <a16:creationId xmlns:a16="http://schemas.microsoft.com/office/drawing/2014/main" id="{2940A2C2-0822-4942-BA34-DFF5336A1F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14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7" name="Line 10">
              <a:extLst>
                <a:ext uri="{FF2B5EF4-FFF2-40B4-BE49-F238E27FC236}">
                  <a16:creationId xmlns:a16="http://schemas.microsoft.com/office/drawing/2014/main" id="{E3FFA255-A8FD-419C-B5BB-CCA9FD76F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14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8" name="Line 11">
              <a:extLst>
                <a:ext uri="{FF2B5EF4-FFF2-40B4-BE49-F238E27FC236}">
                  <a16:creationId xmlns:a16="http://schemas.microsoft.com/office/drawing/2014/main" id="{7F09EB91-5EAB-4A0D-9D36-60007A5C4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14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9" name="Line 12">
              <a:extLst>
                <a:ext uri="{FF2B5EF4-FFF2-40B4-BE49-F238E27FC236}">
                  <a16:creationId xmlns:a16="http://schemas.microsoft.com/office/drawing/2014/main" id="{38A78311-8F98-4A60-9C2B-9AE4C8F096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26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0" name="Line 13">
              <a:extLst>
                <a:ext uri="{FF2B5EF4-FFF2-40B4-BE49-F238E27FC236}">
                  <a16:creationId xmlns:a16="http://schemas.microsoft.com/office/drawing/2014/main" id="{E104C446-A945-4385-837E-1857E0AAC3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26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1" name="Line 14">
              <a:extLst>
                <a:ext uri="{FF2B5EF4-FFF2-40B4-BE49-F238E27FC236}">
                  <a16:creationId xmlns:a16="http://schemas.microsoft.com/office/drawing/2014/main" id="{CDD19C02-EB80-4293-A5AF-ABBD0FA062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26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" name="Group 16">
            <a:extLst>
              <a:ext uri="{FF2B5EF4-FFF2-40B4-BE49-F238E27FC236}">
                <a16:creationId xmlns:a16="http://schemas.microsoft.com/office/drawing/2014/main" id="{B9A38210-AE54-4457-88C5-398A32D307FD}"/>
              </a:ext>
            </a:extLst>
          </p:cNvPr>
          <p:cNvGrpSpPr>
            <a:grpSpLocks/>
          </p:cNvGrpSpPr>
          <p:nvPr/>
        </p:nvGrpSpPr>
        <p:grpSpPr bwMode="auto">
          <a:xfrm>
            <a:off x="7346950" y="5499100"/>
            <a:ext cx="762000" cy="539750"/>
            <a:chOff x="4224" y="3264"/>
            <a:chExt cx="480" cy="288"/>
          </a:xfrm>
        </p:grpSpPr>
        <p:sp>
          <p:nvSpPr>
            <p:cNvPr id="10271" name="Line 17">
              <a:extLst>
                <a:ext uri="{FF2B5EF4-FFF2-40B4-BE49-F238E27FC236}">
                  <a16:creationId xmlns:a16="http://schemas.microsoft.com/office/drawing/2014/main" id="{85C08E7B-DBC7-4D36-AC3B-FAD1CEA722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264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2" name="Line 18">
              <a:extLst>
                <a:ext uri="{FF2B5EF4-FFF2-40B4-BE49-F238E27FC236}">
                  <a16:creationId xmlns:a16="http://schemas.microsoft.com/office/drawing/2014/main" id="{D35E9BAA-C2FC-45B6-AB47-DCD5799236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3264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3" name="Line 19">
              <a:extLst>
                <a:ext uri="{FF2B5EF4-FFF2-40B4-BE49-F238E27FC236}">
                  <a16:creationId xmlns:a16="http://schemas.microsoft.com/office/drawing/2014/main" id="{57567BCB-970A-4643-95E6-9C9CCC8F13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3264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" name="Group 24">
            <a:extLst>
              <a:ext uri="{FF2B5EF4-FFF2-40B4-BE49-F238E27FC236}">
                <a16:creationId xmlns:a16="http://schemas.microsoft.com/office/drawing/2014/main" id="{DD709E88-6786-4E85-9E7F-6A564F8C54B7}"/>
              </a:ext>
            </a:extLst>
          </p:cNvPr>
          <p:cNvGrpSpPr>
            <a:grpSpLocks/>
          </p:cNvGrpSpPr>
          <p:nvPr/>
        </p:nvGrpSpPr>
        <p:grpSpPr bwMode="auto">
          <a:xfrm>
            <a:off x="7346950" y="1268413"/>
            <a:ext cx="762000" cy="495300"/>
            <a:chOff x="4224" y="3264"/>
            <a:chExt cx="480" cy="288"/>
          </a:xfrm>
        </p:grpSpPr>
        <p:sp>
          <p:nvSpPr>
            <p:cNvPr id="10268" name="Line 25">
              <a:extLst>
                <a:ext uri="{FF2B5EF4-FFF2-40B4-BE49-F238E27FC236}">
                  <a16:creationId xmlns:a16="http://schemas.microsoft.com/office/drawing/2014/main" id="{DE545526-8CDA-460F-967A-FE5FF6CA8A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264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9" name="Line 26">
              <a:extLst>
                <a:ext uri="{FF2B5EF4-FFF2-40B4-BE49-F238E27FC236}">
                  <a16:creationId xmlns:a16="http://schemas.microsoft.com/office/drawing/2014/main" id="{BFDEBE3C-3240-4AC9-9B06-13E98E69B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3264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0" name="Line 27">
              <a:extLst>
                <a:ext uri="{FF2B5EF4-FFF2-40B4-BE49-F238E27FC236}">
                  <a16:creationId xmlns:a16="http://schemas.microsoft.com/office/drawing/2014/main" id="{D65EBE2F-C1D9-4ED0-9E8B-AB83ECE2A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3264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" name="Line 29">
            <a:extLst>
              <a:ext uri="{FF2B5EF4-FFF2-40B4-BE49-F238E27FC236}">
                <a16:creationId xmlns:a16="http://schemas.microsoft.com/office/drawing/2014/main" id="{92BDB91E-F4C1-4C33-820E-6B95B0975542}"/>
              </a:ext>
            </a:extLst>
          </p:cNvPr>
          <p:cNvSpPr>
            <a:spLocks noChangeShapeType="1"/>
          </p:cNvSpPr>
          <p:nvPr/>
        </p:nvSpPr>
        <p:spPr bwMode="auto">
          <a:xfrm>
            <a:off x="7213600" y="1296988"/>
            <a:ext cx="990600" cy="304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Line 30">
            <a:extLst>
              <a:ext uri="{FF2B5EF4-FFF2-40B4-BE49-F238E27FC236}">
                <a16:creationId xmlns:a16="http://schemas.microsoft.com/office/drawing/2014/main" id="{8952C11C-22F8-41EE-99E3-1464288C16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13600" y="1296988"/>
            <a:ext cx="990600" cy="304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Line 21">
            <a:extLst>
              <a:ext uri="{FF2B5EF4-FFF2-40B4-BE49-F238E27FC236}">
                <a16:creationId xmlns:a16="http://schemas.microsoft.com/office/drawing/2014/main" id="{5D98070F-3BC8-4C0D-B654-AAA6EDEE03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13600" y="5589588"/>
            <a:ext cx="990600" cy="304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Line 22">
            <a:extLst>
              <a:ext uri="{FF2B5EF4-FFF2-40B4-BE49-F238E27FC236}">
                <a16:creationId xmlns:a16="http://schemas.microsoft.com/office/drawing/2014/main" id="{8085D864-EDD5-4BCA-9453-BEC1550B3E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13600" y="5589588"/>
            <a:ext cx="990600" cy="304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" name="Group 6">
            <a:extLst>
              <a:ext uri="{FF2B5EF4-FFF2-40B4-BE49-F238E27FC236}">
                <a16:creationId xmlns:a16="http://schemas.microsoft.com/office/drawing/2014/main" id="{EBF89C86-91FB-48D8-974C-60D024F87150}"/>
              </a:ext>
            </a:extLst>
          </p:cNvPr>
          <p:cNvGrpSpPr>
            <a:grpSpLocks/>
          </p:cNvGrpSpPr>
          <p:nvPr/>
        </p:nvGrpSpPr>
        <p:grpSpPr bwMode="auto">
          <a:xfrm>
            <a:off x="6734175" y="2214563"/>
            <a:ext cx="2024063" cy="944562"/>
            <a:chOff x="3936" y="1602"/>
            <a:chExt cx="1080" cy="1326"/>
          </a:xfrm>
        </p:grpSpPr>
        <p:sp>
          <p:nvSpPr>
            <p:cNvPr id="10263" name="Rectangle 7">
              <a:extLst>
                <a:ext uri="{FF2B5EF4-FFF2-40B4-BE49-F238E27FC236}">
                  <a16:creationId xmlns:a16="http://schemas.microsoft.com/office/drawing/2014/main" id="{9DAB743B-89E3-4C8F-ADCC-C2DD206B8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1602"/>
              <a:ext cx="1008" cy="1038"/>
            </a:xfrm>
            <a:prstGeom prst="rect">
              <a:avLst/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0264" name="Text Box 8">
              <a:extLst>
                <a:ext uri="{FF2B5EF4-FFF2-40B4-BE49-F238E27FC236}">
                  <a16:creationId xmlns:a16="http://schemas.microsoft.com/office/drawing/2014/main" id="{E19D934B-4DBE-4FF9-A2A8-03B21D7D1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6" y="1717"/>
              <a:ext cx="1080" cy="7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400" b="1">
                  <a:solidFill>
                    <a:srgbClr val="00B050"/>
                  </a:solidFill>
                  <a:latin typeface="Tahoma" panose="020B0604030504040204" pitchFamily="34" charset="0"/>
                  <a:ea typeface="宋体" panose="02010600030101010101" pitchFamily="2" charset="-122"/>
                </a:rPr>
                <a:t>Stimulus Generater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400" b="1">
                  <a:latin typeface="Tahoma" panose="020B0604030504040204" pitchFamily="34" charset="0"/>
                  <a:ea typeface="宋体" panose="02010600030101010101" pitchFamily="2" charset="-122"/>
                </a:rPr>
                <a:t>Apply Inputs</a:t>
              </a:r>
              <a:endParaRPr lang="en-US" altLang="zh-CN" sz="1800" b="1">
                <a:latin typeface="Tahoma" panose="020B060403050404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0265" name="Line 12">
              <a:extLst>
                <a:ext uri="{FF2B5EF4-FFF2-40B4-BE49-F238E27FC236}">
                  <a16:creationId xmlns:a16="http://schemas.microsoft.com/office/drawing/2014/main" id="{B61A5B0F-F48D-44FE-8FD9-1FDA90C73C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26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6" name="Line 13">
              <a:extLst>
                <a:ext uri="{FF2B5EF4-FFF2-40B4-BE49-F238E27FC236}">
                  <a16:creationId xmlns:a16="http://schemas.microsoft.com/office/drawing/2014/main" id="{9F38391B-05A9-48F6-AEF6-35C28848FE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26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7" name="Line 14">
              <a:extLst>
                <a:ext uri="{FF2B5EF4-FFF2-40B4-BE49-F238E27FC236}">
                  <a16:creationId xmlns:a16="http://schemas.microsoft.com/office/drawing/2014/main" id="{9BFCAE6F-503A-4669-A485-1DC158552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26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" name="Group 6">
            <a:extLst>
              <a:ext uri="{FF2B5EF4-FFF2-40B4-BE49-F238E27FC236}">
                <a16:creationId xmlns:a16="http://schemas.microsoft.com/office/drawing/2014/main" id="{FD8A0824-9C61-45BA-AAE7-2FFDAF2474E4}"/>
              </a:ext>
            </a:extLst>
          </p:cNvPr>
          <p:cNvGrpSpPr>
            <a:grpSpLocks/>
          </p:cNvGrpSpPr>
          <p:nvPr/>
        </p:nvGrpSpPr>
        <p:grpSpPr bwMode="auto">
          <a:xfrm>
            <a:off x="6823075" y="4329113"/>
            <a:ext cx="1890713" cy="835025"/>
            <a:chOff x="3984" y="1440"/>
            <a:chExt cx="1008" cy="1200"/>
          </a:xfrm>
        </p:grpSpPr>
        <p:sp>
          <p:nvSpPr>
            <p:cNvPr id="10258" name="Rectangle 7">
              <a:extLst>
                <a:ext uri="{FF2B5EF4-FFF2-40B4-BE49-F238E27FC236}">
                  <a16:creationId xmlns:a16="http://schemas.microsoft.com/office/drawing/2014/main" id="{7EC54FB6-CE8E-41F6-B7D6-A15B20CDC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1728"/>
              <a:ext cx="1008" cy="912"/>
            </a:xfrm>
            <a:prstGeom prst="rect">
              <a:avLst/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0259" name="Text Box 8">
              <a:extLst>
                <a:ext uri="{FF2B5EF4-FFF2-40B4-BE49-F238E27FC236}">
                  <a16:creationId xmlns:a16="http://schemas.microsoft.com/office/drawing/2014/main" id="{769E53DF-A2B7-468F-B71C-620D49C173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8" y="1828"/>
              <a:ext cx="984" cy="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4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400" b="1">
                  <a:solidFill>
                    <a:srgbClr val="990099"/>
                  </a:solidFill>
                  <a:latin typeface="Tahoma" panose="020B0604030504040204" pitchFamily="34" charset="0"/>
                  <a:ea typeface="宋体" panose="02010600030101010101" pitchFamily="2" charset="-122"/>
                </a:rPr>
                <a:t>Response Monitor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zh-CN" sz="1400" b="1">
                  <a:latin typeface="Tahoma" panose="020B0604030504040204" pitchFamily="34" charset="0"/>
                  <a:ea typeface="宋体" panose="02010600030101010101" pitchFamily="2" charset="-122"/>
                </a:rPr>
                <a:t>Observe Outputs</a:t>
              </a:r>
            </a:p>
          </p:txBody>
        </p:sp>
        <p:sp>
          <p:nvSpPr>
            <p:cNvPr id="10260" name="Line 9">
              <a:extLst>
                <a:ext uri="{FF2B5EF4-FFF2-40B4-BE49-F238E27FC236}">
                  <a16:creationId xmlns:a16="http://schemas.microsoft.com/office/drawing/2014/main" id="{255A338F-5A66-40F7-87A7-BF641E1D7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14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1" name="Line 10">
              <a:extLst>
                <a:ext uri="{FF2B5EF4-FFF2-40B4-BE49-F238E27FC236}">
                  <a16:creationId xmlns:a16="http://schemas.microsoft.com/office/drawing/2014/main" id="{5F22FF92-8DCF-4B80-BB23-F6DB1FA988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" y="14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2" name="Line 11">
              <a:extLst>
                <a:ext uri="{FF2B5EF4-FFF2-40B4-BE49-F238E27FC236}">
                  <a16:creationId xmlns:a16="http://schemas.microsoft.com/office/drawing/2014/main" id="{C4EBBDF6-7AB7-4537-A875-86D098082C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4" y="1440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0254" name="日期占位符 3">
            <a:extLst>
              <a:ext uri="{FF2B5EF4-FFF2-40B4-BE49-F238E27FC236}">
                <a16:creationId xmlns:a16="http://schemas.microsoft.com/office/drawing/2014/main" id="{F49481D0-C6A1-44A2-B946-CA9D5EDAD92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fld id="{291BDD26-8CD1-4BAC-A7F4-29FF8E93CA27}" type="datetime1">
              <a:rPr lang="zh-CN" altLang="en-US" sz="1400" smtClean="0">
                <a:solidFill>
                  <a:srgbClr val="0A419B"/>
                </a:solidFill>
              </a:rPr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0255" name="灯片编号占位符 5">
            <a:extLst>
              <a:ext uri="{FF2B5EF4-FFF2-40B4-BE49-F238E27FC236}">
                <a16:creationId xmlns:a16="http://schemas.microsoft.com/office/drawing/2014/main" id="{68C0EB76-80A8-4865-80D7-89E89A1A0FE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F0F1616F-115E-4FE1-9265-58EBAE1E6421}" type="slidenum">
              <a:rPr lang="zh-CN" altLang="en-US" sz="1400">
                <a:solidFill>
                  <a:srgbClr val="FFFFFF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193</a:t>
            </a:fld>
            <a:endParaRPr lang="zh-CN" altLang="en-US" sz="1400">
              <a:solidFill>
                <a:srgbClr val="FFFFFF"/>
              </a:solidFill>
            </a:endParaRPr>
          </a:p>
        </p:txBody>
      </p:sp>
      <p:sp>
        <p:nvSpPr>
          <p:cNvPr id="85" name="Rectangle 3">
            <a:extLst>
              <a:ext uri="{FF2B5EF4-FFF2-40B4-BE49-F238E27FC236}">
                <a16:creationId xmlns:a16="http://schemas.microsoft.com/office/drawing/2014/main" id="{96CD7C62-2AB8-478C-BBBD-E01A8270B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1179513"/>
            <a:ext cx="6143625" cy="4714875"/>
          </a:xfrm>
          <a:prstGeom prst="rect">
            <a:avLst/>
          </a:prstGeom>
          <a:noFill/>
          <a:ln w="25400">
            <a:noFill/>
            <a:miter lim="800000"/>
            <a:headEnd/>
            <a:tailEnd/>
          </a:ln>
        </p:spPr>
        <p:txBody>
          <a:bodyPr/>
          <a:lstStyle/>
          <a:p>
            <a:pPr>
              <a:spcBef>
                <a:spcPts val="600"/>
              </a:spcBef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159000" algn="l"/>
                <a:tab pos="2689225" algn="l"/>
              </a:tabLst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module</a:t>
            </a:r>
            <a:r>
              <a:rPr lang="en-US" altLang="zh-CN" sz="1600" b="1" dirty="0">
                <a:latin typeface="Arial" charset="0"/>
                <a:ea typeface="宋体" charset="-122"/>
              </a:rPr>
              <a:t> M</a:t>
            </a:r>
            <a:r>
              <a:rPr lang="pl-PL" altLang="zh-CN" sz="1600" b="1" dirty="0">
                <a:latin typeface="Arial" charset="0"/>
                <a:ea typeface="宋体" charset="-122"/>
              </a:rPr>
              <a:t>y_tb</a:t>
            </a:r>
            <a:r>
              <a:rPr lang="en-US" altLang="zh-CN" sz="1600" b="1" dirty="0">
                <a:latin typeface="Arial" charset="0"/>
                <a:ea typeface="宋体" charset="-122"/>
              </a:rPr>
              <a:t>; 	         </a:t>
            </a: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--</a:t>
            </a:r>
            <a:r>
              <a:rPr lang="en-US" altLang="zh-CN" sz="1600" b="1" dirty="0" err="1">
                <a:solidFill>
                  <a:srgbClr val="FF0000"/>
                </a:solidFill>
                <a:latin typeface="Arial" charset="0"/>
                <a:ea typeface="宋体" charset="-122"/>
              </a:rPr>
              <a:t>TestBench</a:t>
            </a: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 module has no ports </a:t>
            </a:r>
          </a:p>
          <a:p>
            <a:pPr>
              <a:spcBef>
                <a:spcPts val="0"/>
              </a:spcBef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159000" algn="l"/>
              </a:tabLst>
              <a:defRPr/>
            </a:pPr>
            <a:endParaRPr lang="en-US" altLang="zh-CN" sz="200" b="1" dirty="0">
              <a:latin typeface="Arial" charset="0"/>
              <a:ea typeface="宋体" charset="-122"/>
            </a:endParaRPr>
          </a:p>
          <a:p>
            <a:pPr marL="0" lvl="2">
              <a:spcBef>
                <a:spcPts val="0"/>
              </a:spcBef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689225" algn="l"/>
                <a:tab pos="3048000" algn="l"/>
              </a:tabLst>
              <a:defRPr/>
            </a:pP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	 </a:t>
            </a:r>
            <a:r>
              <a:rPr lang="en-US" altLang="zh-CN" sz="1600" b="1" dirty="0" err="1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reg</a:t>
            </a: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 ……….;	</a:t>
            </a: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--Local signals and constants</a:t>
            </a:r>
          </a:p>
          <a:p>
            <a:pPr marL="0" lvl="2">
              <a:spcBef>
                <a:spcPts val="0"/>
              </a:spcBef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3048000" algn="l"/>
              </a:tabLst>
              <a:defRPr/>
            </a:pP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       </a:t>
            </a: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wire ……….;</a:t>
            </a:r>
          </a:p>
          <a:p>
            <a:pPr>
              <a:lnSpc>
                <a:spcPct val="80000"/>
              </a:lnSpc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159000" algn="l"/>
              </a:tabLst>
              <a:defRPr/>
            </a:pPr>
            <a:endParaRPr lang="en-US" altLang="zh-CN" sz="1600" b="1" dirty="0">
              <a:solidFill>
                <a:schemeClr val="accent2">
                  <a:lumMod val="75000"/>
                </a:schemeClr>
              </a:solidFill>
              <a:latin typeface="Arial" charset="0"/>
              <a:ea typeface="宋体" charset="-122"/>
            </a:endParaRPr>
          </a:p>
          <a:p>
            <a:pPr>
              <a:lnSpc>
                <a:spcPct val="80000"/>
              </a:lnSpc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159000" algn="l"/>
                <a:tab pos="2689225" algn="l"/>
              </a:tabLst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	</a:t>
            </a:r>
            <a:r>
              <a:rPr lang="en-US" altLang="zh-CN" sz="1600" b="1" dirty="0">
                <a:solidFill>
                  <a:srgbClr val="00B0F0"/>
                </a:solidFill>
                <a:latin typeface="Arial" charset="0"/>
                <a:ea typeface="宋体" charset="-122"/>
              </a:rPr>
              <a:t>Instantiating module;	</a:t>
            </a: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--</a:t>
            </a:r>
            <a:r>
              <a:rPr lang="pl-PL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 Instantiations of</a:t>
            </a: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 DUT</a:t>
            </a:r>
            <a:endParaRPr lang="en-US" altLang="zh-CN" sz="1600" b="1" dirty="0">
              <a:latin typeface="Arial" charset="0"/>
              <a:ea typeface="宋体" charset="-122"/>
            </a:endParaRPr>
          </a:p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     </a:t>
            </a:r>
          </a:p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      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initial  begin  ……… end</a:t>
            </a:r>
            <a:r>
              <a:rPr lang="en-US" altLang="zh-CN" sz="1600" b="1" dirty="0">
                <a:solidFill>
                  <a:srgbClr val="FF0000"/>
                </a:solidFill>
                <a:latin typeface="Arial" charset="0"/>
                <a:ea typeface="宋体" charset="-122"/>
              </a:rPr>
              <a:t>	      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--</a:t>
            </a:r>
            <a:r>
              <a:rPr lang="pl-PL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 Input stimuli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: reset</a:t>
            </a:r>
          </a:p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Courier New" pitchFamily="49" charset="0"/>
                <a:ea typeface="宋体" charset="-122"/>
                <a:cs typeface="Courier New" pitchFamily="49" charset="0"/>
              </a:rPr>
              <a:t>      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 </a:t>
            </a: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    </a:t>
            </a:r>
          </a:p>
          <a:p>
            <a:pPr>
              <a:lnSpc>
                <a:spcPct val="80000"/>
              </a:lnSpc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      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always  begin  ……… end      --</a:t>
            </a:r>
            <a:r>
              <a:rPr lang="pl-PL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 Input stimuli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: clock</a:t>
            </a:r>
          </a:p>
          <a:p>
            <a:pPr>
              <a:lnSpc>
                <a:spcPct val="80000"/>
              </a:lnSpc>
              <a:defRPr/>
            </a:pP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            </a:t>
            </a:r>
          </a:p>
          <a:p>
            <a:pPr>
              <a:lnSpc>
                <a:spcPct val="80000"/>
              </a:lnSpc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159000" algn="l"/>
              </a:tabLst>
              <a:defRPr/>
            </a:pPr>
            <a:r>
              <a:rPr lang="en-US" altLang="zh-CN" sz="1600" b="1" dirty="0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	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initial  begin  ……… end	      --</a:t>
            </a:r>
            <a:r>
              <a:rPr lang="pl-PL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 Input stimuli</a:t>
            </a: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: other signals</a:t>
            </a:r>
          </a:p>
          <a:p>
            <a:pPr>
              <a:lnSpc>
                <a:spcPct val="80000"/>
              </a:lnSpc>
              <a:defRPr/>
            </a:pP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            </a:t>
            </a:r>
          </a:p>
          <a:p>
            <a:pPr>
              <a:lnSpc>
                <a:spcPct val="80000"/>
              </a:lnSpc>
              <a:defRPr/>
            </a:pPr>
            <a:r>
              <a:rPr lang="en-US" altLang="zh-CN" sz="1600" b="1" dirty="0">
                <a:solidFill>
                  <a:srgbClr val="00B050"/>
                </a:solidFill>
                <a:latin typeface="Arial" charset="0"/>
                <a:ea typeface="宋体" charset="-122"/>
              </a:rPr>
              <a:t>       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always @ ( </a:t>
            </a:r>
            <a:r>
              <a:rPr lang="en-US" altLang="zh-CN" sz="1600" b="1" dirty="0" err="1">
                <a:solidFill>
                  <a:srgbClr val="7030A0"/>
                </a:solidFill>
                <a:latin typeface="Arial" charset="0"/>
                <a:ea typeface="宋体" charset="-122"/>
              </a:rPr>
              <a:t>posedge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clock )				 begin</a:t>
            </a:r>
          </a:p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Courier New" pitchFamily="49" charset="0"/>
                <a:ea typeface="宋体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   ………	                      --</a:t>
            </a:r>
            <a:r>
              <a:rPr lang="pl-PL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Compare</a:t>
            </a:r>
            <a:r>
              <a:rPr lang="pl-PL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results</a:t>
            </a:r>
          </a:p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Courier New" pitchFamily="49" charset="0"/>
                <a:ea typeface="宋体" charset="-122"/>
                <a:cs typeface="Courier New" pitchFamily="49" charset="0"/>
              </a:rPr>
              <a:t>        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end</a:t>
            </a:r>
            <a:endParaRPr lang="en-US" altLang="zh-CN" sz="1600" b="1" dirty="0">
              <a:solidFill>
                <a:schemeClr val="accent2">
                  <a:lumMod val="75000"/>
                </a:schemeClr>
              </a:solidFill>
              <a:latin typeface="Arial" charset="0"/>
              <a:ea typeface="宋体" charset="-122"/>
            </a:endParaRPr>
          </a:p>
          <a:p>
            <a:pPr>
              <a:spcBef>
                <a:spcPts val="1200"/>
              </a:spcBef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159000" algn="l"/>
              </a:tabLst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      always @ ( </a:t>
            </a:r>
            <a:r>
              <a:rPr lang="en-US" altLang="zh-CN" sz="1600" b="1" dirty="0" err="1">
                <a:solidFill>
                  <a:srgbClr val="7030A0"/>
                </a:solidFill>
                <a:latin typeface="Arial" charset="0"/>
                <a:ea typeface="宋体" charset="-122"/>
              </a:rPr>
              <a:t>posedge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clock )				          begin</a:t>
            </a:r>
          </a:p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Courier New" pitchFamily="49" charset="0"/>
                <a:ea typeface="宋体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   ………	                      --</a:t>
            </a:r>
            <a:r>
              <a:rPr lang="pl-PL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Display</a:t>
            </a:r>
            <a:r>
              <a:rPr lang="pl-PL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 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results</a:t>
            </a:r>
          </a:p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Courier New" pitchFamily="49" charset="0"/>
                <a:ea typeface="宋体" charset="-122"/>
                <a:cs typeface="Courier New" pitchFamily="49" charset="0"/>
              </a:rPr>
              <a:t>        </a:t>
            </a:r>
            <a:r>
              <a:rPr lang="en-US" altLang="zh-CN" sz="1600" b="1" dirty="0">
                <a:solidFill>
                  <a:srgbClr val="7030A0"/>
                </a:solidFill>
                <a:latin typeface="Arial" charset="0"/>
                <a:ea typeface="宋体" charset="-122"/>
              </a:rPr>
              <a:t>end</a:t>
            </a:r>
          </a:p>
          <a:p>
            <a:pPr>
              <a:spcBef>
                <a:spcPts val="0"/>
              </a:spcBef>
              <a:buClr>
                <a:schemeClr val="bg1"/>
              </a:buClr>
              <a:tabLst>
                <a:tab pos="355600" algn="l"/>
                <a:tab pos="685800" algn="l"/>
                <a:tab pos="1079500" algn="l"/>
                <a:tab pos="2159000" algn="l"/>
              </a:tabLst>
              <a:defRPr/>
            </a:pPr>
            <a:r>
              <a:rPr lang="en-US" altLang="zh-CN" sz="1600" b="1" dirty="0" err="1">
                <a:solidFill>
                  <a:schemeClr val="accent2">
                    <a:lumMod val="75000"/>
                  </a:schemeClr>
                </a:solidFill>
                <a:latin typeface="Arial" charset="0"/>
                <a:ea typeface="宋体" charset="-122"/>
              </a:rPr>
              <a:t>endmodule</a:t>
            </a:r>
            <a:endParaRPr lang="en-US" altLang="zh-CN" sz="1600" b="1" dirty="0">
              <a:latin typeface="Arial" charset="0"/>
              <a:ea typeface="宋体" charset="-122"/>
            </a:endParaRPr>
          </a:p>
        </p:txBody>
      </p:sp>
      <p:sp>
        <p:nvSpPr>
          <p:cNvPr id="86" name="矩形 85">
            <a:extLst>
              <a:ext uri="{FF2B5EF4-FFF2-40B4-BE49-F238E27FC236}">
                <a16:creationId xmlns:a16="http://schemas.microsoft.com/office/drawing/2014/main" id="{C495BD36-4E59-4BA1-A4E0-B248D9C72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7525" y="3698875"/>
            <a:ext cx="18605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1400" b="1">
                <a:latin typeface="Arial" panose="020B0604020202020204" pitchFamily="34" charset="0"/>
                <a:ea typeface="宋体" panose="02010600030101010101" pitchFamily="2" charset="-122"/>
              </a:rPr>
              <a:t>Design Under Test </a:t>
            </a:r>
            <a:endParaRPr lang="zh-CN" altLang="en-US" sz="140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5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85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8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8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8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8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8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8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8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8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85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85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85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85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85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85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18" end="1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85">
                                            <p:txEl>
                                              <p:pRg st="18" end="1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6" grpId="0" animBg="1"/>
      <p:bldP spid="25607" grpId="0"/>
      <p:bldP spid="85" grpId="0" build="p"/>
      <p:bldP spid="86" grpId="0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15E375E-78A3-45C6-9FAD-309CC29070FC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/>
        <p:txBody>
          <a:bodyPr anchor="t"/>
          <a:lstStyle/>
          <a:p>
            <a:pPr eaLnBrk="1" hangingPunct="1"/>
            <a:r>
              <a:rPr lang="en-US" altLang="zh-CN" sz="3600">
                <a:ea typeface="宋体" panose="02010600030101010101" pitchFamily="2" charset="-122"/>
              </a:rPr>
              <a:t>A Simple Tester</a:t>
            </a:r>
          </a:p>
        </p:txBody>
      </p:sp>
      <p:sp>
        <p:nvSpPr>
          <p:cNvPr id="13318" name="Rectangle 3">
            <a:extLst>
              <a:ext uri="{FF2B5EF4-FFF2-40B4-BE49-F238E27FC236}">
                <a16:creationId xmlns:a16="http://schemas.microsoft.com/office/drawing/2014/main" id="{C685909F-C6F5-44D5-A3AA-3C9F9CE66F1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04825" y="981075"/>
            <a:ext cx="8891588" cy="5184775"/>
          </a:xfrm>
        </p:spPr>
        <p:txBody>
          <a:bodyPr tIns="137160" rIns="0"/>
          <a:lstStyle/>
          <a:p>
            <a:pPr eaLnBrk="1" hangingPunct="1"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宋体" pitchFamily="2" charset="-122"/>
                <a:cs typeface="Courier New" pitchFamily="49" charset="0"/>
              </a:rPr>
              <a:t>`timescale </a:t>
            </a:r>
            <a:r>
              <a:rPr lang="en-US" altLang="zh-CN" sz="1600" b="1" dirty="0">
                <a:solidFill>
                  <a:srgbClr val="205BA9"/>
                </a:solidFill>
                <a:latin typeface="+mn-lt"/>
                <a:ea typeface="宋体" pitchFamily="2" charset="-122"/>
                <a:cs typeface="Courier New" pitchFamily="49" charset="0"/>
              </a:rPr>
              <a:t>1ns/100ps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module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Detector110Tester;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 err="1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reg</a:t>
            </a: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   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aa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, clock,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rst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;	  </a:t>
            </a:r>
          </a:p>
          <a:p>
            <a:pPr eaLnBrk="1" hangingPunct="1">
              <a:spcBef>
                <a:spcPts val="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wire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ww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;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0070C0"/>
                </a:solidFill>
                <a:latin typeface="+mn-lt"/>
                <a:ea typeface="宋体" pitchFamily="2" charset="-122"/>
                <a:cs typeface="Courier New" pitchFamily="49" charset="0"/>
              </a:rPr>
              <a:t>Detector110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UUT (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aa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, clock,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rst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,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ww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);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00B050"/>
                </a:solidFill>
                <a:latin typeface="+mn-lt"/>
                <a:ea typeface="宋体" pitchFamily="2" charset="-122"/>
                <a:cs typeface="Courier New" pitchFamily="49" charset="0"/>
              </a:rPr>
              <a:t>        initial begin</a:t>
            </a:r>
          </a:p>
          <a:p>
            <a:pPr eaLnBrk="1" hangingPunct="1">
              <a:buFont typeface="Wingdings" pitchFamily="2" charset="2"/>
              <a:buNone/>
              <a:defRPr/>
            </a:pP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		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aa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= 0; clock = 0;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rst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= 1; 	  </a:t>
            </a:r>
          </a:p>
          <a:p>
            <a:pPr eaLnBrk="1" hangingPunct="1"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00B050"/>
                </a:solidFill>
                <a:latin typeface="+mn-lt"/>
                <a:ea typeface="宋体" pitchFamily="2" charset="-122"/>
                <a:cs typeface="Courier New" pitchFamily="49" charset="0"/>
              </a:rPr>
              <a:t>end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00B050"/>
                </a:solidFill>
                <a:latin typeface="+mn-lt"/>
                <a:ea typeface="宋体" pitchFamily="2" charset="-122"/>
                <a:cs typeface="Courier New" pitchFamily="49" charset="0"/>
              </a:rPr>
              <a:t>initial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  <a:latin typeface="+mn-lt"/>
                <a:ea typeface="宋体" pitchFamily="2" charset="-122"/>
                <a:cs typeface="Courier New" pitchFamily="49" charset="0"/>
              </a:rPr>
              <a:t>repeat (44) </a:t>
            </a: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宋体" pitchFamily="2" charset="-122"/>
                <a:cs typeface="Courier New" pitchFamily="49" charset="0"/>
              </a:rPr>
              <a:t>#7 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clock = ~clock;   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00B050"/>
                </a:solidFill>
                <a:latin typeface="+mn-lt"/>
                <a:ea typeface="宋体" pitchFamily="2" charset="-122"/>
                <a:cs typeface="Courier New" pitchFamily="49" charset="0"/>
              </a:rPr>
              <a:t>initial</a:t>
            </a: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 </a:t>
            </a: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  <a:latin typeface="+mn-lt"/>
                <a:ea typeface="宋体" pitchFamily="2" charset="-122"/>
                <a:cs typeface="Courier New" pitchFamily="49" charset="0"/>
              </a:rPr>
              <a:t>repeat (15)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</a:t>
            </a: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宋体" pitchFamily="2" charset="-122"/>
                <a:cs typeface="Courier New" pitchFamily="49" charset="0"/>
              </a:rPr>
              <a:t>#23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aa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= ~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aa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;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00B050"/>
                </a:solidFill>
                <a:latin typeface="+mn-lt"/>
                <a:ea typeface="宋体" pitchFamily="2" charset="-122"/>
                <a:cs typeface="Courier New" pitchFamily="49" charset="0"/>
              </a:rPr>
              <a:t>initial begin </a:t>
            </a:r>
          </a:p>
          <a:p>
            <a:pPr eaLnBrk="1" hangingPunct="1">
              <a:spcBef>
                <a:spcPts val="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		</a:t>
            </a: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宋体" pitchFamily="2" charset="-122"/>
                <a:cs typeface="Courier New" pitchFamily="49" charset="0"/>
              </a:rPr>
              <a:t>#31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rst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= 1;</a:t>
            </a:r>
          </a:p>
          <a:p>
            <a:pPr eaLnBrk="1" hangingPunct="1">
              <a:spcBef>
                <a:spcPts val="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		</a:t>
            </a: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宋体" pitchFamily="2" charset="-122"/>
                <a:cs typeface="Courier New" pitchFamily="49" charset="0"/>
              </a:rPr>
              <a:t>#23 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rst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= 0;</a:t>
            </a:r>
          </a:p>
          <a:p>
            <a:pPr eaLnBrk="1" hangingPunct="1">
              <a:spcBef>
                <a:spcPts val="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00B050"/>
                </a:solidFill>
                <a:latin typeface="+mn-lt"/>
                <a:ea typeface="宋体" pitchFamily="2" charset="-122"/>
                <a:cs typeface="Courier New" pitchFamily="49" charset="0"/>
              </a:rPr>
              <a:t>end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</a:t>
            </a:r>
            <a:r>
              <a:rPr lang="en-US" altLang="zh-CN" sz="1600" b="1" dirty="0">
                <a:solidFill>
                  <a:srgbClr val="7030A0"/>
                </a:solidFill>
                <a:latin typeface="+mn-lt"/>
                <a:ea typeface="宋体" pitchFamily="2" charset="-122"/>
                <a:cs typeface="Courier New" pitchFamily="49" charset="0"/>
              </a:rPr>
              <a:t>always</a:t>
            </a: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 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@(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ww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) if (</a:t>
            </a:r>
            <a:r>
              <a:rPr lang="en-US" altLang="zh-CN" sz="1600" b="1" dirty="0" err="1">
                <a:latin typeface="+mn-lt"/>
                <a:ea typeface="宋体" pitchFamily="2" charset="-122"/>
                <a:cs typeface="Courier New" pitchFamily="49" charset="0"/>
              </a:rPr>
              <a:t>ww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 == 1) </a:t>
            </a:r>
          </a:p>
          <a:p>
            <a:pPr eaLnBrk="1" hangingPunct="1">
              <a:buFont typeface="Wingdings" pitchFamily="2" charset="2"/>
              <a:buNone/>
              <a:defRPr/>
            </a:pP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	</a:t>
            </a:r>
            <a:r>
              <a:rPr lang="en-US" altLang="zh-CN" sz="1600" b="1" dirty="0">
                <a:solidFill>
                  <a:srgbClr val="00B0F0"/>
                </a:solidFill>
                <a:latin typeface="+mn-lt"/>
                <a:ea typeface="宋体" pitchFamily="2" charset="-122"/>
                <a:cs typeface="Courier New" pitchFamily="49" charset="0"/>
              </a:rPr>
              <a:t>$display </a:t>
            </a: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(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"A 1 was detected on w at time = </a:t>
            </a:r>
            <a:r>
              <a:rPr lang="en-US" altLang="zh-CN" sz="1600" b="1" dirty="0">
                <a:solidFill>
                  <a:srgbClr val="00B0F0"/>
                </a:solidFill>
                <a:latin typeface="+mn-lt"/>
                <a:ea typeface="宋体" pitchFamily="2" charset="-122"/>
                <a:cs typeface="Courier New" pitchFamily="49" charset="0"/>
              </a:rPr>
              <a:t>%t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", </a:t>
            </a:r>
            <a:r>
              <a:rPr lang="en-US" altLang="zh-CN" sz="1600" b="1" dirty="0">
                <a:solidFill>
                  <a:srgbClr val="00B0F0"/>
                </a:solidFill>
                <a:latin typeface="+mn-lt"/>
                <a:ea typeface="宋体" pitchFamily="2" charset="-122"/>
                <a:cs typeface="Courier New" pitchFamily="49" charset="0"/>
              </a:rPr>
              <a:t>$time</a:t>
            </a: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)</a:t>
            </a:r>
            <a:r>
              <a:rPr lang="en-US" altLang="zh-CN" sz="1600" b="1" dirty="0">
                <a:latin typeface="+mn-lt"/>
                <a:ea typeface="宋体" pitchFamily="2" charset="-122"/>
                <a:cs typeface="Courier New" pitchFamily="49" charset="0"/>
              </a:rPr>
              <a:t>;</a:t>
            </a:r>
          </a:p>
          <a:p>
            <a:pPr eaLnBrk="1" hangingPunct="1">
              <a:spcBef>
                <a:spcPts val="600"/>
              </a:spcBef>
              <a:buFont typeface="Wingdings" pitchFamily="2" charset="2"/>
              <a:buNone/>
              <a:defRPr/>
            </a:pPr>
            <a:r>
              <a:rPr lang="en-US" altLang="zh-CN" sz="1600" b="1" dirty="0" err="1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endmodule</a:t>
            </a:r>
            <a:r>
              <a:rPr lang="en-US" altLang="zh-CN" sz="1600" b="1" dirty="0">
                <a:solidFill>
                  <a:srgbClr val="C00000"/>
                </a:solidFill>
                <a:latin typeface="+mn-lt"/>
                <a:ea typeface="宋体" pitchFamily="2" charset="-122"/>
                <a:cs typeface="Courier New" pitchFamily="49" charset="0"/>
              </a:rPr>
              <a:t>	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4838CCD-FE5E-4023-9D28-835C64175647}"/>
              </a:ext>
            </a:extLst>
          </p:cNvPr>
          <p:cNvSpPr/>
          <p:nvPr/>
        </p:nvSpPr>
        <p:spPr>
          <a:xfrm>
            <a:off x="3484563" y="1412875"/>
            <a:ext cx="2239962" cy="307975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No input or output ports</a:t>
            </a:r>
          </a:p>
        </p:txBody>
      </p:sp>
      <p:cxnSp>
        <p:nvCxnSpPr>
          <p:cNvPr id="12" name="直接箭头连接符 11">
            <a:extLst>
              <a:ext uri="{FF2B5EF4-FFF2-40B4-BE49-F238E27FC236}">
                <a16:creationId xmlns:a16="http://schemas.microsoft.com/office/drawing/2014/main" id="{C7BFBE01-AE48-42C8-95FC-F3EAF8308253}"/>
              </a:ext>
            </a:extLst>
          </p:cNvPr>
          <p:cNvCxnSpPr>
            <a:stCxn id="8" idx="1"/>
          </p:cNvCxnSpPr>
          <p:nvPr/>
        </p:nvCxnSpPr>
        <p:spPr>
          <a:xfrm flipH="1" flipV="1">
            <a:off x="3052763" y="1557338"/>
            <a:ext cx="431800" cy="9525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矩形 15">
            <a:extLst>
              <a:ext uri="{FF2B5EF4-FFF2-40B4-BE49-F238E27FC236}">
                <a16:creationId xmlns:a16="http://schemas.microsoft.com/office/drawing/2014/main" id="{28F43136-4B61-4FD1-908F-784196C8524F}"/>
              </a:ext>
            </a:extLst>
          </p:cNvPr>
          <p:cNvSpPr/>
          <p:nvPr/>
        </p:nvSpPr>
        <p:spPr>
          <a:xfrm>
            <a:off x="3419475" y="1844675"/>
            <a:ext cx="2305050" cy="307975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Inputs &amp; Outputs of DUT</a:t>
            </a:r>
          </a:p>
        </p:txBody>
      </p:sp>
      <p:cxnSp>
        <p:nvCxnSpPr>
          <p:cNvPr id="18" name="直接箭头连接符 17">
            <a:extLst>
              <a:ext uri="{FF2B5EF4-FFF2-40B4-BE49-F238E27FC236}">
                <a16:creationId xmlns:a16="http://schemas.microsoft.com/office/drawing/2014/main" id="{71A297FC-CF6C-4841-8FAA-73B148080EF5}"/>
              </a:ext>
            </a:extLst>
          </p:cNvPr>
          <p:cNvCxnSpPr>
            <a:stCxn id="16" idx="1"/>
          </p:cNvCxnSpPr>
          <p:nvPr/>
        </p:nvCxnSpPr>
        <p:spPr>
          <a:xfrm flipH="1">
            <a:off x="2484438" y="1998663"/>
            <a:ext cx="935037" cy="61912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>
            <a:extLst>
              <a:ext uri="{FF2B5EF4-FFF2-40B4-BE49-F238E27FC236}">
                <a16:creationId xmlns:a16="http://schemas.microsoft.com/office/drawing/2014/main" id="{9FBAD3CC-57EB-47B3-9358-A2003B699759}"/>
              </a:ext>
            </a:extLst>
          </p:cNvPr>
          <p:cNvSpPr/>
          <p:nvPr/>
        </p:nvSpPr>
        <p:spPr>
          <a:xfrm>
            <a:off x="4799013" y="2257425"/>
            <a:ext cx="4106862" cy="307975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The Instantiation of DUT </a:t>
            </a:r>
            <a:r>
              <a:rPr lang="en-US" altLang="zh-CN" sz="1400" b="1" dirty="0">
                <a:solidFill>
                  <a:srgbClr val="0070C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(Detector110 Module)</a:t>
            </a:r>
          </a:p>
        </p:txBody>
      </p:sp>
      <p:cxnSp>
        <p:nvCxnSpPr>
          <p:cNvPr id="25" name="直接箭头连接符 24">
            <a:extLst>
              <a:ext uri="{FF2B5EF4-FFF2-40B4-BE49-F238E27FC236}">
                <a16:creationId xmlns:a16="http://schemas.microsoft.com/office/drawing/2014/main" id="{D813C166-971D-467D-83D9-2A23A376925C}"/>
              </a:ext>
            </a:extLst>
          </p:cNvPr>
          <p:cNvCxnSpPr>
            <a:stCxn id="24" idx="1"/>
          </p:cNvCxnSpPr>
          <p:nvPr/>
        </p:nvCxnSpPr>
        <p:spPr>
          <a:xfrm flipH="1">
            <a:off x="4176713" y="2411413"/>
            <a:ext cx="622300" cy="61912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矩形 27">
            <a:extLst>
              <a:ext uri="{FF2B5EF4-FFF2-40B4-BE49-F238E27FC236}">
                <a16:creationId xmlns:a16="http://schemas.microsoft.com/office/drawing/2014/main" id="{8156C5E7-357D-47E9-AEB0-29D0C49728C9}"/>
              </a:ext>
            </a:extLst>
          </p:cNvPr>
          <p:cNvSpPr/>
          <p:nvPr/>
        </p:nvSpPr>
        <p:spPr>
          <a:xfrm>
            <a:off x="4752975" y="2924175"/>
            <a:ext cx="1882775" cy="307975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An initial  statement</a:t>
            </a:r>
          </a:p>
        </p:txBody>
      </p:sp>
      <p:cxnSp>
        <p:nvCxnSpPr>
          <p:cNvPr id="29" name="直接箭头连接符 28">
            <a:extLst>
              <a:ext uri="{FF2B5EF4-FFF2-40B4-BE49-F238E27FC236}">
                <a16:creationId xmlns:a16="http://schemas.microsoft.com/office/drawing/2014/main" id="{0E83EFF7-FE88-4B36-B973-4BB0D817FDA9}"/>
              </a:ext>
            </a:extLst>
          </p:cNvPr>
          <p:cNvCxnSpPr>
            <a:stCxn id="28" idx="1"/>
          </p:cNvCxnSpPr>
          <p:nvPr/>
        </p:nvCxnSpPr>
        <p:spPr>
          <a:xfrm flipH="1" flipV="1">
            <a:off x="3671888" y="3068638"/>
            <a:ext cx="1081087" cy="9525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>
            <a:extLst>
              <a:ext uri="{FF2B5EF4-FFF2-40B4-BE49-F238E27FC236}">
                <a16:creationId xmlns:a16="http://schemas.microsoft.com/office/drawing/2014/main" id="{76DD91CD-F40B-40F1-A7F7-1D2BB8F753E0}"/>
              </a:ext>
            </a:extLst>
          </p:cNvPr>
          <p:cNvSpPr/>
          <p:nvPr/>
        </p:nvSpPr>
        <p:spPr>
          <a:xfrm>
            <a:off x="4859338" y="3357563"/>
            <a:ext cx="3925887" cy="554037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sz="1600" b="1" dirty="0">
                <a:solidFill>
                  <a:schemeClr val="accent6">
                    <a:lumMod val="75000"/>
                  </a:schemeClr>
                </a:solidFill>
                <a:latin typeface="+mn-lt"/>
                <a:ea typeface="宋体" charset="-122"/>
                <a:cs typeface="Courier New" pitchFamily="49" charset="0"/>
              </a:rPr>
              <a:t>Generates a periodic signal</a:t>
            </a: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:</a:t>
            </a:r>
          </a:p>
          <a:p>
            <a:pPr algn="ctr">
              <a:defRPr/>
            </a:pP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repeats (44) times with </a:t>
            </a:r>
            <a:r>
              <a:rPr lang="en-US" altLang="zh-CN" sz="1400" b="1" dirty="0">
                <a:solidFill>
                  <a:srgbClr val="7030A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(7time steps) </a:t>
            </a: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delay, </a:t>
            </a:r>
          </a:p>
        </p:txBody>
      </p:sp>
      <p:cxnSp>
        <p:nvCxnSpPr>
          <p:cNvPr id="33" name="直接箭头连接符 32">
            <a:extLst>
              <a:ext uri="{FF2B5EF4-FFF2-40B4-BE49-F238E27FC236}">
                <a16:creationId xmlns:a16="http://schemas.microsoft.com/office/drawing/2014/main" id="{EF0002E3-6AD6-4733-B9F0-6908742B0234}"/>
              </a:ext>
            </a:extLst>
          </p:cNvPr>
          <p:cNvCxnSpPr>
            <a:stCxn id="31" idx="1"/>
          </p:cNvCxnSpPr>
          <p:nvPr/>
        </p:nvCxnSpPr>
        <p:spPr>
          <a:xfrm flipH="1">
            <a:off x="4103688" y="3633788"/>
            <a:ext cx="755650" cy="11112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矩形 36">
            <a:extLst>
              <a:ext uri="{FF2B5EF4-FFF2-40B4-BE49-F238E27FC236}">
                <a16:creationId xmlns:a16="http://schemas.microsoft.com/office/drawing/2014/main" id="{0D0297FD-42E9-416E-B725-C19E4EF20A49}"/>
              </a:ext>
            </a:extLst>
          </p:cNvPr>
          <p:cNvSpPr/>
          <p:nvPr/>
        </p:nvSpPr>
        <p:spPr>
          <a:xfrm>
            <a:off x="3671888" y="4437063"/>
            <a:ext cx="2771775" cy="307975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sz="14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ea typeface="宋体" charset="-122"/>
                <a:cs typeface="Courier New" pitchFamily="49" charset="0"/>
              </a:rPr>
              <a:t>Generates a no-periodic signal</a:t>
            </a:r>
            <a:r>
              <a:rPr lang="en-US" altLang="zh-CN" sz="12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</a:t>
            </a:r>
            <a:endParaRPr lang="en-US" altLang="zh-CN" sz="1400" b="1" dirty="0">
              <a:solidFill>
                <a:srgbClr val="FF0000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ea typeface="宋体" charset="-122"/>
              <a:cs typeface="Arial" charset="0"/>
            </a:endParaRPr>
          </a:p>
        </p:txBody>
      </p:sp>
      <p:cxnSp>
        <p:nvCxnSpPr>
          <p:cNvPr id="38" name="直接箭头连接符 37">
            <a:extLst>
              <a:ext uri="{FF2B5EF4-FFF2-40B4-BE49-F238E27FC236}">
                <a16:creationId xmlns:a16="http://schemas.microsoft.com/office/drawing/2014/main" id="{0DCB8C8A-6023-442A-BBCA-70784976785A}"/>
              </a:ext>
            </a:extLst>
          </p:cNvPr>
          <p:cNvCxnSpPr>
            <a:stCxn id="37" idx="1"/>
          </p:cNvCxnSpPr>
          <p:nvPr/>
        </p:nvCxnSpPr>
        <p:spPr>
          <a:xfrm flipH="1" flipV="1">
            <a:off x="2555875" y="4581525"/>
            <a:ext cx="1116013" cy="9525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矩形 40">
            <a:extLst>
              <a:ext uri="{FF2B5EF4-FFF2-40B4-BE49-F238E27FC236}">
                <a16:creationId xmlns:a16="http://schemas.microsoft.com/office/drawing/2014/main" id="{37425873-52BD-472F-AEA7-5A5A79D0D066}"/>
              </a:ext>
            </a:extLst>
          </p:cNvPr>
          <p:cNvSpPr/>
          <p:nvPr/>
        </p:nvSpPr>
        <p:spPr>
          <a:xfrm>
            <a:off x="5329238" y="4941888"/>
            <a:ext cx="3743325" cy="522287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A </a:t>
            </a:r>
            <a:r>
              <a:rPr lang="en-US" altLang="zh-CN" sz="14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Verilog</a:t>
            </a: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</a:t>
            </a:r>
            <a:r>
              <a:rPr lang="en-US" altLang="zh-CN" sz="1400" b="1" dirty="0">
                <a:solidFill>
                  <a:srgbClr val="00B0F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System Task</a:t>
            </a: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: reports the Times at which the </a:t>
            </a:r>
            <a:r>
              <a:rPr lang="en-US" altLang="zh-CN" sz="14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ww</a:t>
            </a:r>
            <a:r>
              <a:rPr lang="en-US" altLang="zh-CN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 Variable becomes 1</a:t>
            </a:r>
          </a:p>
        </p:txBody>
      </p:sp>
      <p:cxnSp>
        <p:nvCxnSpPr>
          <p:cNvPr id="42" name="直接箭头连接符 41">
            <a:extLst>
              <a:ext uri="{FF2B5EF4-FFF2-40B4-BE49-F238E27FC236}">
                <a16:creationId xmlns:a16="http://schemas.microsoft.com/office/drawing/2014/main" id="{290EB91D-2C23-4470-BF19-BEF614B91A42}"/>
              </a:ext>
            </a:extLst>
          </p:cNvPr>
          <p:cNvCxnSpPr>
            <a:stCxn id="41" idx="1"/>
          </p:cNvCxnSpPr>
          <p:nvPr/>
        </p:nvCxnSpPr>
        <p:spPr>
          <a:xfrm flipH="1">
            <a:off x="4679950" y="5202238"/>
            <a:ext cx="649288" cy="314325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矩形 50">
            <a:extLst>
              <a:ext uri="{FF2B5EF4-FFF2-40B4-BE49-F238E27FC236}">
                <a16:creationId xmlns:a16="http://schemas.microsoft.com/office/drawing/2014/main" id="{BE7957B4-9D26-4FDA-BCE1-75D4F4121E4D}"/>
              </a:ext>
            </a:extLst>
          </p:cNvPr>
          <p:cNvSpPr/>
          <p:nvPr/>
        </p:nvSpPr>
        <p:spPr>
          <a:xfrm>
            <a:off x="3979863" y="981075"/>
            <a:ext cx="976312" cy="307975"/>
          </a:xfrm>
          <a:prstGeom prst="rect">
            <a:avLst/>
          </a:prstGeom>
          <a:ln w="25400">
            <a:solidFill>
              <a:srgbClr val="FF0000"/>
            </a:solidFill>
            <a:prstDash val="sysDash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400" b="1" dirty="0">
                <a:solidFill>
                  <a:srgbClr val="7030A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宋体" charset="-122"/>
                <a:cs typeface="Arial" charset="0"/>
              </a:rPr>
              <a:t>Time unit</a:t>
            </a:r>
          </a:p>
        </p:txBody>
      </p:sp>
      <p:cxnSp>
        <p:nvCxnSpPr>
          <p:cNvPr id="52" name="直接箭头连接符 51">
            <a:extLst>
              <a:ext uri="{FF2B5EF4-FFF2-40B4-BE49-F238E27FC236}">
                <a16:creationId xmlns:a16="http://schemas.microsoft.com/office/drawing/2014/main" id="{17A442F0-EF5C-40B1-B6F2-7F9B784C64AB}"/>
              </a:ext>
            </a:extLst>
          </p:cNvPr>
          <p:cNvCxnSpPr>
            <a:stCxn id="51" idx="1"/>
          </p:cNvCxnSpPr>
          <p:nvPr/>
        </p:nvCxnSpPr>
        <p:spPr>
          <a:xfrm flipH="1">
            <a:off x="2484438" y="1135063"/>
            <a:ext cx="1495425" cy="133350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84" name="日期占位符 3">
            <a:extLst>
              <a:ext uri="{FF2B5EF4-FFF2-40B4-BE49-F238E27FC236}">
                <a16:creationId xmlns:a16="http://schemas.microsoft.com/office/drawing/2014/main" id="{E79AEDC2-0D70-4CB2-AD90-76E7F4E026A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fld id="{886551A2-701E-4D10-B95C-F05CC68940FF}" type="datetime1">
              <a:rPr lang="zh-CN" altLang="en-US" sz="1400" smtClean="0">
                <a:solidFill>
                  <a:srgbClr val="0A419B"/>
                </a:solidFill>
              </a:rPr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11285" name="灯片编号占位符 5">
            <a:extLst>
              <a:ext uri="{FF2B5EF4-FFF2-40B4-BE49-F238E27FC236}">
                <a16:creationId xmlns:a16="http://schemas.microsoft.com/office/drawing/2014/main" id="{FEA0F87B-3010-4619-85D8-E1851829287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366FF263-48CA-41DD-BDF4-DAC18576CB88}" type="slidenum">
              <a:rPr lang="zh-CN" altLang="en-US" sz="1400">
                <a:solidFill>
                  <a:srgbClr val="FFFFFF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194</a:t>
            </a:fld>
            <a:endParaRPr lang="zh-CN" altLang="en-US" sz="1400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3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13318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1000"/>
                                        <p:tgtEl>
                                          <p:spTgt spid="133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133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133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1000"/>
                                        <p:tgtEl>
                                          <p:spTgt spid="1331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1000"/>
                                        <p:tgtEl>
                                          <p:spTgt spid="13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1000"/>
                                        <p:tgtEl>
                                          <p:spTgt spid="133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1000"/>
                                        <p:tgtEl>
                                          <p:spTgt spid="1331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1000"/>
                                        <p:tgtEl>
                                          <p:spTgt spid="13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1331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331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13318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1000"/>
                                        <p:tgtEl>
                                          <p:spTgt spid="1331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1000"/>
                                        <p:tgtEl>
                                          <p:spTgt spid="13318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1000"/>
                                        <p:tgtEl>
                                          <p:spTgt spid="1331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1000"/>
                                        <p:tgtEl>
                                          <p:spTgt spid="13318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8" grpId="0" build="p"/>
      <p:bldP spid="8" grpId="0" animBg="1"/>
      <p:bldP spid="16" grpId="0" animBg="1"/>
      <p:bldP spid="24" grpId="0" animBg="1"/>
      <p:bldP spid="28" grpId="0" animBg="1"/>
      <p:bldP spid="37" grpId="0" animBg="1"/>
      <p:bldP spid="41" grpId="0" animBg="1"/>
      <p:bldP spid="51" grpId="0" animBg="1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标题 5">
            <a:extLst>
              <a:ext uri="{FF2B5EF4-FFF2-40B4-BE49-F238E27FC236}">
                <a16:creationId xmlns:a16="http://schemas.microsoft.com/office/drawing/2014/main" id="{A60623EE-5594-466B-99FB-2294BD7CE80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9080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>
              <a:defRPr/>
            </a:pPr>
            <a:endParaRPr lang="zh-CN" altLang="en-US" sz="32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2E949436-8E3C-44BB-A380-A2D86069847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0" y="949325"/>
            <a:ext cx="9123363" cy="3559175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ysClr val="window" lastClr="FFFFFF"/>
              </a:solidFill>
              <a:latin typeface="Calibri"/>
              <a:ea typeface="宋体"/>
            </a:endParaRPr>
          </a:p>
        </p:txBody>
      </p:sp>
      <p:pic>
        <p:nvPicPr>
          <p:cNvPr id="64516" name="Picture 2" descr="http://www.polyomics.gla.ac.uk/images/uni_glasgow_logo.png">
            <a:extLst>
              <a:ext uri="{FF2B5EF4-FFF2-40B4-BE49-F238E27FC236}">
                <a16:creationId xmlns:a16="http://schemas.microsoft.com/office/drawing/2014/main" id="{D31EEE80-A783-4BD2-B1FB-81C97386F9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7982"/>
          <a:stretch>
            <a:fillRect/>
          </a:stretch>
        </p:blipFill>
        <p:spPr bwMode="auto">
          <a:xfrm>
            <a:off x="8172450" y="44450"/>
            <a:ext cx="576263" cy="81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4517" name="Picture 4" descr="UESTC logo.jpg">
            <a:extLst>
              <a:ext uri="{FF2B5EF4-FFF2-40B4-BE49-F238E27FC236}">
                <a16:creationId xmlns:a16="http://schemas.microsoft.com/office/drawing/2014/main" id="{B0B38658-C6C9-4C2D-8F79-7FC2B6AD34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1363" y="41275"/>
            <a:ext cx="865187" cy="866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8" name="日期占位符 2">
            <a:extLst>
              <a:ext uri="{FF2B5EF4-FFF2-40B4-BE49-F238E27FC236}">
                <a16:creationId xmlns:a16="http://schemas.microsoft.com/office/drawing/2014/main" id="{D76E1718-1346-4378-98D8-E2EF9C962C6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fld id="{91719501-F006-42D9-8A5D-FF565EE28A9D}" type="datetime1">
              <a:rPr lang="zh-CN" altLang="en-US" sz="1400" smtClean="0">
                <a:solidFill>
                  <a:srgbClr val="0A419B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64520" name="日期占位符 3">
            <a:extLst>
              <a:ext uri="{FF2B5EF4-FFF2-40B4-BE49-F238E27FC236}">
                <a16:creationId xmlns:a16="http://schemas.microsoft.com/office/drawing/2014/main" id="{7B8EFB78-F782-4377-888F-51BD9AC7416F}"/>
              </a:ext>
            </a:extLst>
          </p:cNvPr>
          <p:cNvSpPr txBox="1">
            <a:spLocks/>
          </p:cNvSpPr>
          <p:nvPr/>
        </p:nvSpPr>
        <p:spPr bwMode="auto">
          <a:xfrm>
            <a:off x="457200" y="6356350"/>
            <a:ext cx="2133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3914919F-78BE-4D32-8DD6-63B6066AD0FF}" type="datetime1">
              <a:rPr lang="zh-CN" altLang="en-US" sz="1400">
                <a:solidFill>
                  <a:srgbClr val="0A419B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2026-08-30</a:t>
            </a:fld>
            <a:endParaRPr lang="zh-CN" altLang="en-US" sz="1400">
              <a:solidFill>
                <a:srgbClr val="0A419B"/>
              </a:solidFill>
            </a:endParaRPr>
          </a:p>
        </p:txBody>
      </p:sp>
      <p:sp>
        <p:nvSpPr>
          <p:cNvPr id="22" name="标题 5">
            <a:extLst>
              <a:ext uri="{FF2B5EF4-FFF2-40B4-BE49-F238E27FC236}">
                <a16:creationId xmlns:a16="http://schemas.microsoft.com/office/drawing/2014/main" id="{DA697FE9-6601-4244-8D0B-FBBE824C5F3B}"/>
              </a:ext>
            </a:extLst>
          </p:cNvPr>
          <p:cNvSpPr txBox="1">
            <a:spLocks/>
          </p:cNvSpPr>
          <p:nvPr/>
        </p:nvSpPr>
        <p:spPr bwMode="auto">
          <a:xfrm>
            <a:off x="827088" y="4724400"/>
            <a:ext cx="77724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>
              <a:defRPr/>
            </a:pPr>
            <a:r>
              <a:rPr lang="en-US" altLang="zh-CN" sz="3600" b="1" dirty="0">
                <a:solidFill>
                  <a:srgbClr val="0A419B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THE END OF TOPIC1</a:t>
            </a:r>
            <a:endParaRPr lang="zh-CN" altLang="en-US" sz="3600" b="1" dirty="0">
              <a:solidFill>
                <a:srgbClr val="0A419B"/>
              </a:solidFill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6CB002EE-B5E6-4C4F-8FAF-2D6F0CBBC94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7938" y="1068388"/>
            <a:ext cx="9136062" cy="3249612"/>
          </a:xfrm>
          <a:prstGeom prst="rect">
            <a:avLst/>
          </a:prstGeom>
          <a:solidFill>
            <a:srgbClr val="0A419B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ysClr val="window" lastClr="FFFFFF"/>
              </a:solidFill>
              <a:latin typeface="Calibri"/>
              <a:ea typeface="宋体"/>
            </a:endParaRPr>
          </a:p>
        </p:txBody>
      </p:sp>
      <p:cxnSp>
        <p:nvCxnSpPr>
          <p:cNvPr id="64524" name="直接连接符 5">
            <a:extLst>
              <a:ext uri="{FF2B5EF4-FFF2-40B4-BE49-F238E27FC236}">
                <a16:creationId xmlns:a16="http://schemas.microsoft.com/office/drawing/2014/main" id="{4C5FE28B-7E53-4070-B9DA-2A9EA4838958}"/>
              </a:ext>
            </a:extLst>
          </p:cNvPr>
          <p:cNvCxnSpPr>
            <a:cxnSpLocks noChangeShapeType="1"/>
          </p:cNvCxnSpPr>
          <p:nvPr>
            <p:custDataLst>
              <p:tags r:id="rId3"/>
            </p:custDataLst>
          </p:nvPr>
        </p:nvCxnSpPr>
        <p:spPr bwMode="auto">
          <a:xfrm>
            <a:off x="2593975" y="2592388"/>
            <a:ext cx="6030913" cy="0"/>
          </a:xfrm>
          <a:prstGeom prst="line">
            <a:avLst/>
          </a:prstGeom>
          <a:noFill/>
          <a:ln w="9525" algn="ctr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4525" name="Rectangle 19">
            <a:extLst>
              <a:ext uri="{FF2B5EF4-FFF2-40B4-BE49-F238E27FC236}">
                <a16:creationId xmlns:a16="http://schemas.microsoft.com/office/drawing/2014/main" id="{1695FA4D-E250-4D66-ACC5-46E2D8AE0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875" y="1211263"/>
            <a:ext cx="7967663" cy="295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3200" b="1" dirty="0">
                <a:solidFill>
                  <a:srgbClr val="FFFF00"/>
                </a:solidFill>
              </a:rPr>
              <a:t>Digital Logic Design and Application</a:t>
            </a:r>
          </a:p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3200" b="1" dirty="0">
                <a:solidFill>
                  <a:srgbClr val="FFFF00"/>
                </a:solidFill>
              </a:rPr>
              <a:t>Topic 1  - Introduction</a:t>
            </a:r>
            <a:br>
              <a:rPr lang="zh-CN" altLang="en-US" sz="3200" b="1" dirty="0">
                <a:solidFill>
                  <a:srgbClr val="FFFF00"/>
                </a:solidFill>
              </a:rPr>
            </a:br>
            <a:r>
              <a:rPr lang="en-US" altLang="zh-CN" sz="2400" b="1" dirty="0">
                <a:solidFill>
                  <a:schemeClr val="bg1"/>
                </a:solidFill>
              </a:rPr>
              <a:t> Yan Bo</a:t>
            </a:r>
          </a:p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2000" b="1" dirty="0">
                <a:solidFill>
                  <a:schemeClr val="bg1"/>
                </a:solidFill>
              </a:rPr>
              <a:t>School of Information &amp; Communication Engineering, UESTC</a:t>
            </a:r>
            <a:endParaRPr lang="zh-CN" altLang="en-US" sz="2000" b="1" dirty="0">
              <a:solidFill>
                <a:schemeClr val="bg1"/>
              </a:solidFill>
            </a:endParaRPr>
          </a:p>
          <a:p>
            <a:pPr algn="r"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2000" b="1" dirty="0">
                <a:solidFill>
                  <a:schemeClr val="bg1"/>
                </a:solidFill>
              </a:rPr>
              <a:t>Email: yanboyu@uestc.edu.cn</a:t>
            </a:r>
            <a:endParaRPr lang="zh-CN" altLang="en-US" sz="2000" b="1" dirty="0">
              <a:solidFill>
                <a:schemeClr val="bg1"/>
              </a:solidFill>
            </a:endParaRPr>
          </a:p>
        </p:txBody>
      </p:sp>
      <p:sp>
        <p:nvSpPr>
          <p:cNvPr id="2" name="灯片编号占位符 5">
            <a:extLst>
              <a:ext uri="{FF2B5EF4-FFF2-40B4-BE49-F238E27FC236}">
                <a16:creationId xmlns:a16="http://schemas.microsoft.com/office/drawing/2014/main" id="{5C7696B6-AF43-4142-8BDB-CE51EA135E1F}"/>
              </a:ext>
            </a:extLst>
          </p:cNvPr>
          <p:cNvSpPr txBox="1">
            <a:spLocks/>
          </p:cNvSpPr>
          <p:nvPr/>
        </p:nvSpPr>
        <p:spPr bwMode="auto">
          <a:xfrm>
            <a:off x="8316913" y="6356350"/>
            <a:ext cx="44291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fld id="{A3FF2AD0-95C6-4023-A87C-3FA9250429E1}" type="slidenum">
              <a:rPr lang="zh-CN" altLang="en-US" sz="1100">
                <a:solidFill>
                  <a:srgbClr val="FFFFFF"/>
                </a:solidFill>
              </a:rPr>
              <a:pPr algn="ctr" eaLnBrk="1" hangingPunct="1">
                <a:spcBef>
                  <a:spcPct val="0"/>
                </a:spcBef>
                <a:buFontTx/>
                <a:buNone/>
              </a:pPr>
              <a:t>195</a:t>
            </a:fld>
            <a:endParaRPr lang="zh-CN" altLang="en-US" sz="1100" dirty="0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标题 1">
            <a:extLst>
              <a:ext uri="{FF2B5EF4-FFF2-40B4-BE49-F238E27FC236}">
                <a16:creationId xmlns:a16="http://schemas.microsoft.com/office/drawing/2014/main" id="{98BEC11D-B6EE-47A8-AE13-EFCBBBB3A1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8585" y="57153"/>
            <a:ext cx="7886700" cy="1325563"/>
          </a:xfrm>
        </p:spPr>
        <p:txBody>
          <a:bodyPr>
            <a:normAutofit/>
          </a:bodyPr>
          <a:lstStyle/>
          <a:p>
            <a:r>
              <a:rPr lang="en-US" altLang="zh-CN" sz="4000" b="1" dirty="0">
                <a:latin typeface="Arial" panose="020B0604020202020204" pitchFamily="34" charset="0"/>
                <a:cs typeface="Arial" panose="020B0604020202020204" pitchFamily="34" charset="0"/>
              </a:rPr>
              <a:t>Homework 1</a:t>
            </a:r>
            <a:endParaRPr lang="zh-CN" altLang="en-US" sz="40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B1ABAA9A-1F2E-462F-9EB6-8318F4063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062" y="1578653"/>
            <a:ext cx="7886700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3136900" indent="-31369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spcBef>
                <a:spcPts val="24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P59  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2.1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（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）、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2.2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（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）、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2.3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（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f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）</a:t>
            </a:r>
            <a:endParaRPr lang="en-US" altLang="zh-CN" sz="2800" b="1"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Times New Roman" panose="02020603050405020304" pitchFamily="18" charset="0"/>
            </a:endParaRPr>
          </a:p>
          <a:p>
            <a:pPr eaLnBrk="1" fontAlgn="auto" hangingPunct="1">
              <a:spcBef>
                <a:spcPts val="2400"/>
              </a:spcBef>
              <a:spcAft>
                <a:spcPts val="0"/>
              </a:spcAft>
            </a:pP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             2.6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c 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2.8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d 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800" b="1"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7" name="标题 1">
            <a:extLst>
              <a:ext uri="{FF2B5EF4-FFF2-40B4-BE49-F238E27FC236}">
                <a16:creationId xmlns:a16="http://schemas.microsoft.com/office/drawing/2014/main" id="{FD67C599-5B4D-4302-91B8-52091A328A4F}"/>
              </a:ext>
            </a:extLst>
          </p:cNvPr>
          <p:cNvSpPr txBox="1">
            <a:spLocks/>
          </p:cNvSpPr>
          <p:nvPr/>
        </p:nvSpPr>
        <p:spPr>
          <a:xfrm>
            <a:off x="451001" y="4150181"/>
            <a:ext cx="7067468" cy="50674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lnSpc>
                <a:spcPct val="90000"/>
              </a:lnSpc>
              <a:spcBef>
                <a:spcPct val="0"/>
              </a:spcBef>
              <a:buNone/>
              <a:defRPr sz="4000" b="1"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eaLnBrk="1" fontAlgn="auto" hangingPunct="1">
              <a:spcAft>
                <a:spcPts val="0"/>
              </a:spcAft>
            </a:pPr>
            <a:r>
              <a:rPr lang="en-US" altLang="zh-CN" sz="3600" dirty="0">
                <a:solidFill>
                  <a:prstClr val="black"/>
                </a:solidFill>
              </a:rPr>
              <a:t>Additional question</a:t>
            </a:r>
            <a:endParaRPr lang="zh-CN" altLang="en-US" sz="3600" dirty="0">
              <a:solidFill>
                <a:prstClr val="black"/>
              </a:solidFill>
            </a:endParaRP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B96A6521-1AD7-4167-9EB7-AC2D8148233B}"/>
              </a:ext>
            </a:extLst>
          </p:cNvPr>
          <p:cNvGrpSpPr/>
          <p:nvPr/>
        </p:nvGrpSpPr>
        <p:grpSpPr>
          <a:xfrm>
            <a:off x="3243756" y="5754395"/>
            <a:ext cx="1481959" cy="614944"/>
            <a:chOff x="680544" y="2511148"/>
            <a:chExt cx="1975945" cy="8741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标题 1">
                  <a:extLst>
                    <a:ext uri="{FF2B5EF4-FFF2-40B4-BE49-F238E27FC236}">
                      <a16:creationId xmlns:a16="http://schemas.microsoft.com/office/drawing/2014/main" id="{4C332CD7-8AE5-440D-92E6-01B020D657F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680544" y="2554032"/>
                  <a:ext cx="1975945" cy="831254"/>
                </a:xfrm>
                <a:prstGeom prst="rect">
                  <a:avLst/>
                </a:prstGeom>
              </p:spPr>
              <p:txBody>
                <a:bodyPr vert="horz" lIns="91440" tIns="45720" rIns="91440" bIns="45720" rtlCol="0" anchor="ctr">
                  <a:normAutofit fontScale="75000" lnSpcReduction="20000"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fontAlgn="auto">
                    <a:spcAft>
                      <a:spcPts val="0"/>
                    </a:spcAft>
                  </a:pPr>
                  <a14:m>
                    <m:oMath xmlns:m="http://schemas.openxmlformats.org/officeDocument/2006/math">
                      <m:r>
                        <a:rPr lang="en-US" altLang="zh-CN" b="1" i="1" dirty="0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Arial" panose="020B0604020202020204" pitchFamily="34" charset="0"/>
                        </a:rPr>
                        <m:t>√</m:t>
                      </m:r>
                      <m:r>
                        <a:rPr lang="en-US" altLang="zh-CN" b="1" i="1" dirty="0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Arial" panose="020B0604020202020204" pitchFamily="34" charset="0"/>
                        </a:rPr>
                        <m:t>𝟒𝟏</m:t>
                      </m:r>
                    </m:oMath>
                  </a14:m>
                  <a:r>
                    <a:rPr lang="en-US" altLang="zh-CN" b="1" dirty="0">
                      <a:solidFill>
                        <a:prstClr val="black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rPr>
                    <a:t>=5</a:t>
                  </a:r>
                  <a:endParaRPr lang="zh-CN" altLang="en-US" b="1" dirty="0">
                    <a:solidFill>
                      <a:prstClr val="black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mc:Choice>
          <mc:Fallback xmlns="">
            <p:sp>
              <p:nvSpPr>
                <p:cNvPr id="9" name="标题 1">
                  <a:extLst>
                    <a:ext uri="{FF2B5EF4-FFF2-40B4-BE49-F238E27FC236}">
                      <a16:creationId xmlns:a16="http://schemas.microsoft.com/office/drawing/2014/main" id="{4C332CD7-8AE5-440D-92E6-01B020D657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0544" y="2554032"/>
                  <a:ext cx="1975945" cy="831254"/>
                </a:xfrm>
                <a:prstGeom prst="rect">
                  <a:avLst/>
                </a:prstGeom>
                <a:blipFill>
                  <a:blip r:embed="rId2"/>
                  <a:stretch>
                    <a:fillRect t="-41667" b="-41667"/>
                  </a:stretch>
                </a:blipFill>
              </p:spPr>
              <p:txBody>
                <a:bodyPr/>
                <a:lstStyle/>
                <a:p>
                  <a:r>
                    <a:rPr lang="zh-CN" alt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" name="直接连接符 9">
              <a:extLst>
                <a:ext uri="{FF2B5EF4-FFF2-40B4-BE49-F238E27FC236}">
                  <a16:creationId xmlns:a16="http://schemas.microsoft.com/office/drawing/2014/main" id="{42DAC6EB-3BB4-4383-B5B8-41F2D73D8A7A}"/>
                </a:ext>
              </a:extLst>
            </p:cNvPr>
            <p:cNvCxnSpPr/>
            <p:nvPr/>
          </p:nvCxnSpPr>
          <p:spPr>
            <a:xfrm>
              <a:off x="1075721" y="2511148"/>
              <a:ext cx="680483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" name="矩形 10">
            <a:extLst>
              <a:ext uri="{FF2B5EF4-FFF2-40B4-BE49-F238E27FC236}">
                <a16:creationId xmlns:a16="http://schemas.microsoft.com/office/drawing/2014/main" id="{FCB04297-793F-4402-86DA-178256407575}"/>
              </a:ext>
            </a:extLst>
          </p:cNvPr>
          <p:cNvSpPr/>
          <p:nvPr/>
        </p:nvSpPr>
        <p:spPr>
          <a:xfrm>
            <a:off x="931601" y="4906237"/>
            <a:ext cx="758822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800" dirty="0">
                <a:solidFill>
                  <a:prstClr val="black"/>
                </a:solidFill>
                <a:ea typeface="等线"/>
                <a:cs typeface="Arial" panose="020B0604020202020204" pitchFamily="34" charset="0"/>
              </a:rPr>
              <a:t>Decide the radix used from the equation:</a:t>
            </a:r>
            <a:endParaRPr lang="zh-CN" altLang="en-US" sz="2800" dirty="0">
              <a:solidFill>
                <a:prstClr val="black"/>
              </a:solidFill>
              <a:latin typeface="等线" panose="020F0502020204030204"/>
              <a:ea typeface="等线"/>
            </a:endParaRPr>
          </a:p>
        </p:txBody>
      </p:sp>
    </p:spTree>
    <p:extLst>
      <p:ext uri="{BB962C8B-B14F-4D97-AF65-F5344CB8AC3E}">
        <p14:creationId xmlns:p14="http://schemas.microsoft.com/office/powerpoint/2010/main" val="619740366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">
            <a:extLst>
              <a:ext uri="{FF2B5EF4-FFF2-40B4-BE49-F238E27FC236}">
                <a16:creationId xmlns:a16="http://schemas.microsoft.com/office/drawing/2014/main" id="{BC87AC79-413E-44F5-82F2-5AC5C33C6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143" y="1666676"/>
            <a:ext cx="8601834" cy="44473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3136900" indent="-31369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P17     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.9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1.10</a:t>
            </a:r>
          </a:p>
          <a:p>
            <a:pPr eaLnBrk="1" fontAlgn="auto" hangingPunct="1"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P60       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2.4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b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2.5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c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2.7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d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2.10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c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400" b="1"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Times New Roman" panose="02020603050405020304" pitchFamily="18" charset="0"/>
            </a:endParaRPr>
          </a:p>
          <a:p>
            <a:pPr eaLnBrk="1" fontAlgn="auto" hangingPunct="1">
              <a:spcBef>
                <a:spcPts val="600"/>
              </a:spcBef>
              <a:spcAft>
                <a:spcPts val="0"/>
              </a:spcAft>
              <a:tabLst>
                <a:tab pos="3230563" algn="l"/>
              </a:tabLst>
            </a:pP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                   2.12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c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2.14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d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 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2.27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）（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b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endParaRPr lang="en-US" altLang="zh-CN" sz="2400" b="1"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Times New Roman" panose="02020603050405020304" pitchFamily="18" charset="0"/>
            </a:endParaRPr>
          </a:p>
          <a:p>
            <a:pPr eaLnBrk="1" fontAlgn="auto" hangingPunct="1">
              <a:spcBef>
                <a:spcPts val="600"/>
              </a:spcBef>
              <a:spcAft>
                <a:spcPts val="0"/>
              </a:spcAft>
              <a:tabLst>
                <a:tab pos="3230563" algn="l"/>
              </a:tabLst>
            </a:pP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                   2.28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C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2.34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2.35</a:t>
            </a:r>
          </a:p>
          <a:p>
            <a:pPr eaLnBrk="1" fontAlgn="auto" hangingPunct="1"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P106   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3.1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d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3.2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d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3.4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,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e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400" b="1"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Times New Roman" panose="02020603050405020304" pitchFamily="18" charset="0"/>
            </a:endParaRPr>
          </a:p>
          <a:p>
            <a:pPr eaLnBrk="1" fontAlgn="auto" hangingPunct="1">
              <a:spcBef>
                <a:spcPts val="600"/>
              </a:spcBef>
              <a:spcAft>
                <a:spcPts val="0"/>
              </a:spcAft>
            </a:pP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                   3.23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c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）（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f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3.26 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3.11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3.17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b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</a:t>
            </a:r>
            <a:endParaRPr lang="en-US" altLang="zh-CN" sz="2400" b="1"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Times New Roman" panose="02020603050405020304" pitchFamily="18" charset="0"/>
            </a:endParaRPr>
          </a:p>
          <a:p>
            <a:pPr eaLnBrk="1" fontAlgn="auto" hangingPunct="1">
              <a:spcBef>
                <a:spcPts val="600"/>
              </a:spcBef>
              <a:spcAft>
                <a:spcPts val="0"/>
              </a:spcAft>
            </a:pP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                   3.36</a:t>
            </a:r>
          </a:p>
          <a:p>
            <a:pPr eaLnBrk="1" fontAlgn="auto" hangingPunct="1"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P151   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4.2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4.25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4.28</a:t>
            </a:r>
            <a:r>
              <a:rPr lang="zh-CN" altLang="en-US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4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4.32               </a:t>
            </a:r>
          </a:p>
        </p:txBody>
      </p:sp>
      <p:sp>
        <p:nvSpPr>
          <p:cNvPr id="8" name="标题 1">
            <a:extLst>
              <a:ext uri="{FF2B5EF4-FFF2-40B4-BE49-F238E27FC236}">
                <a16:creationId xmlns:a16="http://schemas.microsoft.com/office/drawing/2014/main" id="{68951D16-D660-4CC9-BF07-41A10DBC9E52}"/>
              </a:ext>
            </a:extLst>
          </p:cNvPr>
          <p:cNvSpPr txBox="1">
            <a:spLocks/>
          </p:cNvSpPr>
          <p:nvPr/>
        </p:nvSpPr>
        <p:spPr>
          <a:xfrm>
            <a:off x="498585" y="57153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fontAlgn="auto">
              <a:spcAft>
                <a:spcPts val="0"/>
              </a:spcAft>
            </a:pPr>
            <a:r>
              <a:rPr lang="en-US" altLang="zh-CN" sz="40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Homework 2</a:t>
            </a:r>
            <a:endParaRPr lang="zh-CN" altLang="en-US" sz="4000" b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2707771"/>
      </p:ext>
    </p:extLst>
  </p:cSld>
  <p:clrMapOvr>
    <a:masterClrMapping/>
  </p:clrMapOvr>
  <p:transition spd="slow"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标题 5">
            <a:extLst>
              <a:ext uri="{FF2B5EF4-FFF2-40B4-BE49-F238E27FC236}">
                <a16:creationId xmlns:a16="http://schemas.microsoft.com/office/drawing/2014/main" id="{1F1BDD86-9544-418F-9CCB-2AF49E86E4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3028" y="248603"/>
            <a:ext cx="8420933" cy="615950"/>
          </a:xfrm>
        </p:spPr>
        <p:txBody>
          <a:bodyPr>
            <a:noAutofit/>
          </a:bodyPr>
          <a:lstStyle/>
          <a:p>
            <a:r>
              <a:rPr lang="en-US" altLang="zh-CN" sz="3600" b="1" dirty="0">
                <a:latin typeface="Arial" panose="020B0604020202020204" pitchFamily="34" charset="0"/>
                <a:cs typeface="Arial" panose="020B0604020202020204" pitchFamily="34" charset="0"/>
              </a:rPr>
              <a:t>Homework 2</a:t>
            </a:r>
            <a:r>
              <a:rPr lang="zh-CN" altLang="en-US" sz="3600" b="1" dirty="0">
                <a:latin typeface="Arial" panose="020B0604020202020204" pitchFamily="34" charset="0"/>
                <a:cs typeface="Arial" panose="020B0604020202020204" pitchFamily="34" charset="0"/>
              </a:rPr>
              <a:t>（</a:t>
            </a:r>
            <a:r>
              <a:rPr lang="en-US" altLang="zh-CN" sz="3600" b="1" dirty="0">
                <a:latin typeface="Arial" panose="020B0604020202020204" pitchFamily="34" charset="0"/>
                <a:cs typeface="Arial" panose="020B0604020202020204" pitchFamily="34" charset="0"/>
              </a:rPr>
              <a:t> Additional questions </a:t>
            </a:r>
            <a:r>
              <a:rPr lang="zh-CN" altLang="en-US" sz="3600" b="1" dirty="0">
                <a:latin typeface="Arial" panose="020B0604020202020204" pitchFamily="34" charset="0"/>
                <a:cs typeface="Arial" panose="020B0604020202020204" pitchFamily="34" charset="0"/>
              </a:rPr>
              <a:t>）</a:t>
            </a:r>
          </a:p>
        </p:txBody>
      </p:sp>
      <p:sp>
        <p:nvSpPr>
          <p:cNvPr id="6148" name="Text Box 147">
            <a:extLst>
              <a:ext uri="{FF2B5EF4-FFF2-40B4-BE49-F238E27FC236}">
                <a16:creationId xmlns:a16="http://schemas.microsoft.com/office/drawing/2014/main" id="{303A2DAB-138B-476C-92D7-4F5F29A5C5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73" y="3445251"/>
            <a:ext cx="8201682" cy="3016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514350" indent="-5143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400" b="1" dirty="0">
                <a:solidFill>
                  <a:prstClr val="black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2. </a:t>
            </a:r>
            <a:r>
              <a:rPr lang="en-US" altLang="zh-CN" sz="2400" b="1" dirty="0">
                <a:solidFill>
                  <a:prstClr val="black"/>
                </a:solidFill>
                <a:latin typeface="Calibri" panose="020F0502020204030204" pitchFamily="34" charset="0"/>
              </a:rPr>
              <a:t>Please finish the function as below: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rabicPeriod"/>
            </a:pPr>
            <a:endParaRPr lang="en-US" altLang="zh-CN" sz="3200" b="1" dirty="0">
              <a:solidFill>
                <a:prstClr val="black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 b="1" i="1" dirty="0">
                <a:solidFill>
                  <a:srgbClr val="000000"/>
                </a:solidFill>
                <a:ea typeface="微软雅黑" panose="020B0503020204020204" pitchFamily="34" charset="-122"/>
              </a:rPr>
              <a:t>   </a:t>
            </a:r>
            <a:r>
              <a:rPr lang="en-US" altLang="zh-CN" sz="2000" b="1" dirty="0">
                <a:solidFill>
                  <a:prstClr val="black"/>
                </a:solidFill>
                <a:latin typeface="Calibri" panose="020F0502020204030204" pitchFamily="34" charset="0"/>
              </a:rPr>
              <a:t>1) Consider the 8-to-1 MUX as a single component shown here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zh-CN" sz="2000" b="1" dirty="0">
              <a:solidFill>
                <a:prstClr val="black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zh-CN" sz="2000" b="1" dirty="0">
              <a:solidFill>
                <a:prstClr val="black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zh-CN" sz="2000" b="1" dirty="0">
              <a:solidFill>
                <a:prstClr val="black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altLang="zh-CN" sz="1400" b="1" dirty="0">
              <a:solidFill>
                <a:prstClr val="black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 b="1" dirty="0">
                <a:solidFill>
                  <a:prstClr val="black"/>
                </a:solidFill>
                <a:latin typeface="Calibri" panose="020F0502020204030204" pitchFamily="34" charset="0"/>
              </a:rPr>
              <a:t>   2) Use 1 pcs 74LS138 to finish the same F(</a:t>
            </a:r>
            <a:r>
              <a:rPr lang="en-US" altLang="zh-CN" sz="20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x,y,z</a:t>
            </a:r>
            <a:r>
              <a:rPr lang="en-US" altLang="zh-CN" sz="2000" b="1" dirty="0">
                <a:solidFill>
                  <a:prstClr val="black"/>
                </a:solidFill>
                <a:latin typeface="Calibri" panose="020F0502020204030204" pitchFamily="34" charset="0"/>
              </a:rPr>
              <a:t>), other basic gates are also allowed to be used.</a:t>
            </a:r>
            <a:endParaRPr lang="zh-CN" altLang="en-US" sz="2000" b="1" dirty="0">
              <a:solidFill>
                <a:prstClr val="black"/>
              </a:solidFill>
              <a:latin typeface="Calibri" panose="020F0502020204030204" pitchFamily="34" charset="0"/>
            </a:endParaRPr>
          </a:p>
        </p:txBody>
      </p:sp>
      <p:sp>
        <p:nvSpPr>
          <p:cNvPr id="6149" name="矩形 8">
            <a:extLst>
              <a:ext uri="{FF2B5EF4-FFF2-40B4-BE49-F238E27FC236}">
                <a16:creationId xmlns:a16="http://schemas.microsoft.com/office/drawing/2014/main" id="{DFAA0868-5D71-4607-BE9E-3C94AE360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3608" y="3991460"/>
            <a:ext cx="534492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zh-CN" sz="2000" b="1" dirty="0">
                <a:solidFill>
                  <a:prstClr val="black"/>
                </a:solidFill>
              </a:rPr>
              <a:t>F (x, y, z) = </a:t>
            </a:r>
            <a:r>
              <a:rPr lang="en-US" altLang="zh-CN" sz="2000" b="1" dirty="0" err="1">
                <a:solidFill>
                  <a:prstClr val="black"/>
                </a:solidFill>
              </a:rPr>
              <a:t>x'y'z</a:t>
            </a:r>
            <a:r>
              <a:rPr lang="en-US" altLang="zh-CN" sz="2000" b="1" dirty="0">
                <a:solidFill>
                  <a:prstClr val="black"/>
                </a:solidFill>
              </a:rPr>
              <a:t>' + </a:t>
            </a:r>
            <a:r>
              <a:rPr lang="en-US" altLang="zh-CN" sz="2000" b="1" dirty="0" err="1">
                <a:solidFill>
                  <a:prstClr val="black"/>
                </a:solidFill>
              </a:rPr>
              <a:t>x'yz</a:t>
            </a:r>
            <a:r>
              <a:rPr lang="en-US" altLang="zh-CN" sz="2000" b="1" dirty="0">
                <a:solidFill>
                  <a:prstClr val="black"/>
                </a:solidFill>
              </a:rPr>
              <a:t>' + </a:t>
            </a:r>
            <a:r>
              <a:rPr lang="en-US" altLang="zh-CN" sz="2000" b="1" dirty="0" err="1">
                <a:solidFill>
                  <a:prstClr val="black"/>
                </a:solidFill>
              </a:rPr>
              <a:t>xy'z</a:t>
            </a:r>
            <a:r>
              <a:rPr lang="en-US" altLang="zh-CN" sz="2000" b="1" dirty="0">
                <a:solidFill>
                  <a:prstClr val="black"/>
                </a:solidFill>
              </a:rPr>
              <a:t> + </a:t>
            </a:r>
            <a:r>
              <a:rPr lang="en-US" altLang="zh-CN" sz="2000" b="1" dirty="0" err="1">
                <a:solidFill>
                  <a:prstClr val="black"/>
                </a:solidFill>
              </a:rPr>
              <a:t>xyz</a:t>
            </a:r>
            <a:r>
              <a:rPr lang="en-US" altLang="zh-CN" sz="2000" b="1" dirty="0">
                <a:solidFill>
                  <a:prstClr val="black"/>
                </a:solidFill>
              </a:rPr>
              <a:t>' + </a:t>
            </a:r>
            <a:r>
              <a:rPr lang="en-US" altLang="zh-CN" sz="2000" b="1" dirty="0" err="1">
                <a:solidFill>
                  <a:prstClr val="black"/>
                </a:solidFill>
              </a:rPr>
              <a:t>xyz</a:t>
            </a:r>
            <a:r>
              <a:rPr lang="en-US" altLang="zh-CN" sz="2000" b="1" dirty="0">
                <a:solidFill>
                  <a:prstClr val="black"/>
                </a:solidFill>
              </a:rPr>
              <a:t>. </a:t>
            </a:r>
            <a:endParaRPr lang="zh-CN" altLang="en-US" sz="2000" b="1" dirty="0">
              <a:solidFill>
                <a:prstClr val="black"/>
              </a:solidFill>
            </a:endParaRPr>
          </a:p>
        </p:txBody>
      </p:sp>
      <p:pic>
        <p:nvPicPr>
          <p:cNvPr id="6150" name="图片 10">
            <a:extLst>
              <a:ext uri="{FF2B5EF4-FFF2-40B4-BE49-F238E27FC236}">
                <a16:creationId xmlns:a16="http://schemas.microsoft.com/office/drawing/2014/main" id="{DCA9DB29-128F-4015-90F4-4A258801F35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3307" y="4745526"/>
            <a:ext cx="1607615" cy="1077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1">
            <a:extLst>
              <a:ext uri="{FF2B5EF4-FFF2-40B4-BE49-F238E27FC236}">
                <a16:creationId xmlns:a16="http://schemas.microsoft.com/office/drawing/2014/main" id="{CA3AFFF5-28E2-4816-8F00-39E21DBB2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98" y="1154847"/>
            <a:ext cx="8582007" cy="19697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3" dist="53882" dir="13500000">
              <a:schemeClr val="bg2">
                <a:alpha val="50000"/>
              </a:schemeClr>
            </a:prstShdw>
          </a:effectLst>
        </p:spPr>
        <p:txBody>
          <a:bodyPr wrap="square" anchor="ctr">
            <a:spAutoFit/>
          </a:bodyPr>
          <a:lstStyle/>
          <a:p>
            <a:pPr marL="273050" indent="-273050" algn="just" eaLnBrk="1" fontAlgn="auto" hangingPunct="1">
              <a:spcBef>
                <a:spcPts val="600"/>
              </a:spcBef>
              <a:spcAft>
                <a:spcPts val="0"/>
              </a:spcAft>
              <a:defRPr/>
            </a:pPr>
            <a:r>
              <a:rPr lang="en-US" altLang="zh-CN" sz="2400" b="1" dirty="0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1. Using </a:t>
            </a:r>
            <a:r>
              <a:rPr lang="en-US" altLang="zh-CN" sz="2400" b="1" dirty="0" err="1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Karnaugh</a:t>
            </a:r>
            <a:r>
              <a:rPr lang="en-US" altLang="zh-CN" sz="2400" b="1" dirty="0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 maps, find a minimal SOP expression and a minimal POS expression for each of the following logic functions. Indicate the distinguished 1-cells (or 0-cells) in each map.</a:t>
            </a:r>
            <a:endParaRPr lang="en-US" altLang="zh-CN" sz="2400" dirty="0">
              <a:solidFill>
                <a:prstClr val="black"/>
              </a:solidFill>
              <a:latin typeface="等线" panose="020F0502020204030204"/>
              <a:ea typeface="等线"/>
            </a:endParaRPr>
          </a:p>
          <a:p>
            <a:pPr indent="490538" eaLnBrk="1" fontAlgn="auto" hangingPunct="1">
              <a:spcBef>
                <a:spcPts val="600"/>
              </a:spcBef>
              <a:spcAft>
                <a:spcPts val="0"/>
              </a:spcAft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       (a)  F= </a:t>
            </a:r>
            <a:r>
              <a:rPr lang="en-US" altLang="zh-CN" sz="2000" b="1" dirty="0" err="1">
                <a:solidFill>
                  <a:prstClr val="black"/>
                </a:solidFill>
                <a:latin typeface="Symbol" pitchFamily="18" charset="2"/>
                <a:ea typeface="等线"/>
                <a:cs typeface="Calibri" pitchFamily="34" charset="0"/>
              </a:rPr>
              <a:t>S</a:t>
            </a:r>
            <a:r>
              <a:rPr lang="en-US" altLang="zh-CN" sz="2000" b="1" i="1" baseline="-30000" dirty="0" err="1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x,y,z</a:t>
            </a:r>
            <a:r>
              <a:rPr lang="en-US" altLang="zh-CN" sz="2000" b="1" dirty="0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(1,3,5,6,7)</a:t>
            </a:r>
            <a:endParaRPr lang="en-US" altLang="zh-CN" sz="2000" dirty="0">
              <a:solidFill>
                <a:prstClr val="black"/>
              </a:solidFill>
              <a:latin typeface="等线" panose="020F0502020204030204"/>
              <a:ea typeface="等线"/>
            </a:endParaRPr>
          </a:p>
          <a:p>
            <a:pPr indent="490538" eaLnBrk="1" fontAlgn="auto" hangingPunct="1">
              <a:spcBef>
                <a:spcPts val="600"/>
              </a:spcBef>
              <a:spcAft>
                <a:spcPts val="0"/>
              </a:spcAft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       (b)  F= </a:t>
            </a:r>
            <a:r>
              <a:rPr lang="en-US" altLang="zh-CN" sz="2000" b="1" dirty="0">
                <a:solidFill>
                  <a:prstClr val="black"/>
                </a:solidFill>
                <a:latin typeface="Symbol" pitchFamily="18" charset="2"/>
                <a:ea typeface="等线"/>
                <a:cs typeface="Calibri" pitchFamily="34" charset="0"/>
              </a:rPr>
              <a:t>S</a:t>
            </a:r>
            <a:r>
              <a:rPr lang="en-US" altLang="zh-CN" sz="2000" b="1" i="1" baseline="-30000" dirty="0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W,X,Y ,Z</a:t>
            </a:r>
            <a:r>
              <a:rPr lang="en-US" altLang="zh-CN" sz="2000" b="1" dirty="0">
                <a:solidFill>
                  <a:prstClr val="black"/>
                </a:solidFill>
                <a:latin typeface="Calibri" pitchFamily="34" charset="0"/>
                <a:ea typeface="等线"/>
                <a:cs typeface="Calibri" pitchFamily="34" charset="0"/>
              </a:rPr>
              <a:t>(0,1,2,8,11)+ d(3,9,15)    	</a:t>
            </a:r>
            <a:endParaRPr lang="en-US" altLang="zh-CN" sz="2000" dirty="0">
              <a:solidFill>
                <a:prstClr val="black"/>
              </a:solidFill>
              <a:latin typeface="等线" panose="020F0502020204030204"/>
              <a:ea typeface="等线"/>
            </a:endParaRPr>
          </a:p>
        </p:txBody>
      </p:sp>
    </p:spTree>
    <p:extLst>
      <p:ext uri="{BB962C8B-B14F-4D97-AF65-F5344CB8AC3E}">
        <p14:creationId xmlns:p14="http://schemas.microsoft.com/office/powerpoint/2010/main" val="2865297963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">
            <a:extLst>
              <a:ext uri="{FF2B5EF4-FFF2-40B4-BE49-F238E27FC236}">
                <a16:creationId xmlns:a16="http://schemas.microsoft.com/office/drawing/2014/main" id="{FD2B3313-15F4-4BF3-8670-DDE42F1CB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5429" y="1889071"/>
            <a:ext cx="6936166" cy="32778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3136900" indent="-31369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P211    </a:t>
            </a:r>
          </a:p>
          <a:p>
            <a:pPr eaLnBrk="1" fontAlgn="auto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          5.1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5.3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5.4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5.8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5.10</a:t>
            </a:r>
          </a:p>
          <a:p>
            <a:pPr eaLnBrk="1" fontAlgn="auto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P270    </a:t>
            </a:r>
          </a:p>
          <a:p>
            <a:pPr eaLnBrk="1" fontAlgn="auto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          6.1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 6.3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（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a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）、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6.4</a:t>
            </a:r>
            <a:r>
              <a:rPr lang="zh-CN" altLang="en-US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28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6.7</a:t>
            </a:r>
          </a:p>
        </p:txBody>
      </p:sp>
      <p:sp>
        <p:nvSpPr>
          <p:cNvPr id="6" name="标题 1">
            <a:extLst>
              <a:ext uri="{FF2B5EF4-FFF2-40B4-BE49-F238E27FC236}">
                <a16:creationId xmlns:a16="http://schemas.microsoft.com/office/drawing/2014/main" id="{C031E9E3-087A-47CE-B655-12FB17A23E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8585" y="57153"/>
            <a:ext cx="7886700" cy="1325563"/>
          </a:xfrm>
        </p:spPr>
        <p:txBody>
          <a:bodyPr>
            <a:normAutofit/>
          </a:bodyPr>
          <a:lstStyle/>
          <a:p>
            <a:r>
              <a:rPr lang="en-US" altLang="zh-CN" sz="4000" b="1" dirty="0">
                <a:latin typeface="Arial" panose="020B0604020202020204" pitchFamily="34" charset="0"/>
                <a:cs typeface="Arial" panose="020B0604020202020204" pitchFamily="34" charset="0"/>
              </a:rPr>
              <a:t>Homework 3</a:t>
            </a:r>
            <a:endParaRPr lang="zh-CN" altLang="en-US" sz="40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5713356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">
            <a:extLst>
              <a:ext uri="{FF2B5EF4-FFF2-40B4-BE49-F238E27FC236}">
                <a16:creationId xmlns:a16="http://schemas.microsoft.com/office/drawing/2014/main" id="{B1FE88EA-FF73-4748-8208-AD37D1A26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943" y="3007878"/>
            <a:ext cx="6936166" cy="1831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3136900" indent="-31369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P111    </a:t>
            </a:r>
            <a:r>
              <a:rPr lang="en-US" altLang="zh-CN" sz="32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3.30</a:t>
            </a:r>
            <a:r>
              <a:rPr lang="zh-CN" altLang="en-US" sz="32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、</a:t>
            </a:r>
            <a:r>
              <a:rPr lang="en-US" altLang="zh-CN" sz="32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3.31</a:t>
            </a:r>
          </a:p>
          <a:p>
            <a:pPr eaLnBrk="1" fontAlgn="auto" hangingPunct="1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altLang="zh-CN" sz="36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P212    </a:t>
            </a:r>
            <a:r>
              <a:rPr lang="en-US" altLang="zh-CN" sz="3200" b="1" dirty="0">
                <a:solidFill>
                  <a:prstClr val="black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Times New Roman" panose="02020603050405020304" pitchFamily="18" charset="0"/>
              </a:rPr>
              <a:t>5.7</a:t>
            </a:r>
          </a:p>
        </p:txBody>
      </p:sp>
      <p:sp>
        <p:nvSpPr>
          <p:cNvPr id="6" name="标题 1">
            <a:extLst>
              <a:ext uri="{FF2B5EF4-FFF2-40B4-BE49-F238E27FC236}">
                <a16:creationId xmlns:a16="http://schemas.microsoft.com/office/drawing/2014/main" id="{A295579C-D0B2-450D-B27F-F9D01CE6977D}"/>
              </a:ext>
            </a:extLst>
          </p:cNvPr>
          <p:cNvSpPr txBox="1">
            <a:spLocks/>
          </p:cNvSpPr>
          <p:nvPr/>
        </p:nvSpPr>
        <p:spPr>
          <a:xfrm>
            <a:off x="510409" y="57153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fontAlgn="auto">
              <a:spcAft>
                <a:spcPts val="0"/>
              </a:spcAft>
            </a:pPr>
            <a:r>
              <a:rPr lang="en-US" altLang="zh-CN" sz="40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Homework 4</a:t>
            </a:r>
            <a:endParaRPr lang="zh-CN" altLang="en-US" sz="4000" b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4942721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6" name="灯片编号占位符 3">
            <a:extLst>
              <a:ext uri="{FF2B5EF4-FFF2-40B4-BE49-F238E27FC236}">
                <a16:creationId xmlns:a16="http://schemas.microsoft.com/office/drawing/2014/main" id="{162B29D9-35FA-4914-81B5-3235B919EB1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 marL="1143000" indent="-228600" eaLnBrk="0" hangingPunct="0">
              <a:spcBef>
                <a:spcPct val="200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 marL="1600200" indent="-228600" eaLnBrk="0" hangingPunct="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 marL="2057400" indent="-228600" eaLnBrk="0" hangingPunct="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fld id="{0A44BAA8-7230-4F6A-BD3C-82208A35943D}" type="slidenum">
              <a:rPr lang="zh-CN" altLang="en-US" sz="1400">
                <a:solidFill>
                  <a:srgbClr val="FFFFFF"/>
                </a:solidFill>
              </a:rPr>
              <a:pPr eaLnBrk="1" hangingPunct="1">
                <a:spcBef>
                  <a:spcPct val="0"/>
                </a:spcBef>
                <a:buFontTx/>
                <a:buNone/>
              </a:pPr>
              <a:t>201</a:t>
            </a:fld>
            <a:endParaRPr lang="zh-CN" altLang="en-US" sz="1400">
              <a:solidFill>
                <a:srgbClr val="FFFFFF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AD6F62E-9251-4853-B82F-5AD33A2D218B}"/>
              </a:ext>
            </a:extLst>
          </p:cNvPr>
          <p:cNvSpPr txBox="1"/>
          <p:nvPr/>
        </p:nvSpPr>
        <p:spPr>
          <a:xfrm>
            <a:off x="210392" y="1346529"/>
            <a:ext cx="8423809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sz="2400" b="1" dirty="0">
                <a:solidFill>
                  <a:prstClr val="black"/>
                </a:solidFill>
                <a:latin typeface="Times New Roman" panose="02020603050405020304" pitchFamily="18" charset="0"/>
                <a:ea typeface="等线"/>
                <a:cs typeface="Times New Roman" panose="02020603050405020304" pitchFamily="18" charset="0"/>
              </a:rPr>
              <a:t>A benchmark program runs on a 40MHz processor. The executed program consists of 100,000 instruction, with the following instruction mix and clock cycle count. Determine the effective CPI, MIPS rate and execution time T for this program.</a:t>
            </a:r>
            <a:endParaRPr lang="zh-CN" altLang="en-US" sz="2400" b="1" dirty="0">
              <a:solidFill>
                <a:prstClr val="black"/>
              </a:solidFill>
              <a:latin typeface="Times New Roman" panose="02020603050405020304" pitchFamily="18" charset="0"/>
              <a:ea typeface="等线"/>
              <a:cs typeface="Times New Roman" panose="02020603050405020304" pitchFamily="18" charset="0"/>
            </a:endParaRPr>
          </a:p>
        </p:txBody>
      </p:sp>
      <p:graphicFrame>
        <p:nvGraphicFramePr>
          <p:cNvPr id="7" name="表格 6">
            <a:extLst>
              <a:ext uri="{FF2B5EF4-FFF2-40B4-BE49-F238E27FC236}">
                <a16:creationId xmlns:a16="http://schemas.microsoft.com/office/drawing/2014/main" id="{E28C1F27-6CA5-44E9-9084-DD82C7C589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0743276"/>
              </p:ext>
            </p:extLst>
          </p:nvPr>
        </p:nvGraphicFramePr>
        <p:xfrm>
          <a:off x="1140978" y="3279228"/>
          <a:ext cx="6813493" cy="24369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630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27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22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3041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Instruction type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Instruction count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Cycles per</a:t>
                      </a:r>
                      <a:r>
                        <a:rPr lang="en-US" altLang="zh-CN" sz="1800" b="1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instruction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59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Integer</a:t>
                      </a:r>
                      <a:r>
                        <a:rPr lang="en-US" altLang="zh-CN" sz="1800" b="1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arithmetic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45000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59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Data transfer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32000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59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Floating</a:t>
                      </a:r>
                      <a:r>
                        <a:rPr lang="en-US" altLang="zh-CN" sz="1800" b="1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point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15000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5989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Control transfer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8000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8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zh-CN" altLang="en-US" sz="18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1" marR="68581" anchor="ctr" anchorCtr="1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" name="标题 1">
            <a:extLst>
              <a:ext uri="{FF2B5EF4-FFF2-40B4-BE49-F238E27FC236}">
                <a16:creationId xmlns:a16="http://schemas.microsoft.com/office/drawing/2014/main" id="{AD9E5269-F975-4523-9593-547FD76AC7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8585" y="57153"/>
            <a:ext cx="7886700" cy="1325563"/>
          </a:xfrm>
        </p:spPr>
        <p:txBody>
          <a:bodyPr>
            <a:normAutofit/>
          </a:bodyPr>
          <a:lstStyle/>
          <a:p>
            <a:r>
              <a:rPr lang="en-US" altLang="zh-CN" sz="4000" b="1" dirty="0">
                <a:latin typeface="Arial" panose="020B0604020202020204" pitchFamily="34" charset="0"/>
                <a:cs typeface="Arial" panose="020B0604020202020204" pitchFamily="34" charset="0"/>
              </a:rPr>
              <a:t>Homework 5</a:t>
            </a:r>
            <a:endParaRPr lang="zh-CN" altLang="en-US" sz="40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374795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Y.OVuE4M0eShAMUGQUG_w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Y.OVuE4M0eShAMUGQUG_w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JRsYDZtvEqI3i0jhiOFrQ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JRsYDZtvEqI3i0jhiOFrQ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JRsYDZtvEqI3i0jhiOFrQ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Y.OVuE4M0eShAMUGQUG_w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H3lMh7BkyMMtUK5TjUHA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|0.2|0|0|0.2|0.2|0.2|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|0.2|0|0|0.2|0.2|0.2|0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|0.2|0|0|0.2|0.2|0.2|0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|0.2|0|0|0.2|0.2|0.2|0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|0.2|0|0|0.2|0.2|0.2|0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|0.2|0|0|0.2|0.2|0.2|0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|0.2|0|0|0.2|0.2|0.2|0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|0.3|0|0.2|0.2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|0.3|0|0.2|0.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|0.3|0|0.2|0.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|0.3|0|0.2|0.2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|0.3|0|0.2|0.2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|0.3|0|0.2|0.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2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|0.4|0|0.3|0|0.3|0.2|0.3|0.1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4.3|4.7|1.8|2|2.7|1.9|2.4|4.9|62.2|8.1|30|106.4|11.1|47.8|61.3|5.8|17.1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7|14.1|77.1|48.8|205.1|3.5|1.5|0.7|1.8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0.1|0|0.2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7.9|12.6|3.5|28.7|17|28|34.2|60|7.3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7.9|12.6|3.5|28.7|17|28|34.2|60|7.3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7.9|12.6|3.5|28.7|17|28|34.2|60|7.3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7.9|12.6|3.5|28.7|17|28|34.2|60|7.3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7.4|61.7|8.9|1.7|9.9|2.4|3.6|10.1|2.6|3.7|23.3|1.4|19.3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JRsYDZtvEqI3i0jhiOFrQ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Y.OVuE4M0eShAMUGQUG_w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H3lMh7BkyMMtUK5TjUHA"/>
</p:tagLst>
</file>

<file path=ppt/theme/theme1.xml><?xml version="1.0" encoding="utf-8"?>
<a:theme xmlns:a="http://schemas.openxmlformats.org/drawingml/2006/main" name="1_自定义设计方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23896</TotalTime>
  <Words>12216</Words>
  <Application>Microsoft Office PowerPoint</Application>
  <PresentationFormat>全屏显示(4:3)</PresentationFormat>
  <Paragraphs>3771</Paragraphs>
  <Slides>202</Slides>
  <Notes>117</Notes>
  <HiddenSlides>0</HiddenSlides>
  <MMClips>0</MMClips>
  <ScaleCrop>false</ScaleCrop>
  <HeadingPairs>
    <vt:vector size="8" baseType="variant">
      <vt:variant>
        <vt:lpstr>已用的字体</vt:lpstr>
      </vt:variant>
      <vt:variant>
        <vt:i4>19</vt:i4>
      </vt:variant>
      <vt:variant>
        <vt:lpstr>主题</vt:lpstr>
      </vt:variant>
      <vt:variant>
        <vt:i4>2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202</vt:i4>
      </vt:variant>
    </vt:vector>
  </HeadingPairs>
  <TitlesOfParts>
    <vt:vector size="224" baseType="lpstr">
      <vt:lpstr>MS PGothic</vt:lpstr>
      <vt:lpstr>MS PGothic</vt:lpstr>
      <vt:lpstr>等线</vt:lpstr>
      <vt:lpstr>等线 Light</vt:lpstr>
      <vt:lpstr>黑体</vt:lpstr>
      <vt:lpstr>华文细黑</vt:lpstr>
      <vt:lpstr>宋体</vt:lpstr>
      <vt:lpstr>微软雅黑</vt:lpstr>
      <vt:lpstr>Arial</vt:lpstr>
      <vt:lpstr>Arial Narrow</vt:lpstr>
      <vt:lpstr>Bradley Hand ITC</vt:lpstr>
      <vt:lpstr>Calibri</vt:lpstr>
      <vt:lpstr>Cambria Math</vt:lpstr>
      <vt:lpstr>Comic Sans MS</vt:lpstr>
      <vt:lpstr>Courier New</vt:lpstr>
      <vt:lpstr>Symbol</vt:lpstr>
      <vt:lpstr>Tahoma</vt:lpstr>
      <vt:lpstr>Times New Roman</vt:lpstr>
      <vt:lpstr>Wingdings</vt:lpstr>
      <vt:lpstr>1_自定义设计方案</vt:lpstr>
      <vt:lpstr>Office 主题​​</vt:lpstr>
      <vt:lpstr>Visio</vt:lpstr>
      <vt:lpstr>PowerPoint 演示文稿</vt:lpstr>
      <vt:lpstr>PowerPoint 演示文稿</vt:lpstr>
      <vt:lpstr>Topic1： Introduction</vt:lpstr>
      <vt:lpstr>Topic1： Introduction</vt:lpstr>
      <vt:lpstr>Topic1： Introduction</vt:lpstr>
      <vt:lpstr>What are you thinking about ？ </vt:lpstr>
      <vt:lpstr>What are you thinking about ？ </vt:lpstr>
      <vt:lpstr>What are you thinking about ？ </vt:lpstr>
      <vt:lpstr>The digital systems in a normal car</vt:lpstr>
      <vt:lpstr>The digital systems in a normal car</vt:lpstr>
      <vt:lpstr>The digital systems in a normal car</vt:lpstr>
      <vt:lpstr>The digital systems in a normal car</vt:lpstr>
      <vt:lpstr>The digital systems in a normal car</vt:lpstr>
      <vt:lpstr>The digital systems in a normal car</vt:lpstr>
      <vt:lpstr>The digital systems in a normal car</vt:lpstr>
      <vt:lpstr>The digital systems in a normal car</vt:lpstr>
      <vt:lpstr>More digital systems in a self-driving car</vt:lpstr>
      <vt:lpstr>Digital systems are everywhere</vt:lpstr>
      <vt:lpstr>Digital systems are everywhere</vt:lpstr>
      <vt:lpstr>Digital systems are everywhere</vt:lpstr>
      <vt:lpstr>Digital systems are everywhere</vt:lpstr>
      <vt:lpstr>Digital systems are everywhere</vt:lpstr>
      <vt:lpstr>Digital systems are everywhere</vt:lpstr>
      <vt:lpstr>Digital systems are everywhere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the computer world and the real world</vt:lpstr>
      <vt:lpstr>Topic1： Introduction</vt:lpstr>
      <vt:lpstr>Development of Information Process</vt:lpstr>
      <vt:lpstr>Development of Information Process</vt:lpstr>
      <vt:lpstr>Development of Information Process</vt:lpstr>
      <vt:lpstr>Development of Information Process</vt:lpstr>
      <vt:lpstr>Development of Information Process</vt:lpstr>
      <vt:lpstr>Development of Information Process</vt:lpstr>
      <vt:lpstr>Development of  the Electromagnetic Tech.</vt:lpstr>
      <vt:lpstr>Development of  the Electromagnetic Tech.</vt:lpstr>
      <vt:lpstr>Development of  the Electromagnetic Tech.</vt:lpstr>
      <vt:lpstr>Development of  the Electromagnetic Tech.</vt:lpstr>
      <vt:lpstr>Development of  the Electromagnetic Tech.</vt:lpstr>
      <vt:lpstr>Development of  the Electromagnetic Tech.</vt:lpstr>
      <vt:lpstr>Development of  the Electromagnetic Tech.</vt:lpstr>
      <vt:lpstr>Information Process Meet Electronic Tech.</vt:lpstr>
      <vt:lpstr>Information Process Meet Electronic Tech.</vt:lpstr>
      <vt:lpstr>Information Process Meet Electronic Tech.</vt:lpstr>
      <vt:lpstr>Information Process Meet Electronic Tech.</vt:lpstr>
      <vt:lpstr>Information Process Meet Electronic Tech.</vt:lpstr>
      <vt:lpstr>Information Process Meet Electronic Tech.</vt:lpstr>
      <vt:lpstr>Information Process Meet Electronic Tech.</vt:lpstr>
      <vt:lpstr>Information Process Meet Electronic Tech.</vt:lpstr>
      <vt:lpstr>Information Process Meet Microelectronic Tech.</vt:lpstr>
      <vt:lpstr>Information Process Meet Microelectronic Tech.</vt:lpstr>
      <vt:lpstr>Information Process Meet Microelectronic Tech.</vt:lpstr>
      <vt:lpstr>Information Process Meet Microelectronic Tech.</vt:lpstr>
      <vt:lpstr>Information Process Meet Microelectronic Tech.</vt:lpstr>
      <vt:lpstr>Information Process Meet Microelectronic Tech.</vt:lpstr>
      <vt:lpstr>Development of Semiconductor Tech. </vt:lpstr>
      <vt:lpstr>Development of Semiconductor Tech. </vt:lpstr>
      <vt:lpstr>Development of Semiconductor Tech. </vt:lpstr>
      <vt:lpstr>More Than Moore &amp; Beyond Moore</vt:lpstr>
      <vt:lpstr>More Than Moore &amp; Beyond Moore</vt:lpstr>
      <vt:lpstr>More Than Moore &amp; Beyond Moore</vt:lpstr>
      <vt:lpstr>More Than Moore &amp; Beyond Moore</vt:lpstr>
      <vt:lpstr>Topic1： Introduction</vt:lpstr>
      <vt:lpstr>Topic1： Introduction</vt:lpstr>
      <vt:lpstr>The overall plan of the whole course</vt:lpstr>
      <vt:lpstr>The overall plan of the whole course</vt:lpstr>
      <vt:lpstr>The overall plan of the whole course</vt:lpstr>
      <vt:lpstr>The overall plan of the whole course</vt:lpstr>
      <vt:lpstr>From Boolean Algebra to CPU</vt:lpstr>
      <vt:lpstr>Organization of Center Processor Unit</vt:lpstr>
      <vt:lpstr>Schedule for Teaching &amp; Learning</vt:lpstr>
      <vt:lpstr>Schedule for Teaching &amp; Learning</vt:lpstr>
      <vt:lpstr>Schedule for Teaching &amp; Learning</vt:lpstr>
      <vt:lpstr>Schedule for Teaching &amp; Learning</vt:lpstr>
      <vt:lpstr>Schedule for Teaching &amp; Learning</vt:lpstr>
      <vt:lpstr>Schedule for Teaching &amp; Learning</vt:lpstr>
      <vt:lpstr>Schedule for Teaching &amp; Learning</vt:lpstr>
      <vt:lpstr>Schedule for Teaching &amp; Learning</vt:lpstr>
      <vt:lpstr>Schedule for Teaching &amp; Learning</vt:lpstr>
      <vt:lpstr>Schedule for Teaching &amp; Learning</vt:lpstr>
      <vt:lpstr>For Project(Pres. &amp; Disc.)      20%</vt:lpstr>
      <vt:lpstr>For Project(Pres. &amp; Disc.)      20%</vt:lpstr>
      <vt:lpstr>For Project(Pres. &amp; Disc.)      20%</vt:lpstr>
      <vt:lpstr>For Project(Pres. &amp; Disc.)      20%</vt:lpstr>
      <vt:lpstr>For Project(Pres. &amp; Disc.)      20%</vt:lpstr>
      <vt:lpstr>For Project(Pres. &amp; Disc.)      20%</vt:lpstr>
      <vt:lpstr>For Project(Pres. &amp; Disc.)      20%</vt:lpstr>
      <vt:lpstr>For Project(Pres. &amp; Disc.)      20%</vt:lpstr>
      <vt:lpstr>For Project(Pres. &amp; Disc.)      20%</vt:lpstr>
      <vt:lpstr>Project assessment (20 marks in total)</vt:lpstr>
      <vt:lpstr>PowerPoint 演示文稿</vt:lpstr>
      <vt:lpstr>PowerPoint 演示文稿</vt:lpstr>
      <vt:lpstr>PowerPoint 演示文稿</vt:lpstr>
      <vt:lpstr>项目实践一共20分，包括两个部分：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参考材料的使用</vt:lpstr>
      <vt:lpstr>项目文档(doc+ppt)编写说明</vt:lpstr>
      <vt:lpstr>Requirements</vt:lpstr>
      <vt:lpstr>Office hours</vt:lpstr>
      <vt:lpstr>Topic1： Introduction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Architecture of Von Neumann computer</vt:lpstr>
      <vt:lpstr>Topic1： Introduction</vt:lpstr>
      <vt:lpstr>Organization of Center Processor Unit</vt:lpstr>
      <vt:lpstr>Organization of Center Processor Unit</vt:lpstr>
      <vt:lpstr>Organization of Center Processor Unit</vt:lpstr>
      <vt:lpstr>Organization of Center Processor Unit</vt:lpstr>
      <vt:lpstr>Organization of Center Processor Unit</vt:lpstr>
      <vt:lpstr>Organization of Center Processor Unit</vt:lpstr>
      <vt:lpstr>Organization of Center Processor Unit</vt:lpstr>
      <vt:lpstr>Organization of Center Processor Unit</vt:lpstr>
      <vt:lpstr>Organization of Center Processor Unit</vt:lpstr>
      <vt:lpstr>PowerPoint 演示文稿</vt:lpstr>
      <vt:lpstr>Topic1： Introduction</vt:lpstr>
      <vt:lpstr>Topic1： Introduction</vt:lpstr>
      <vt:lpstr>VHDL  vs. Verilog</vt:lpstr>
      <vt:lpstr>TOP-DOWN Design</vt:lpstr>
      <vt:lpstr>Basic Verilog Modeling </vt:lpstr>
      <vt:lpstr>Fundamental rules of Verilog</vt:lpstr>
      <vt:lpstr>Verilog Design Styles</vt:lpstr>
      <vt:lpstr>Octal 2-to-1 MUX</vt:lpstr>
      <vt:lpstr>3-to-1 MUX</vt:lpstr>
      <vt:lpstr>Topic1： Introduction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IC design methodology &amp; EDA flow</vt:lpstr>
      <vt:lpstr>Hierarchy for IC design </vt:lpstr>
      <vt:lpstr>Hierarchy for IC design </vt:lpstr>
      <vt:lpstr>Hierarchy for IC design </vt:lpstr>
      <vt:lpstr>Hierarchy for IC design </vt:lpstr>
      <vt:lpstr>Hierarchy for IC design </vt:lpstr>
      <vt:lpstr>CPU Design &amp; Implement</vt:lpstr>
      <vt:lpstr>CPU Design &amp; Implement</vt:lpstr>
      <vt:lpstr>CPU Design &amp; Implement</vt:lpstr>
      <vt:lpstr>CPU Design &amp; Implement</vt:lpstr>
      <vt:lpstr>CPU Design &amp; Implement</vt:lpstr>
      <vt:lpstr>CPU Design &amp; Implement</vt:lpstr>
      <vt:lpstr>RTL design for A Typical Digital circuit</vt:lpstr>
      <vt:lpstr>RTL design for A Typical Digital circuit</vt:lpstr>
      <vt:lpstr>RTL design for A Typical Digital circuit</vt:lpstr>
      <vt:lpstr>RTL design for A Typical Digital circuit</vt:lpstr>
      <vt:lpstr>CPU Design &amp; Implement</vt:lpstr>
      <vt:lpstr>CPU Design &amp; Implement</vt:lpstr>
      <vt:lpstr>An HDL file</vt:lpstr>
      <vt:lpstr>An HDL file</vt:lpstr>
      <vt:lpstr>An HDL file</vt:lpstr>
      <vt:lpstr>An HDL file</vt:lpstr>
      <vt:lpstr>An HDL file</vt:lpstr>
      <vt:lpstr>CPU Design &amp; Implement</vt:lpstr>
      <vt:lpstr>CPU Design &amp; Implement</vt:lpstr>
      <vt:lpstr>PowerPoint 演示文稿</vt:lpstr>
      <vt:lpstr>TestBench Anatomy</vt:lpstr>
      <vt:lpstr>A Simple Tester</vt:lpstr>
      <vt:lpstr>PowerPoint 演示文稿</vt:lpstr>
      <vt:lpstr>Homework 1</vt:lpstr>
      <vt:lpstr>PowerPoint 演示文稿</vt:lpstr>
      <vt:lpstr>Homework 2（ Additional questions ）</vt:lpstr>
      <vt:lpstr>Homework 3</vt:lpstr>
      <vt:lpstr>PowerPoint 演示文稿</vt:lpstr>
      <vt:lpstr>Homework 5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PPT讲师李宝运</dc:creator>
  <cp:lastModifiedBy>Bo Yan</cp:lastModifiedBy>
  <cp:revision>951</cp:revision>
  <cp:lastPrinted>1601-01-01T00:00:00Z</cp:lastPrinted>
  <dcterms:created xsi:type="dcterms:W3CDTF">1601-01-01T00:00:00Z</dcterms:created>
  <dcterms:modified xsi:type="dcterms:W3CDTF">2026-08-30T10:12:53Z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Version">
    <vt:i4>1</vt:i4>
  </property>
  <property fmtid="{D5CDD505-2E9C-101B-9397-08002B2CF9AE}" pid="3" name="Presentation">
    <vt:lpwstr>广东电网公司清远清城供电局 PPT模板  封面</vt:lpwstr>
  </property>
  <property fmtid="{D5CDD505-2E9C-101B-9397-08002B2CF9AE}" pid="4" name="SlideDescription">
    <vt:lpwstr/>
  </property>
</Properties>
</file>